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sldIdLst>
    <p:sldId id="256" r:id="rId5"/>
    <p:sldId id="274" r:id="rId6"/>
    <p:sldId id="258" r:id="rId7"/>
    <p:sldId id="1852" r:id="rId8"/>
    <p:sldId id="1851" r:id="rId9"/>
    <p:sldId id="1846" r:id="rId10"/>
    <p:sldId id="1827" r:id="rId11"/>
    <p:sldId id="1848" r:id="rId12"/>
    <p:sldId id="275" r:id="rId13"/>
    <p:sldId id="1829" r:id="rId14"/>
    <p:sldId id="1847" r:id="rId15"/>
    <p:sldId id="1821" r:id="rId16"/>
    <p:sldId id="276" r:id="rId17"/>
    <p:sldId id="1822" r:id="rId18"/>
    <p:sldId id="1836" r:id="rId19"/>
    <p:sldId id="1843" r:id="rId20"/>
    <p:sldId id="277" r:id="rId21"/>
    <p:sldId id="1849" r:id="rId22"/>
    <p:sldId id="1850" r:id="rId23"/>
    <p:sldId id="261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A40000"/>
    <a:srgbClr val="9E0000"/>
    <a:srgbClr val="C7450B"/>
    <a:srgbClr val="E24E0C"/>
    <a:srgbClr val="DC6140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187" autoAdjust="0"/>
  </p:normalViewPr>
  <p:slideViewPr>
    <p:cSldViewPr snapToGrid="0">
      <p:cViewPr varScale="1">
        <p:scale>
          <a:sx n="84" d="100"/>
          <a:sy n="84" d="100"/>
        </p:scale>
        <p:origin x="92" y="5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9564F3B-5464-4912-983E-3BAA77A12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326" y="1324567"/>
            <a:ext cx="6756984" cy="4669152"/>
          </a:xfrm>
          <a:prstGeom prst="rect">
            <a:avLst/>
          </a:prstGeom>
        </p:spPr>
      </p:pic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678634" y="3277139"/>
            <a:ext cx="4302669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678634" y="1143932"/>
            <a:ext cx="4302669" cy="2119054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4737692"/>
            <a:ext cx="4311378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033963"/>
            <a:ext cx="4311378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1439181" y="277495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1440297" y="367030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AFD996-8BCA-42AF-8EFB-606F31FA1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482" y="3070101"/>
            <a:ext cx="4438674" cy="306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7215867" y="2071235"/>
            <a:ext cx="4304622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215867" y="4464556"/>
            <a:ext cx="430462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5868" y="4168285"/>
            <a:ext cx="4304622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BD937C-1416-42AC-8270-E33970B9B6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9126" y="1847117"/>
            <a:ext cx="6000774" cy="414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2026/4/24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669924" y="2618786"/>
            <a:ext cx="4206876" cy="558799"/>
          </a:xfrm>
        </p:spPr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XXXXXX</a:t>
            </a:r>
            <a:r>
              <a:rPr lang="zh-CN" altLang="en-US" dirty="0">
                <a:cs typeface="+mn-ea"/>
                <a:sym typeface="+mn-lt"/>
              </a:rPr>
              <a:t>有限公司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4" y="1422111"/>
            <a:ext cx="4569733" cy="1321028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简约原创商务风</a:t>
            </a:r>
            <a:br>
              <a:rPr lang="en-US" altLang="zh-CN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课程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分析说明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69924" y="4940892"/>
            <a:ext cx="4569733" cy="321808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演讲</a:t>
            </a:r>
            <a:r>
              <a:rPr lang="zh-CN" altLang="en-US">
                <a:cs typeface="+mn-ea"/>
                <a:sym typeface="+mn-lt"/>
              </a:rPr>
              <a:t>人：</a:t>
            </a:r>
            <a:r>
              <a:rPr lang="en-US" altLang="zh-CN">
                <a:cs typeface="+mn-ea"/>
                <a:sym typeface="+mn-lt"/>
              </a:rPr>
              <a:t>OfficePLUS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669924" y="5237163"/>
            <a:ext cx="4569733" cy="321808"/>
          </a:xfrm>
        </p:spPr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20XX/XX/XX</a:t>
            </a: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7E7917A-6FB7-432B-9481-5177A70B4FF6}"/>
              </a:ext>
            </a:extLst>
          </p:cNvPr>
          <p:cNvGrpSpPr/>
          <p:nvPr/>
        </p:nvGrpSpPr>
        <p:grpSpPr>
          <a:xfrm>
            <a:off x="2129338" y="3269076"/>
            <a:ext cx="3370411" cy="1037958"/>
            <a:chOff x="-22546" y="2564904"/>
            <a:chExt cx="3370411" cy="1037958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62F7D63-9BCE-4083-BE1D-052102BB580A}"/>
                </a:ext>
              </a:extLst>
            </p:cNvPr>
            <p:cNvSpPr txBox="1"/>
            <p:nvPr/>
          </p:nvSpPr>
          <p:spPr>
            <a:xfrm>
              <a:off x="-22546" y="2564904"/>
              <a:ext cx="3370411" cy="1037958"/>
            </a:xfrm>
            <a:prstGeom prst="rect">
              <a:avLst/>
            </a:prstGeom>
            <a:noFill/>
            <a:ln w="3175">
              <a:solidFill>
                <a:schemeClr val="tx1">
                  <a:lumMod val="40000"/>
                  <a:lumOff val="60000"/>
                </a:schemeClr>
              </a:solidFill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sz="3500" b="1" dirty="0">
                  <a:cs typeface="+mn-ea"/>
                  <a:sym typeface="+mn-lt"/>
                </a:rPr>
                <a:t>CONTENTS</a:t>
              </a:r>
              <a:endParaRPr lang="zh-CN" altLang="en-US" sz="2400" b="1" dirty="0">
                <a:cs typeface="+mn-ea"/>
                <a:sym typeface="+mn-lt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EA04D7E-13A0-4EB7-8EA5-645F031B6DC7}"/>
                </a:ext>
              </a:extLst>
            </p:cNvPr>
            <p:cNvCxnSpPr/>
            <p:nvPr/>
          </p:nvCxnSpPr>
          <p:spPr>
            <a:xfrm>
              <a:off x="2309919" y="3566045"/>
              <a:ext cx="4680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菱形 28">
            <a:extLst>
              <a:ext uri="{FF2B5EF4-FFF2-40B4-BE49-F238E27FC236}">
                <a16:creationId xmlns:a16="http://schemas.microsoft.com/office/drawing/2014/main" id="{93233C05-4827-43E1-AE16-1F569F933831}"/>
              </a:ext>
            </a:extLst>
          </p:cNvPr>
          <p:cNvSpPr/>
          <p:nvPr/>
        </p:nvSpPr>
        <p:spPr>
          <a:xfrm>
            <a:off x="6546615" y="3798389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AB7D439-BB31-4F49-AF45-CC6332E11B0C}"/>
              </a:ext>
            </a:extLst>
          </p:cNvPr>
          <p:cNvSpPr txBox="1"/>
          <p:nvPr/>
        </p:nvSpPr>
        <p:spPr>
          <a:xfrm>
            <a:off x="7170962" y="3969159"/>
            <a:ext cx="3811189" cy="320368"/>
          </a:xfrm>
          <a:prstGeom prst="rect">
            <a:avLst/>
          </a:prstGeom>
          <a:noFill/>
        </p:spPr>
        <p:txBody>
          <a:bodyPr wrap="non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1600" b="1" dirty="0">
                <a:cs typeface="+mn-ea"/>
                <a:sym typeface="+mn-lt"/>
              </a:rPr>
              <a:t>课程亮点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25" name="菱形 24">
            <a:extLst>
              <a:ext uri="{FF2B5EF4-FFF2-40B4-BE49-F238E27FC236}">
                <a16:creationId xmlns:a16="http://schemas.microsoft.com/office/drawing/2014/main" id="{A6AB85B6-DE81-4F46-984C-4DA4DD235E3F}"/>
              </a:ext>
            </a:extLst>
          </p:cNvPr>
          <p:cNvSpPr/>
          <p:nvPr/>
        </p:nvSpPr>
        <p:spPr>
          <a:xfrm>
            <a:off x="6552054" y="2831361"/>
            <a:ext cx="624349" cy="624349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2B1A0F-07B0-47C5-864F-B9526646DA8D}"/>
              </a:ext>
            </a:extLst>
          </p:cNvPr>
          <p:cNvSpPr txBox="1"/>
          <p:nvPr/>
        </p:nvSpPr>
        <p:spPr>
          <a:xfrm>
            <a:off x="7170962" y="2987616"/>
            <a:ext cx="3811189" cy="320368"/>
          </a:xfrm>
          <a:prstGeom prst="rect">
            <a:avLst/>
          </a:prstGeom>
          <a:noFill/>
        </p:spPr>
        <p:txBody>
          <a:bodyPr wrap="non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1600" b="1" dirty="0">
                <a:cs typeface="+mn-ea"/>
                <a:sym typeface="+mn-lt"/>
              </a:rPr>
              <a:t>课程要点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21" name="菱形 20">
            <a:extLst>
              <a:ext uri="{FF2B5EF4-FFF2-40B4-BE49-F238E27FC236}">
                <a16:creationId xmlns:a16="http://schemas.microsoft.com/office/drawing/2014/main" id="{ED7CCD61-A012-4D0F-A50F-B6F44FA83BD4}"/>
              </a:ext>
            </a:extLst>
          </p:cNvPr>
          <p:cNvSpPr/>
          <p:nvPr/>
        </p:nvSpPr>
        <p:spPr>
          <a:xfrm>
            <a:off x="6552054" y="1864333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1A317F-E2EE-4459-91DE-CFC5CB4A2AB6}"/>
              </a:ext>
            </a:extLst>
          </p:cNvPr>
          <p:cNvSpPr txBox="1"/>
          <p:nvPr/>
        </p:nvSpPr>
        <p:spPr>
          <a:xfrm>
            <a:off x="7170962" y="2020588"/>
            <a:ext cx="3811189" cy="320368"/>
          </a:xfrm>
          <a:prstGeom prst="rect">
            <a:avLst/>
          </a:prstGeom>
          <a:noFill/>
        </p:spPr>
        <p:txBody>
          <a:bodyPr wrap="non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1600" b="1" dirty="0">
                <a:cs typeface="+mn-ea"/>
                <a:sym typeface="+mn-lt"/>
              </a:rPr>
              <a:t>课程介绍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93233C05-4827-43E1-AE16-1F569F933831}"/>
              </a:ext>
            </a:extLst>
          </p:cNvPr>
          <p:cNvSpPr/>
          <p:nvPr/>
        </p:nvSpPr>
        <p:spPr>
          <a:xfrm>
            <a:off x="6552054" y="4756331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AB7D439-BB31-4F49-AF45-CC6332E11B0C}"/>
              </a:ext>
            </a:extLst>
          </p:cNvPr>
          <p:cNvSpPr txBox="1"/>
          <p:nvPr/>
        </p:nvSpPr>
        <p:spPr>
          <a:xfrm>
            <a:off x="7176401" y="4927101"/>
            <a:ext cx="3811189" cy="320368"/>
          </a:xfrm>
          <a:prstGeom prst="rect">
            <a:avLst/>
          </a:prstGeom>
          <a:noFill/>
        </p:spPr>
        <p:txBody>
          <a:bodyPr wrap="non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1600" b="1" dirty="0">
                <a:cs typeface="+mn-ea"/>
                <a:sym typeface="+mn-lt"/>
              </a:rPr>
              <a:t>课程总结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F870435-58C5-4E35-B559-6F1124AF2C00}"/>
              </a:ext>
            </a:extLst>
          </p:cNvPr>
          <p:cNvCxnSpPr/>
          <p:nvPr/>
        </p:nvCxnSpPr>
        <p:spPr>
          <a:xfrm>
            <a:off x="7289801" y="2663372"/>
            <a:ext cx="29799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4726C63-54C3-4F94-B440-0B00D2B74671}"/>
              </a:ext>
            </a:extLst>
          </p:cNvPr>
          <p:cNvCxnSpPr/>
          <p:nvPr/>
        </p:nvCxnSpPr>
        <p:spPr>
          <a:xfrm>
            <a:off x="7289801" y="3653972"/>
            <a:ext cx="29799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4726C63-54C3-4F94-B440-0B00D2B74671}"/>
              </a:ext>
            </a:extLst>
          </p:cNvPr>
          <p:cNvCxnSpPr/>
          <p:nvPr/>
        </p:nvCxnSpPr>
        <p:spPr>
          <a:xfrm>
            <a:off x="7294400" y="4611914"/>
            <a:ext cx="29799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79564F3B-5464-4912-983E-3BAA77A12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94478" y="1907754"/>
            <a:ext cx="2240131" cy="154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2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729AE-E317-B89E-9BE3-70DF49F75369}"/>
              </a:ext>
            </a:extLst>
          </p:cNvPr>
          <p:cNvSpPr txBox="1">
            <a:spLocks/>
          </p:cNvSpPr>
          <p:nvPr/>
        </p:nvSpPr>
        <p:spPr>
          <a:xfrm>
            <a:off x="267404" y="339819"/>
            <a:ext cx="10850563" cy="614338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重新定义</a:t>
            </a:r>
            <a:r>
              <a:rPr lang="en-US" altLang="zh-CN"/>
              <a:t>FOAI</a:t>
            </a:r>
            <a:r>
              <a:rPr lang="zh-CN" altLang="en-US"/>
              <a:t>易用性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A476E4-30AA-4502-9F5E-BB99DCC1B2C0}"/>
              </a:ext>
            </a:extLst>
          </p:cNvPr>
          <p:cNvSpPr/>
          <p:nvPr/>
        </p:nvSpPr>
        <p:spPr>
          <a:xfrm>
            <a:off x="807719" y="1105231"/>
            <a:ext cx="10310247" cy="5247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AFCE4F-EF70-14DA-CFF6-D62DC466F790}"/>
              </a:ext>
            </a:extLst>
          </p:cNvPr>
          <p:cNvSpPr/>
          <p:nvPr/>
        </p:nvSpPr>
        <p:spPr>
          <a:xfrm>
            <a:off x="662939" y="1105231"/>
            <a:ext cx="144779" cy="52478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D3C78D-17AD-5779-A773-F0324C7025F0}"/>
              </a:ext>
            </a:extLst>
          </p:cNvPr>
          <p:cNvSpPr txBox="1"/>
          <p:nvPr/>
        </p:nvSpPr>
        <p:spPr>
          <a:xfrm>
            <a:off x="883920" y="1182958"/>
            <a:ext cx="869821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在</a:t>
            </a:r>
            <a:r>
              <a:rPr lang="en-US" altLang="zh-CN" sz="1600" dirty="0">
                <a:latin typeface="+mn-ea"/>
              </a:rPr>
              <a:t>AI Infra</a:t>
            </a:r>
            <a:r>
              <a:rPr lang="zh-CN" altLang="en-US" sz="1600" dirty="0">
                <a:latin typeface="+mn-ea"/>
              </a:rPr>
              <a:t>时代，易用性已从降低系统操作门槛转向系统是否可理解、可控、可托付、可进化。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BDEDAE7-7873-FBAB-A198-4AF16C8D2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69187"/>
              </p:ext>
            </p:extLst>
          </p:nvPr>
        </p:nvGraphicFramePr>
        <p:xfrm>
          <a:off x="662939" y="2163127"/>
          <a:ext cx="5669915" cy="1745935"/>
        </p:xfrm>
        <a:graphic>
          <a:graphicData uri="http://schemas.openxmlformats.org/drawingml/2006/table">
            <a:tbl>
              <a:tblPr/>
              <a:tblGrid>
                <a:gridCol w="2231415">
                  <a:extLst>
                    <a:ext uri="{9D8B030D-6E8A-4147-A177-3AD203B41FA5}">
                      <a16:colId xmlns:a16="http://schemas.microsoft.com/office/drawing/2014/main" val="2797363180"/>
                    </a:ext>
                  </a:extLst>
                </a:gridCol>
                <a:gridCol w="3438500">
                  <a:extLst>
                    <a:ext uri="{9D8B030D-6E8A-4147-A177-3AD203B41FA5}">
                      <a16:colId xmlns:a16="http://schemas.microsoft.com/office/drawing/2014/main" val="1504428840"/>
                    </a:ext>
                  </a:extLst>
                </a:gridCol>
              </a:tblGrid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/>
                        <a:t>过去的关注点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/>
                        <a:t>正在转向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26877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页面操作简单、引导清晰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系统行为可理解、可解释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132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功能全、模块多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意图可表达、决策有依据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986635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看指标、看日志、看告警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给原因、给建议、给动作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435040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固定</a:t>
                      </a:r>
                      <a:r>
                        <a:rPr lang="en-US" sz="1200"/>
                        <a:t>WebUI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GUI · CLI · </a:t>
                      </a:r>
                      <a:r>
                        <a:rPr lang="zh-CN" altLang="en-US" sz="1200" dirty="0"/>
                        <a:t>自然语言 </a:t>
                      </a:r>
                      <a:r>
                        <a:rPr lang="en-US" altLang="zh-CN" sz="1200" dirty="0"/>
                        <a:t>· </a:t>
                      </a:r>
                      <a:r>
                        <a:rPr lang="en-US" sz="1200" dirty="0"/>
                        <a:t>Agent</a:t>
                      </a:r>
                      <a:r>
                        <a:rPr lang="zh-CN" altLang="en-US" sz="1200" dirty="0"/>
                        <a:t>调用统一操作面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69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5C566-F321-B24D-5421-10A2E9D7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F7358-901D-1854-D105-681C68BBE75A}"/>
              </a:ext>
            </a:extLst>
          </p:cNvPr>
          <p:cNvSpPr txBox="1">
            <a:spLocks/>
          </p:cNvSpPr>
          <p:nvPr/>
        </p:nvSpPr>
        <p:spPr>
          <a:xfrm>
            <a:off x="267404" y="339819"/>
            <a:ext cx="10850563" cy="614338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重新定义</a:t>
            </a:r>
            <a:r>
              <a:rPr lang="en-US" altLang="zh-CN"/>
              <a:t>FOAI</a:t>
            </a:r>
            <a:r>
              <a:rPr lang="zh-CN" altLang="en-US"/>
              <a:t>易用性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AAF808-B6C3-BEA6-08B1-6E019AC143C2}"/>
              </a:ext>
            </a:extLst>
          </p:cNvPr>
          <p:cNvSpPr/>
          <p:nvPr/>
        </p:nvSpPr>
        <p:spPr>
          <a:xfrm>
            <a:off x="807719" y="1105231"/>
            <a:ext cx="10310247" cy="5247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E3E465-3065-4657-7D49-C048B297F192}"/>
              </a:ext>
            </a:extLst>
          </p:cNvPr>
          <p:cNvSpPr/>
          <p:nvPr/>
        </p:nvSpPr>
        <p:spPr>
          <a:xfrm>
            <a:off x="662939" y="1105231"/>
            <a:ext cx="144779" cy="52478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8A1E9-EC93-0462-F413-B400B75E9C1A}"/>
              </a:ext>
            </a:extLst>
          </p:cNvPr>
          <p:cNvSpPr txBox="1"/>
          <p:nvPr/>
        </p:nvSpPr>
        <p:spPr>
          <a:xfrm>
            <a:off x="883920" y="1182958"/>
            <a:ext cx="869821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在</a:t>
            </a:r>
            <a:r>
              <a:rPr lang="en-US" altLang="zh-CN" sz="1600" dirty="0">
                <a:latin typeface="+mn-ea"/>
              </a:rPr>
              <a:t>AI Infra</a:t>
            </a:r>
            <a:r>
              <a:rPr lang="zh-CN" altLang="en-US" sz="1600" dirty="0">
                <a:latin typeface="+mn-ea"/>
              </a:rPr>
              <a:t>时代，易用性已从降低系统操作门槛转向系统是否可理解、可控、可托付、可进化。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74C929B-BF50-2CDB-3D08-652B24308E82}"/>
              </a:ext>
            </a:extLst>
          </p:cNvPr>
          <p:cNvGraphicFramePr>
            <a:graphicFrameLocks noGrp="1"/>
          </p:cNvGraphicFramePr>
          <p:nvPr/>
        </p:nvGraphicFramePr>
        <p:xfrm>
          <a:off x="662939" y="2163127"/>
          <a:ext cx="5669915" cy="1745935"/>
        </p:xfrm>
        <a:graphic>
          <a:graphicData uri="http://schemas.openxmlformats.org/drawingml/2006/table">
            <a:tbl>
              <a:tblPr/>
              <a:tblGrid>
                <a:gridCol w="2231415">
                  <a:extLst>
                    <a:ext uri="{9D8B030D-6E8A-4147-A177-3AD203B41FA5}">
                      <a16:colId xmlns:a16="http://schemas.microsoft.com/office/drawing/2014/main" val="2797363180"/>
                    </a:ext>
                  </a:extLst>
                </a:gridCol>
                <a:gridCol w="3438500">
                  <a:extLst>
                    <a:ext uri="{9D8B030D-6E8A-4147-A177-3AD203B41FA5}">
                      <a16:colId xmlns:a16="http://schemas.microsoft.com/office/drawing/2014/main" val="1504428840"/>
                    </a:ext>
                  </a:extLst>
                </a:gridCol>
              </a:tblGrid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/>
                        <a:t>过去的关注点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/>
                        <a:t>正在转向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26877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页面操作简单、引导清晰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系统行为可理解、可解释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132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功能全、模块多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意图可表达、决策有依据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986635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看指标、看日志、看告警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给原因、给建议、给动作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435040"/>
                  </a:ext>
                </a:extLst>
              </a:tr>
              <a:tr h="34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固定</a:t>
                      </a:r>
                      <a:r>
                        <a:rPr lang="en-US" sz="1200"/>
                        <a:t>WebUI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GUI · CLI · </a:t>
                      </a:r>
                      <a:r>
                        <a:rPr lang="zh-CN" altLang="en-US" sz="1200" dirty="0"/>
                        <a:t>自然语言 </a:t>
                      </a:r>
                      <a:r>
                        <a:rPr lang="en-US" altLang="zh-CN" sz="1200" dirty="0"/>
                        <a:t>· </a:t>
                      </a:r>
                      <a:r>
                        <a:rPr lang="en-US" sz="1200" dirty="0"/>
                        <a:t>Agent</a:t>
                      </a:r>
                      <a:r>
                        <a:rPr lang="zh-CN" altLang="en-US" sz="1200" dirty="0"/>
                        <a:t>调用统一操作面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69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01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6B773-E000-FA01-9A0B-785CCEB7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C68F0-3107-0BEE-FF8A-1F72FEA0854B}"/>
              </a:ext>
            </a:extLst>
          </p:cNvPr>
          <p:cNvSpPr txBox="1">
            <a:spLocks/>
          </p:cNvSpPr>
          <p:nvPr/>
        </p:nvSpPr>
        <p:spPr>
          <a:xfrm>
            <a:off x="267404" y="339819"/>
            <a:ext cx="10850563" cy="614338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FOAI</a:t>
            </a:r>
            <a:r>
              <a:rPr lang="zh-CN" altLang="en-US" dirty="0"/>
              <a:t>易用性三层演进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9FBC06-93B7-34F8-39DF-23D98088DD17}"/>
              </a:ext>
            </a:extLst>
          </p:cNvPr>
          <p:cNvSpPr txBox="1"/>
          <p:nvPr/>
        </p:nvSpPr>
        <p:spPr>
          <a:xfrm>
            <a:off x="1520188" y="6024133"/>
            <a:ext cx="664081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当前，</a:t>
            </a:r>
            <a:r>
              <a:rPr lang="en-US" altLang="zh-CN" sz="1400" dirty="0"/>
              <a:t>FOAI</a:t>
            </a:r>
            <a:r>
              <a:rPr lang="zh-CN" altLang="en-US" sz="1400" dirty="0"/>
              <a:t>还正处于</a:t>
            </a:r>
            <a:r>
              <a:rPr lang="en-US" altLang="zh-CN" sz="1400" dirty="0"/>
              <a:t>L1</a:t>
            </a:r>
            <a:r>
              <a:rPr lang="zh-CN" altLang="en-US" sz="1400" dirty="0"/>
              <a:t>到</a:t>
            </a:r>
            <a:r>
              <a:rPr lang="en-US" altLang="zh-CN" sz="1400" dirty="0"/>
              <a:t>L2</a:t>
            </a:r>
            <a:r>
              <a:rPr lang="zh-CN" altLang="en-US" sz="1400" dirty="0"/>
              <a:t>的过渡期。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D34FCD-9E9F-0F80-C828-C3C91599C0AF}"/>
              </a:ext>
            </a:extLst>
          </p:cNvPr>
          <p:cNvSpPr/>
          <p:nvPr/>
        </p:nvSpPr>
        <p:spPr>
          <a:xfrm>
            <a:off x="691675" y="1208320"/>
            <a:ext cx="559750" cy="13432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BB398A-21DB-3D7E-5BAE-2CAD5AC0F93F}"/>
              </a:ext>
            </a:extLst>
          </p:cNvPr>
          <p:cNvSpPr txBox="1"/>
          <p:nvPr/>
        </p:nvSpPr>
        <p:spPr>
          <a:xfrm>
            <a:off x="752867" y="1710689"/>
            <a:ext cx="45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L1</a:t>
            </a:r>
            <a:endParaRPr lang="zh-CN" altLang="en-US" sz="16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A4A9F-7477-D072-8654-71DE34D99E45}"/>
              </a:ext>
            </a:extLst>
          </p:cNvPr>
          <p:cNvSpPr/>
          <p:nvPr/>
        </p:nvSpPr>
        <p:spPr>
          <a:xfrm>
            <a:off x="1520189" y="1208320"/>
            <a:ext cx="9353550" cy="13432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64BE86-4B77-E0B3-5FE6-38C17B59B0DB}"/>
              </a:ext>
            </a:extLst>
          </p:cNvPr>
          <p:cNvSpPr txBox="1"/>
          <p:nvPr/>
        </p:nvSpPr>
        <p:spPr>
          <a:xfrm>
            <a:off x="1730060" y="1356747"/>
            <a:ext cx="873187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可操作（</a:t>
            </a:r>
            <a:r>
              <a:rPr lang="en-US" altLang="zh-CN" sz="1600" b="1" dirty="0"/>
              <a:t>Operable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流程可走通，核心功能覆盖完整，但依赖用户主动查文档、试错调参、基于日志、监控等分析定位问题。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状态：已基本完成，存在局部短板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4FA726-1E22-471A-DD54-2CCE65ECAE70}"/>
              </a:ext>
            </a:extLst>
          </p:cNvPr>
          <p:cNvSpPr/>
          <p:nvPr/>
        </p:nvSpPr>
        <p:spPr>
          <a:xfrm>
            <a:off x="1520189" y="2872118"/>
            <a:ext cx="9353550" cy="13432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1BBB3-B917-C55F-3960-54B21F90461D}"/>
              </a:ext>
            </a:extLst>
          </p:cNvPr>
          <p:cNvSpPr txBox="1"/>
          <p:nvPr/>
        </p:nvSpPr>
        <p:spPr>
          <a:xfrm>
            <a:off x="1730060" y="3020545"/>
            <a:ext cx="873187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可理解（</a:t>
            </a:r>
            <a:r>
              <a:rPr lang="en-US" altLang="zh-CN" sz="1600" b="1" dirty="0"/>
              <a:t>Understandable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系统主动透出状态、归因根因、引导决策，用户不需要猜，平台主动说话帮助用户决策，复杂性被吸收。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状态：</a:t>
            </a:r>
            <a:r>
              <a:rPr lang="en-US" altLang="zh-CN" sz="1400" dirty="0"/>
              <a:t>26</a:t>
            </a:r>
            <a:r>
              <a:rPr lang="zh-CN" altLang="en-US" sz="1400" dirty="0"/>
              <a:t>已规划部分需求正在该方向努力，如智能端到端推理拓扑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A51B7B-8753-8EF9-0D2E-DEE6EBAE78A1}"/>
              </a:ext>
            </a:extLst>
          </p:cNvPr>
          <p:cNvSpPr/>
          <p:nvPr/>
        </p:nvSpPr>
        <p:spPr>
          <a:xfrm>
            <a:off x="1520188" y="4514224"/>
            <a:ext cx="9353549" cy="13432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D29CA2D-2291-3174-3497-4F48AF826566}"/>
              </a:ext>
            </a:extLst>
          </p:cNvPr>
          <p:cNvSpPr txBox="1"/>
          <p:nvPr/>
        </p:nvSpPr>
        <p:spPr>
          <a:xfrm>
            <a:off x="1730060" y="4662651"/>
            <a:ext cx="927048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意图驱动（</a:t>
            </a:r>
            <a:r>
              <a:rPr lang="en-US" altLang="zh-CN" sz="1600" b="1" dirty="0"/>
              <a:t>Intent-Driven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用户只需描述目标，平台自动推导配置、自愈异常、故障闭环、沉淀经验，用户业务可托付，平台智能可进化。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400" dirty="0"/>
              <a:t>状态：</a:t>
            </a:r>
            <a:r>
              <a:rPr lang="en-US" altLang="zh-CN" sz="1400" dirty="0"/>
              <a:t>/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1FBA63-8B3D-73F7-FF81-1D86446F1FEC}"/>
              </a:ext>
            </a:extLst>
          </p:cNvPr>
          <p:cNvSpPr/>
          <p:nvPr/>
        </p:nvSpPr>
        <p:spPr>
          <a:xfrm>
            <a:off x="685800" y="4514224"/>
            <a:ext cx="559750" cy="13432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401DC0-1CDD-0C54-4D1B-29B5A1163C56}"/>
              </a:ext>
            </a:extLst>
          </p:cNvPr>
          <p:cNvSpPr txBox="1"/>
          <p:nvPr/>
        </p:nvSpPr>
        <p:spPr>
          <a:xfrm>
            <a:off x="746992" y="5043262"/>
            <a:ext cx="45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L3</a:t>
            </a:r>
            <a:endParaRPr lang="zh-CN" altLang="en-US" sz="16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321DF9-9413-37D1-665B-3E94B6381F96}"/>
              </a:ext>
            </a:extLst>
          </p:cNvPr>
          <p:cNvSpPr/>
          <p:nvPr/>
        </p:nvSpPr>
        <p:spPr>
          <a:xfrm>
            <a:off x="685800" y="2877094"/>
            <a:ext cx="559750" cy="13432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E1F616-961B-1456-674A-38DAA4751675}"/>
              </a:ext>
            </a:extLst>
          </p:cNvPr>
          <p:cNvSpPr txBox="1"/>
          <p:nvPr/>
        </p:nvSpPr>
        <p:spPr>
          <a:xfrm>
            <a:off x="746992" y="3379463"/>
            <a:ext cx="45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L2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00045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712FD-8840-4E8C-A764-09A14B80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55" y="236452"/>
            <a:ext cx="10850563" cy="637028"/>
          </a:xfrm>
        </p:spPr>
        <p:txBody>
          <a:bodyPr/>
          <a:lstStyle/>
          <a:p>
            <a:r>
              <a:rPr lang="zh-CN" altLang="en-US" dirty="0"/>
              <a:t>重新定义</a:t>
            </a:r>
            <a:r>
              <a:rPr lang="en-US" altLang="zh-CN" dirty="0"/>
              <a:t>FOAI</a:t>
            </a:r>
            <a:r>
              <a:rPr lang="zh-CN" altLang="en-US" dirty="0"/>
              <a:t>易用性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BB5F98-F596-4AE9-A8CD-4535A63A5384}"/>
              </a:ext>
            </a:extLst>
          </p:cNvPr>
          <p:cNvSpPr/>
          <p:nvPr/>
        </p:nvSpPr>
        <p:spPr>
          <a:xfrm>
            <a:off x="5172250" y="1188749"/>
            <a:ext cx="5880919" cy="20102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15" name="组合 1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A45FA979-70FC-4650-9AD3-7E2C507C7099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803433" y="1161775"/>
            <a:ext cx="4100044" cy="5094099"/>
            <a:chOff x="4129088" y="896938"/>
            <a:chExt cx="3679825" cy="4572000"/>
          </a:xfrm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D806DBBA-1157-481F-AE0D-3EA67BFF8FA8}"/>
                </a:ext>
              </a:extLst>
            </p:cNvPr>
            <p:cNvSpPr/>
            <p:nvPr/>
          </p:nvSpPr>
          <p:spPr bwMode="auto">
            <a:xfrm>
              <a:off x="5578475" y="1506538"/>
              <a:ext cx="869950" cy="1292225"/>
            </a:xfrm>
            <a:custGeom>
              <a:avLst/>
              <a:gdLst>
                <a:gd name="T0" fmla="*/ 96 w 168"/>
                <a:gd name="T1" fmla="*/ 250 h 250"/>
                <a:gd name="T2" fmla="*/ 87 w 168"/>
                <a:gd name="T3" fmla="*/ 33 h 250"/>
                <a:gd name="T4" fmla="*/ 159 w 168"/>
                <a:gd name="T5" fmla="*/ 245 h 250"/>
                <a:gd name="T6" fmla="*/ 96 w 168"/>
                <a:gd name="T7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8" h="250">
                  <a:moveTo>
                    <a:pt x="96" y="250"/>
                  </a:moveTo>
                  <a:cubicBezTo>
                    <a:pt x="27" y="192"/>
                    <a:pt x="0" y="0"/>
                    <a:pt x="87" y="33"/>
                  </a:cubicBezTo>
                  <a:cubicBezTo>
                    <a:pt x="168" y="63"/>
                    <a:pt x="56" y="209"/>
                    <a:pt x="159" y="245"/>
                  </a:cubicBezTo>
                  <a:cubicBezTo>
                    <a:pt x="96" y="250"/>
                    <a:pt x="96" y="250"/>
                    <a:pt x="96" y="250"/>
                  </a:cubicBezTo>
                </a:path>
              </a:pathLst>
            </a:custGeom>
            <a:solidFill>
              <a:srgbClr val="7A4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5077BA5C-FCB1-4DB0-9E98-B82C130D41F1}"/>
                </a:ext>
              </a:extLst>
            </p:cNvPr>
            <p:cNvSpPr/>
            <p:nvPr/>
          </p:nvSpPr>
          <p:spPr bwMode="auto">
            <a:xfrm>
              <a:off x="5933100" y="1681768"/>
              <a:ext cx="520088" cy="1318609"/>
            </a:xfrm>
            <a:custGeom>
              <a:avLst/>
              <a:gdLst>
                <a:gd name="connsiteX0" fmla="*/ 106394 w 520088"/>
                <a:gd name="connsiteY0" fmla="*/ 0 h 1318609"/>
                <a:gd name="connsiteX1" fmla="*/ 123370 w 520088"/>
                <a:gd name="connsiteY1" fmla="*/ 6913 h 1318609"/>
                <a:gd name="connsiteX2" fmla="*/ 114564 w 520088"/>
                <a:gd name="connsiteY2" fmla="*/ 16582 h 1318609"/>
                <a:gd name="connsiteX3" fmla="*/ 43781 w 520088"/>
                <a:gd name="connsiteY3" fmla="*/ 548873 h 1318609"/>
                <a:gd name="connsiteX4" fmla="*/ 520088 w 520088"/>
                <a:gd name="connsiteY4" fmla="*/ 1303111 h 1318609"/>
                <a:gd name="connsiteX5" fmla="*/ 504556 w 520088"/>
                <a:gd name="connsiteY5" fmla="*/ 1318609 h 1318609"/>
                <a:gd name="connsiteX6" fmla="*/ 23072 w 520088"/>
                <a:gd name="connsiteY6" fmla="*/ 548873 h 1318609"/>
                <a:gd name="connsiteX7" fmla="*/ 105483 w 520088"/>
                <a:gd name="connsiteY7" fmla="*/ 993 h 1318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0088" h="1318609">
                  <a:moveTo>
                    <a:pt x="106394" y="0"/>
                  </a:moveTo>
                  <a:lnTo>
                    <a:pt x="123370" y="6913"/>
                  </a:lnTo>
                  <a:lnTo>
                    <a:pt x="114564" y="16582"/>
                  </a:lnTo>
                  <a:cubicBezTo>
                    <a:pt x="15468" y="146086"/>
                    <a:pt x="-4756" y="297030"/>
                    <a:pt x="43781" y="548873"/>
                  </a:cubicBezTo>
                  <a:cubicBezTo>
                    <a:pt x="121440" y="956988"/>
                    <a:pt x="514911" y="1303111"/>
                    <a:pt x="520088" y="1303111"/>
                  </a:cubicBezTo>
                  <a:cubicBezTo>
                    <a:pt x="504556" y="1318609"/>
                    <a:pt x="504556" y="1318609"/>
                    <a:pt x="504556" y="1318609"/>
                  </a:cubicBezTo>
                  <a:cubicBezTo>
                    <a:pt x="504556" y="1313443"/>
                    <a:pt x="100731" y="962154"/>
                    <a:pt x="23072" y="548873"/>
                  </a:cubicBezTo>
                  <a:cubicBezTo>
                    <a:pt x="-25465" y="290572"/>
                    <a:pt x="2849" y="133170"/>
                    <a:pt x="105483" y="993"/>
                  </a:cubicBez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8C70284A-3D96-4343-9683-70D5E7CD1895}"/>
                </a:ext>
              </a:extLst>
            </p:cNvPr>
            <p:cNvSpPr/>
            <p:nvPr/>
          </p:nvSpPr>
          <p:spPr bwMode="auto">
            <a:xfrm>
              <a:off x="5761068" y="1800093"/>
              <a:ext cx="190471" cy="166820"/>
            </a:xfrm>
            <a:custGeom>
              <a:avLst/>
              <a:gdLst>
                <a:gd name="connsiteX0" fmla="*/ 6574 w 190471"/>
                <a:gd name="connsiteY0" fmla="*/ 0 h 166820"/>
                <a:gd name="connsiteX1" fmla="*/ 22593 w 190471"/>
                <a:gd name="connsiteY1" fmla="*/ 26872 h 166820"/>
                <a:gd name="connsiteX2" fmla="*/ 190471 w 190471"/>
                <a:gd name="connsiteY2" fmla="*/ 151342 h 166820"/>
                <a:gd name="connsiteX3" fmla="*/ 180060 w 190471"/>
                <a:gd name="connsiteY3" fmla="*/ 166820 h 166820"/>
                <a:gd name="connsiteX4" fmla="*/ 5024 w 190471"/>
                <a:gd name="connsiteY4" fmla="*/ 37191 h 166820"/>
                <a:gd name="connsiteX5" fmla="*/ 0 w 190471"/>
                <a:gd name="connsiteY5" fmla="*/ 28660 h 16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471" h="166820">
                  <a:moveTo>
                    <a:pt x="6574" y="0"/>
                  </a:moveTo>
                  <a:lnTo>
                    <a:pt x="22593" y="26872"/>
                  </a:lnTo>
                  <a:cubicBezTo>
                    <a:pt x="51223" y="64922"/>
                    <a:pt x="101977" y="112647"/>
                    <a:pt x="190471" y="151342"/>
                  </a:cubicBezTo>
                  <a:lnTo>
                    <a:pt x="180060" y="166820"/>
                  </a:lnTo>
                  <a:cubicBezTo>
                    <a:pt x="86361" y="125545"/>
                    <a:pt x="34305" y="76531"/>
                    <a:pt x="5024" y="37191"/>
                  </a:cubicBezTo>
                  <a:lnTo>
                    <a:pt x="0" y="28660"/>
                  </a:ln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2527E1AB-EBC6-4CF0-A7D1-73C471C1A95E}"/>
                </a:ext>
              </a:extLst>
            </p:cNvPr>
            <p:cNvSpPr/>
            <p:nvPr/>
          </p:nvSpPr>
          <p:spPr bwMode="auto">
            <a:xfrm>
              <a:off x="5972175" y="2101850"/>
              <a:ext cx="238125" cy="153988"/>
            </a:xfrm>
            <a:custGeom>
              <a:avLst/>
              <a:gdLst>
                <a:gd name="T0" fmla="*/ 0 w 46"/>
                <a:gd name="T1" fmla="*/ 30 h 30"/>
                <a:gd name="T2" fmla="*/ 0 w 46"/>
                <a:gd name="T3" fmla="*/ 27 h 30"/>
                <a:gd name="T4" fmla="*/ 44 w 46"/>
                <a:gd name="T5" fmla="*/ 0 h 30"/>
                <a:gd name="T6" fmla="*/ 46 w 46"/>
                <a:gd name="T7" fmla="*/ 3 h 30"/>
                <a:gd name="T8" fmla="*/ 0 w 4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0">
                  <a:moveTo>
                    <a:pt x="0" y="3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2" y="24"/>
                    <a:pt x="43" y="1"/>
                    <a:pt x="44" y="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4"/>
                    <a:pt x="24" y="27"/>
                    <a:pt x="0" y="30"/>
                  </a:cubicBez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A41377EC-23E8-4451-87D2-07827C7257EE}"/>
                </a:ext>
              </a:extLst>
            </p:cNvPr>
            <p:cNvSpPr/>
            <p:nvPr/>
          </p:nvSpPr>
          <p:spPr bwMode="auto">
            <a:xfrm>
              <a:off x="5813009" y="2351362"/>
              <a:ext cx="225842" cy="110851"/>
            </a:xfrm>
            <a:custGeom>
              <a:avLst/>
              <a:gdLst>
                <a:gd name="connsiteX0" fmla="*/ 0 w 225842"/>
                <a:gd name="connsiteY0" fmla="*/ 0 h 110851"/>
                <a:gd name="connsiteX1" fmla="*/ 37057 w 225842"/>
                <a:gd name="connsiteY1" fmla="*/ 23653 h 110851"/>
                <a:gd name="connsiteX2" fmla="*/ 225842 w 225842"/>
                <a:gd name="connsiteY2" fmla="*/ 90277 h 110851"/>
                <a:gd name="connsiteX3" fmla="*/ 225842 w 225842"/>
                <a:gd name="connsiteY3" fmla="*/ 110851 h 110851"/>
                <a:gd name="connsiteX4" fmla="*/ 25895 w 225842"/>
                <a:gd name="connsiteY4" fmla="*/ 39646 h 110851"/>
                <a:gd name="connsiteX5" fmla="*/ 8365 w 225842"/>
                <a:gd name="connsiteY5" fmla="*/ 28251 h 110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5842" h="110851">
                  <a:moveTo>
                    <a:pt x="0" y="0"/>
                  </a:moveTo>
                  <a:lnTo>
                    <a:pt x="37057" y="23653"/>
                  </a:lnTo>
                  <a:cubicBezTo>
                    <a:pt x="84132" y="48808"/>
                    <a:pt x="145604" y="72275"/>
                    <a:pt x="225842" y="90277"/>
                  </a:cubicBezTo>
                  <a:lnTo>
                    <a:pt x="225842" y="110851"/>
                  </a:lnTo>
                  <a:cubicBezTo>
                    <a:pt x="140428" y="91563"/>
                    <a:pt x="75396" y="66488"/>
                    <a:pt x="25895" y="39646"/>
                  </a:cubicBezTo>
                  <a:lnTo>
                    <a:pt x="8365" y="28251"/>
                  </a:ln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AB309362-EF67-4009-B947-6721BB04C3A0}"/>
                </a:ext>
              </a:extLst>
            </p:cNvPr>
            <p:cNvSpPr/>
            <p:nvPr/>
          </p:nvSpPr>
          <p:spPr bwMode="auto">
            <a:xfrm>
              <a:off x="5832475" y="896938"/>
              <a:ext cx="1577975" cy="2547938"/>
            </a:xfrm>
            <a:custGeom>
              <a:avLst/>
              <a:gdLst>
                <a:gd name="T0" fmla="*/ 82 w 305"/>
                <a:gd name="T1" fmla="*/ 466 h 493"/>
                <a:gd name="T2" fmla="*/ 189 w 305"/>
                <a:gd name="T3" fmla="*/ 103 h 493"/>
                <a:gd name="T4" fmla="*/ 188 w 305"/>
                <a:gd name="T5" fmla="*/ 493 h 493"/>
                <a:gd name="T6" fmla="*/ 82 w 305"/>
                <a:gd name="T7" fmla="*/ 466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5" h="493">
                  <a:moveTo>
                    <a:pt x="82" y="466"/>
                  </a:moveTo>
                  <a:cubicBezTo>
                    <a:pt x="0" y="332"/>
                    <a:pt x="63" y="0"/>
                    <a:pt x="189" y="103"/>
                  </a:cubicBezTo>
                  <a:cubicBezTo>
                    <a:pt x="305" y="199"/>
                    <a:pt x="38" y="377"/>
                    <a:pt x="188" y="493"/>
                  </a:cubicBezTo>
                  <a:cubicBezTo>
                    <a:pt x="82" y="466"/>
                    <a:pt x="82" y="466"/>
                    <a:pt x="82" y="466"/>
                  </a:cubicBezTo>
                </a:path>
              </a:pathLst>
            </a:custGeom>
            <a:solidFill>
              <a:srgbClr val="CA5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0521B3AE-3B52-43FF-A9A9-6C6F98B809FC}"/>
                </a:ext>
              </a:extLst>
            </p:cNvPr>
            <p:cNvSpPr/>
            <p:nvPr/>
          </p:nvSpPr>
          <p:spPr bwMode="auto">
            <a:xfrm>
              <a:off x="6365344" y="1439605"/>
              <a:ext cx="485579" cy="2402147"/>
            </a:xfrm>
            <a:custGeom>
              <a:avLst/>
              <a:gdLst>
                <a:gd name="connsiteX0" fmla="*/ 459838 w 485579"/>
                <a:gd name="connsiteY0" fmla="*/ 0 h 2402147"/>
                <a:gd name="connsiteX1" fmla="*/ 485579 w 485579"/>
                <a:gd name="connsiteY1" fmla="*/ 23292 h 2402147"/>
                <a:gd name="connsiteX2" fmla="*/ 464735 w 485579"/>
                <a:gd name="connsiteY2" fmla="*/ 36008 h 2402147"/>
                <a:gd name="connsiteX3" fmla="*/ 46208 w 485579"/>
                <a:gd name="connsiteY3" fmla="*/ 867956 h 2402147"/>
                <a:gd name="connsiteX4" fmla="*/ 408527 w 485579"/>
                <a:gd name="connsiteY4" fmla="*/ 2381485 h 2402147"/>
                <a:gd name="connsiteX5" fmla="*/ 377471 w 485579"/>
                <a:gd name="connsiteY5" fmla="*/ 2402147 h 2402147"/>
                <a:gd name="connsiteX6" fmla="*/ 15152 w 485579"/>
                <a:gd name="connsiteY6" fmla="*/ 862791 h 2402147"/>
                <a:gd name="connsiteX7" fmla="*/ 452382 w 485579"/>
                <a:gd name="connsiteY7" fmla="*/ 4106 h 2402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579" h="2402147">
                  <a:moveTo>
                    <a:pt x="459838" y="0"/>
                  </a:moveTo>
                  <a:lnTo>
                    <a:pt x="485579" y="23292"/>
                  </a:lnTo>
                  <a:lnTo>
                    <a:pt x="464735" y="36008"/>
                  </a:lnTo>
                  <a:cubicBezTo>
                    <a:pt x="230198" y="193600"/>
                    <a:pt x="110908" y="428878"/>
                    <a:pt x="46208" y="867956"/>
                  </a:cubicBezTo>
                  <a:cubicBezTo>
                    <a:pt x="-52136" y="1585978"/>
                    <a:pt x="403351" y="2376319"/>
                    <a:pt x="408527" y="2381485"/>
                  </a:cubicBezTo>
                  <a:lnTo>
                    <a:pt x="377471" y="2402147"/>
                  </a:lnTo>
                  <a:cubicBezTo>
                    <a:pt x="372295" y="2391816"/>
                    <a:pt x="-88368" y="1591144"/>
                    <a:pt x="15152" y="862791"/>
                  </a:cubicBezTo>
                  <a:cubicBezTo>
                    <a:pt x="79852" y="407570"/>
                    <a:pt x="211274" y="164220"/>
                    <a:pt x="452382" y="4106"/>
                  </a:cubicBez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BE69832E-547B-4BC6-926A-978549AD43A2}"/>
                </a:ext>
              </a:extLst>
            </p:cNvPr>
            <p:cNvSpPr/>
            <p:nvPr/>
          </p:nvSpPr>
          <p:spPr bwMode="auto">
            <a:xfrm>
              <a:off x="6279179" y="1487610"/>
              <a:ext cx="240684" cy="376116"/>
            </a:xfrm>
            <a:custGeom>
              <a:avLst/>
              <a:gdLst>
                <a:gd name="connsiteX0" fmla="*/ 24489 w 240684"/>
                <a:gd name="connsiteY0" fmla="*/ 0 h 376116"/>
                <a:gd name="connsiteX1" fmla="*/ 38249 w 240684"/>
                <a:gd name="connsiteY1" fmla="*/ 52527 h 376116"/>
                <a:gd name="connsiteX2" fmla="*/ 240684 w 240684"/>
                <a:gd name="connsiteY2" fmla="*/ 350229 h 376116"/>
                <a:gd name="connsiteX3" fmla="*/ 219988 w 240684"/>
                <a:gd name="connsiteY3" fmla="*/ 376116 h 376116"/>
                <a:gd name="connsiteX4" fmla="*/ 6557 w 240684"/>
                <a:gd name="connsiteY4" fmla="*/ 60941 h 376116"/>
                <a:gd name="connsiteX5" fmla="*/ 0 w 240684"/>
                <a:gd name="connsiteY5" fmla="*/ 34659 h 37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684" h="376116">
                  <a:moveTo>
                    <a:pt x="24489" y="0"/>
                  </a:moveTo>
                  <a:lnTo>
                    <a:pt x="38249" y="52527"/>
                  </a:lnTo>
                  <a:cubicBezTo>
                    <a:pt x="63472" y="130189"/>
                    <a:pt x="119094" y="236326"/>
                    <a:pt x="240684" y="350229"/>
                  </a:cubicBezTo>
                  <a:lnTo>
                    <a:pt x="219988" y="376116"/>
                  </a:lnTo>
                  <a:cubicBezTo>
                    <a:pt x="90636" y="254447"/>
                    <a:pt x="32428" y="143132"/>
                    <a:pt x="6557" y="60941"/>
                  </a:cubicBezTo>
                  <a:lnTo>
                    <a:pt x="0" y="34659"/>
                  </a:ln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436EBE4E-E20B-4FB1-AC61-2A41206C6350}"/>
                </a:ext>
              </a:extLst>
            </p:cNvPr>
            <p:cNvSpPr/>
            <p:nvPr/>
          </p:nvSpPr>
          <p:spPr bwMode="auto">
            <a:xfrm>
              <a:off x="6391276" y="2235148"/>
              <a:ext cx="434401" cy="131663"/>
            </a:xfrm>
            <a:custGeom>
              <a:avLst/>
              <a:gdLst>
                <a:gd name="connsiteX0" fmla="*/ 434401 w 434401"/>
                <a:gd name="connsiteY0" fmla="*/ 0 h 131663"/>
                <a:gd name="connsiteX1" fmla="*/ 407370 w 434401"/>
                <a:gd name="connsiteY1" fmla="*/ 51164 h 131663"/>
                <a:gd name="connsiteX2" fmla="*/ 310470 w 434401"/>
                <a:gd name="connsiteY2" fmla="*/ 90038 h 131663"/>
                <a:gd name="connsiteX3" fmla="*/ 0 w 434401"/>
                <a:gd name="connsiteY3" fmla="*/ 124064 h 131663"/>
                <a:gd name="connsiteX4" fmla="*/ 5164 w 434401"/>
                <a:gd name="connsiteY4" fmla="*/ 88112 h 131663"/>
                <a:gd name="connsiteX5" fmla="*/ 410356 w 434401"/>
                <a:gd name="connsiteY5" fmla="*/ 11553 h 13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401" h="131663">
                  <a:moveTo>
                    <a:pt x="434401" y="0"/>
                  </a:moveTo>
                  <a:lnTo>
                    <a:pt x="407370" y="51164"/>
                  </a:lnTo>
                  <a:lnTo>
                    <a:pt x="310470" y="90038"/>
                  </a:lnTo>
                  <a:cubicBezTo>
                    <a:pt x="220750" y="120212"/>
                    <a:pt x="105857" y="144608"/>
                    <a:pt x="0" y="124064"/>
                  </a:cubicBezTo>
                  <a:cubicBezTo>
                    <a:pt x="5164" y="88112"/>
                    <a:pt x="5164" y="88112"/>
                    <a:pt x="5164" y="88112"/>
                  </a:cubicBezTo>
                  <a:cubicBezTo>
                    <a:pt x="156203" y="118928"/>
                    <a:pt x="330479" y="48628"/>
                    <a:pt x="410356" y="11553"/>
                  </a:cubicBezTo>
                  <a:close/>
                </a:path>
              </a:pathLst>
            </a:custGeom>
            <a:solidFill>
              <a:srgbClr val="72D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B7F2D836-4FC9-4D4C-AFBF-9F879F9A9EFD}"/>
                </a:ext>
              </a:extLst>
            </p:cNvPr>
            <p:cNvSpPr/>
            <p:nvPr/>
          </p:nvSpPr>
          <p:spPr bwMode="auto">
            <a:xfrm>
              <a:off x="4129088" y="3619500"/>
              <a:ext cx="3322638" cy="1663700"/>
            </a:xfrm>
            <a:custGeom>
              <a:avLst/>
              <a:gdLst>
                <a:gd name="T0" fmla="*/ 454 w 642"/>
                <a:gd name="T1" fmla="*/ 151 h 322"/>
                <a:gd name="T2" fmla="*/ 467 w 642"/>
                <a:gd name="T3" fmla="*/ 177 h 322"/>
                <a:gd name="T4" fmla="*/ 455 w 642"/>
                <a:gd name="T5" fmla="*/ 151 h 322"/>
                <a:gd name="T6" fmla="*/ 616 w 642"/>
                <a:gd name="T7" fmla="*/ 89 h 322"/>
                <a:gd name="T8" fmla="*/ 635 w 642"/>
                <a:gd name="T9" fmla="*/ 94 h 322"/>
                <a:gd name="T10" fmla="*/ 639 w 642"/>
                <a:gd name="T11" fmla="*/ 76 h 322"/>
                <a:gd name="T12" fmla="*/ 598 w 642"/>
                <a:gd name="T13" fmla="*/ 52 h 322"/>
                <a:gd name="T14" fmla="*/ 598 w 642"/>
                <a:gd name="T15" fmla="*/ 51 h 322"/>
                <a:gd name="T16" fmla="*/ 243 w 642"/>
                <a:gd name="T17" fmla="*/ 138 h 322"/>
                <a:gd name="T18" fmla="*/ 231 w 642"/>
                <a:gd name="T19" fmla="*/ 138 h 322"/>
                <a:gd name="T20" fmla="*/ 6 w 642"/>
                <a:gd name="T21" fmla="*/ 169 h 322"/>
                <a:gd name="T22" fmla="*/ 0 w 642"/>
                <a:gd name="T23" fmla="*/ 180 h 322"/>
                <a:gd name="T24" fmla="*/ 5 w 642"/>
                <a:gd name="T25" fmla="*/ 190 h 322"/>
                <a:gd name="T26" fmla="*/ 231 w 642"/>
                <a:gd name="T27" fmla="*/ 320 h 322"/>
                <a:gd name="T28" fmla="*/ 243 w 642"/>
                <a:gd name="T29" fmla="*/ 320 h 322"/>
                <a:gd name="T30" fmla="*/ 386 w 642"/>
                <a:gd name="T31" fmla="*/ 223 h 322"/>
                <a:gd name="T32" fmla="*/ 385 w 642"/>
                <a:gd name="T33" fmla="*/ 223 h 322"/>
                <a:gd name="T34" fmla="*/ 385 w 642"/>
                <a:gd name="T35" fmla="*/ 223 h 322"/>
                <a:gd name="T36" fmla="*/ 385 w 642"/>
                <a:gd name="T37" fmla="*/ 222 h 322"/>
                <a:gd name="T38" fmla="*/ 385 w 642"/>
                <a:gd name="T39" fmla="*/ 222 h 322"/>
                <a:gd name="T40" fmla="*/ 383 w 642"/>
                <a:gd name="T41" fmla="*/ 220 h 322"/>
                <a:gd name="T42" fmla="*/ 382 w 642"/>
                <a:gd name="T43" fmla="*/ 220 h 322"/>
                <a:gd name="T44" fmla="*/ 382 w 642"/>
                <a:gd name="T45" fmla="*/ 220 h 322"/>
                <a:gd name="T46" fmla="*/ 382 w 642"/>
                <a:gd name="T47" fmla="*/ 219 h 322"/>
                <a:gd name="T48" fmla="*/ 382 w 642"/>
                <a:gd name="T49" fmla="*/ 219 h 322"/>
                <a:gd name="T50" fmla="*/ 385 w 642"/>
                <a:gd name="T51" fmla="*/ 210 h 322"/>
                <a:gd name="T52" fmla="*/ 420 w 642"/>
                <a:gd name="T53" fmla="*/ 203 h 322"/>
                <a:gd name="T54" fmla="*/ 396 w 642"/>
                <a:gd name="T55" fmla="*/ 50 h 322"/>
                <a:gd name="T56" fmla="*/ 434 w 642"/>
                <a:gd name="T57" fmla="*/ 29 h 322"/>
                <a:gd name="T58" fmla="*/ 411 w 642"/>
                <a:gd name="T59" fmla="*/ 41 h 322"/>
                <a:gd name="T60" fmla="*/ 419 w 642"/>
                <a:gd name="T61" fmla="*/ 40 h 322"/>
                <a:gd name="T62" fmla="*/ 446 w 642"/>
                <a:gd name="T63" fmla="*/ 24 h 322"/>
                <a:gd name="T64" fmla="*/ 461 w 642"/>
                <a:gd name="T65" fmla="*/ 17 h 322"/>
                <a:gd name="T66" fmla="*/ 468 w 642"/>
                <a:gd name="T67" fmla="*/ 16 h 322"/>
                <a:gd name="T68" fmla="*/ 487 w 642"/>
                <a:gd name="T69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2" h="322">
                  <a:moveTo>
                    <a:pt x="455" y="151"/>
                  </a:moveTo>
                  <a:cubicBezTo>
                    <a:pt x="455" y="151"/>
                    <a:pt x="454" y="151"/>
                    <a:pt x="454" y="151"/>
                  </a:cubicBezTo>
                  <a:cubicBezTo>
                    <a:pt x="455" y="159"/>
                    <a:pt x="456" y="168"/>
                    <a:pt x="458" y="176"/>
                  </a:cubicBezTo>
                  <a:cubicBezTo>
                    <a:pt x="460" y="176"/>
                    <a:pt x="464" y="177"/>
                    <a:pt x="467" y="177"/>
                  </a:cubicBezTo>
                  <a:cubicBezTo>
                    <a:pt x="464" y="170"/>
                    <a:pt x="461" y="161"/>
                    <a:pt x="459" y="151"/>
                  </a:cubicBezTo>
                  <a:cubicBezTo>
                    <a:pt x="458" y="151"/>
                    <a:pt x="456" y="151"/>
                    <a:pt x="455" y="151"/>
                  </a:cubicBezTo>
                  <a:moveTo>
                    <a:pt x="639" y="76"/>
                  </a:moveTo>
                  <a:cubicBezTo>
                    <a:pt x="616" y="89"/>
                    <a:pt x="616" y="89"/>
                    <a:pt x="616" y="89"/>
                  </a:cubicBezTo>
                  <a:cubicBezTo>
                    <a:pt x="630" y="97"/>
                    <a:pt x="630" y="97"/>
                    <a:pt x="630" y="97"/>
                  </a:cubicBezTo>
                  <a:cubicBezTo>
                    <a:pt x="635" y="94"/>
                    <a:pt x="635" y="94"/>
                    <a:pt x="635" y="94"/>
                  </a:cubicBezTo>
                  <a:cubicBezTo>
                    <a:pt x="638" y="92"/>
                    <a:pt x="640" y="90"/>
                    <a:pt x="641" y="87"/>
                  </a:cubicBezTo>
                  <a:cubicBezTo>
                    <a:pt x="642" y="83"/>
                    <a:pt x="641" y="79"/>
                    <a:pt x="639" y="76"/>
                  </a:cubicBezTo>
                  <a:moveTo>
                    <a:pt x="598" y="51"/>
                  </a:moveTo>
                  <a:cubicBezTo>
                    <a:pt x="598" y="52"/>
                    <a:pt x="598" y="52"/>
                    <a:pt x="598" y="52"/>
                  </a:cubicBezTo>
                  <a:cubicBezTo>
                    <a:pt x="599" y="52"/>
                    <a:pt x="599" y="52"/>
                    <a:pt x="599" y="52"/>
                  </a:cubicBezTo>
                  <a:cubicBezTo>
                    <a:pt x="598" y="51"/>
                    <a:pt x="598" y="51"/>
                    <a:pt x="598" y="51"/>
                  </a:cubicBezTo>
                  <a:moveTo>
                    <a:pt x="396" y="50"/>
                  </a:moveTo>
                  <a:cubicBezTo>
                    <a:pt x="243" y="138"/>
                    <a:pt x="243" y="138"/>
                    <a:pt x="243" y="138"/>
                  </a:cubicBezTo>
                  <a:cubicBezTo>
                    <a:pt x="241" y="139"/>
                    <a:pt x="239" y="140"/>
                    <a:pt x="237" y="140"/>
                  </a:cubicBezTo>
                  <a:cubicBezTo>
                    <a:pt x="235" y="140"/>
                    <a:pt x="233" y="139"/>
                    <a:pt x="231" y="138"/>
                  </a:cubicBezTo>
                  <a:cubicBezTo>
                    <a:pt x="145" y="88"/>
                    <a:pt x="145" y="88"/>
                    <a:pt x="145" y="88"/>
                  </a:cubicBezTo>
                  <a:cubicBezTo>
                    <a:pt x="6" y="169"/>
                    <a:pt x="6" y="169"/>
                    <a:pt x="6" y="169"/>
                  </a:cubicBezTo>
                  <a:cubicBezTo>
                    <a:pt x="4" y="170"/>
                    <a:pt x="2" y="172"/>
                    <a:pt x="1" y="174"/>
                  </a:cubicBezTo>
                  <a:cubicBezTo>
                    <a:pt x="0" y="176"/>
                    <a:pt x="0" y="178"/>
                    <a:pt x="0" y="180"/>
                  </a:cubicBezTo>
                  <a:cubicBezTo>
                    <a:pt x="0" y="181"/>
                    <a:pt x="0" y="182"/>
                    <a:pt x="0" y="183"/>
                  </a:cubicBezTo>
                  <a:cubicBezTo>
                    <a:pt x="1" y="186"/>
                    <a:pt x="2" y="188"/>
                    <a:pt x="5" y="190"/>
                  </a:cubicBezTo>
                  <a:cubicBezTo>
                    <a:pt x="6" y="190"/>
                    <a:pt x="6" y="190"/>
                    <a:pt x="6" y="190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233" y="321"/>
                    <a:pt x="235" y="322"/>
                    <a:pt x="237" y="322"/>
                  </a:cubicBezTo>
                  <a:cubicBezTo>
                    <a:pt x="239" y="322"/>
                    <a:pt x="241" y="321"/>
                    <a:pt x="243" y="320"/>
                  </a:cubicBezTo>
                  <a:cubicBezTo>
                    <a:pt x="399" y="231"/>
                    <a:pt x="399" y="231"/>
                    <a:pt x="399" y="231"/>
                  </a:cubicBezTo>
                  <a:cubicBezTo>
                    <a:pt x="394" y="228"/>
                    <a:pt x="389" y="225"/>
                    <a:pt x="386" y="223"/>
                  </a:cubicBezTo>
                  <a:cubicBezTo>
                    <a:pt x="386" y="223"/>
                    <a:pt x="386" y="223"/>
                    <a:pt x="386" y="223"/>
                  </a:cubicBezTo>
                  <a:cubicBezTo>
                    <a:pt x="386" y="223"/>
                    <a:pt x="386" y="223"/>
                    <a:pt x="385" y="223"/>
                  </a:cubicBezTo>
                  <a:cubicBezTo>
                    <a:pt x="385" y="223"/>
                    <a:pt x="385" y="223"/>
                    <a:pt x="385" y="223"/>
                  </a:cubicBezTo>
                  <a:cubicBezTo>
                    <a:pt x="385" y="223"/>
                    <a:pt x="385" y="223"/>
                    <a:pt x="385" y="223"/>
                  </a:cubicBezTo>
                  <a:cubicBezTo>
                    <a:pt x="385" y="222"/>
                    <a:pt x="385" y="222"/>
                    <a:pt x="385" y="222"/>
                  </a:cubicBezTo>
                  <a:cubicBezTo>
                    <a:pt x="385" y="222"/>
                    <a:pt x="385" y="222"/>
                    <a:pt x="385" y="222"/>
                  </a:cubicBezTo>
                  <a:cubicBezTo>
                    <a:pt x="385" y="222"/>
                    <a:pt x="385" y="222"/>
                    <a:pt x="385" y="222"/>
                  </a:cubicBezTo>
                  <a:cubicBezTo>
                    <a:pt x="385" y="222"/>
                    <a:pt x="385" y="222"/>
                    <a:pt x="385" y="222"/>
                  </a:cubicBezTo>
                  <a:cubicBezTo>
                    <a:pt x="384" y="221"/>
                    <a:pt x="383" y="221"/>
                    <a:pt x="383" y="220"/>
                  </a:cubicBezTo>
                  <a:cubicBezTo>
                    <a:pt x="383" y="220"/>
                    <a:pt x="383" y="220"/>
                    <a:pt x="383" y="220"/>
                  </a:cubicBezTo>
                  <a:cubicBezTo>
                    <a:pt x="383" y="220"/>
                    <a:pt x="383" y="220"/>
                    <a:pt x="382" y="220"/>
                  </a:cubicBezTo>
                  <a:cubicBezTo>
                    <a:pt x="382" y="220"/>
                    <a:pt x="382" y="220"/>
                    <a:pt x="382" y="220"/>
                  </a:cubicBezTo>
                  <a:cubicBezTo>
                    <a:pt x="382" y="220"/>
                    <a:pt x="382" y="220"/>
                    <a:pt x="382" y="220"/>
                  </a:cubicBezTo>
                  <a:cubicBezTo>
                    <a:pt x="382" y="220"/>
                    <a:pt x="382" y="220"/>
                    <a:pt x="382" y="220"/>
                  </a:cubicBezTo>
                  <a:cubicBezTo>
                    <a:pt x="382" y="220"/>
                    <a:pt x="382" y="220"/>
                    <a:pt x="382" y="220"/>
                  </a:cubicBezTo>
                  <a:cubicBezTo>
                    <a:pt x="382" y="220"/>
                    <a:pt x="382" y="219"/>
                    <a:pt x="382" y="219"/>
                  </a:cubicBezTo>
                  <a:cubicBezTo>
                    <a:pt x="382" y="219"/>
                    <a:pt x="382" y="219"/>
                    <a:pt x="382" y="219"/>
                  </a:cubicBezTo>
                  <a:cubicBezTo>
                    <a:pt x="382" y="219"/>
                    <a:pt x="382" y="219"/>
                    <a:pt x="382" y="219"/>
                  </a:cubicBezTo>
                  <a:cubicBezTo>
                    <a:pt x="382" y="219"/>
                    <a:pt x="382" y="219"/>
                    <a:pt x="382" y="219"/>
                  </a:cubicBezTo>
                  <a:cubicBezTo>
                    <a:pt x="380" y="216"/>
                    <a:pt x="381" y="213"/>
                    <a:pt x="385" y="210"/>
                  </a:cubicBezTo>
                  <a:cubicBezTo>
                    <a:pt x="391" y="206"/>
                    <a:pt x="403" y="202"/>
                    <a:pt x="413" y="202"/>
                  </a:cubicBezTo>
                  <a:cubicBezTo>
                    <a:pt x="416" y="202"/>
                    <a:pt x="418" y="203"/>
                    <a:pt x="420" y="203"/>
                  </a:cubicBezTo>
                  <a:cubicBezTo>
                    <a:pt x="408" y="171"/>
                    <a:pt x="390" y="86"/>
                    <a:pt x="389" y="69"/>
                  </a:cubicBezTo>
                  <a:cubicBezTo>
                    <a:pt x="389" y="62"/>
                    <a:pt x="391" y="55"/>
                    <a:pt x="396" y="50"/>
                  </a:cubicBezTo>
                  <a:moveTo>
                    <a:pt x="446" y="24"/>
                  </a:moveTo>
                  <a:cubicBezTo>
                    <a:pt x="442" y="26"/>
                    <a:pt x="438" y="28"/>
                    <a:pt x="434" y="29"/>
                  </a:cubicBezTo>
                  <a:cubicBezTo>
                    <a:pt x="433" y="29"/>
                    <a:pt x="433" y="29"/>
                    <a:pt x="432" y="29"/>
                  </a:cubicBezTo>
                  <a:cubicBezTo>
                    <a:pt x="411" y="41"/>
                    <a:pt x="411" y="41"/>
                    <a:pt x="411" y="41"/>
                  </a:cubicBezTo>
                  <a:cubicBezTo>
                    <a:pt x="414" y="40"/>
                    <a:pt x="416" y="40"/>
                    <a:pt x="418" y="40"/>
                  </a:cubicBezTo>
                  <a:cubicBezTo>
                    <a:pt x="419" y="40"/>
                    <a:pt x="419" y="40"/>
                    <a:pt x="419" y="40"/>
                  </a:cubicBezTo>
                  <a:cubicBezTo>
                    <a:pt x="424" y="40"/>
                    <a:pt x="431" y="42"/>
                    <a:pt x="438" y="46"/>
                  </a:cubicBezTo>
                  <a:cubicBezTo>
                    <a:pt x="438" y="38"/>
                    <a:pt x="440" y="30"/>
                    <a:pt x="446" y="24"/>
                  </a:cubicBezTo>
                  <a:moveTo>
                    <a:pt x="487" y="0"/>
                  </a:moveTo>
                  <a:cubicBezTo>
                    <a:pt x="478" y="6"/>
                    <a:pt x="470" y="12"/>
                    <a:pt x="461" y="17"/>
                  </a:cubicBezTo>
                  <a:cubicBezTo>
                    <a:pt x="463" y="16"/>
                    <a:pt x="465" y="16"/>
                    <a:pt x="467" y="16"/>
                  </a:cubicBezTo>
                  <a:cubicBezTo>
                    <a:pt x="468" y="16"/>
                    <a:pt x="468" y="16"/>
                    <a:pt x="468" y="16"/>
                  </a:cubicBezTo>
                  <a:cubicBezTo>
                    <a:pt x="473" y="16"/>
                    <a:pt x="480" y="18"/>
                    <a:pt x="488" y="21"/>
                  </a:cubicBezTo>
                  <a:cubicBezTo>
                    <a:pt x="488" y="15"/>
                    <a:pt x="487" y="8"/>
                    <a:pt x="487" y="0"/>
                  </a:cubicBezTo>
                </a:path>
              </a:pathLst>
            </a:custGeom>
            <a:solidFill>
              <a:srgbClr val="818C96">
                <a:alpha val="20000"/>
              </a:srgb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B1441041-D243-4322-850F-68D1AE361695}"/>
                </a:ext>
              </a:extLst>
            </p:cNvPr>
            <p:cNvSpPr/>
            <p:nvPr/>
          </p:nvSpPr>
          <p:spPr bwMode="auto">
            <a:xfrm>
              <a:off x="4129088" y="2333625"/>
              <a:ext cx="3317875" cy="2009775"/>
            </a:xfrm>
            <a:custGeom>
              <a:avLst/>
              <a:gdLst>
                <a:gd name="T0" fmla="*/ 1 w 641"/>
                <a:gd name="T1" fmla="*/ 227 h 389"/>
                <a:gd name="T2" fmla="*/ 5 w 641"/>
                <a:gd name="T3" fmla="*/ 227 h 389"/>
                <a:gd name="T4" fmla="*/ 5 w 641"/>
                <a:gd name="T5" fmla="*/ 229 h 389"/>
                <a:gd name="T6" fmla="*/ 6 w 641"/>
                <a:gd name="T7" fmla="*/ 229 h 389"/>
                <a:gd name="T8" fmla="*/ 398 w 641"/>
                <a:gd name="T9" fmla="*/ 3 h 389"/>
                <a:gd name="T10" fmla="*/ 410 w 641"/>
                <a:gd name="T11" fmla="*/ 3 h 389"/>
                <a:gd name="T12" fmla="*/ 635 w 641"/>
                <a:gd name="T13" fmla="*/ 132 h 389"/>
                <a:gd name="T14" fmla="*/ 639 w 641"/>
                <a:gd name="T15" fmla="*/ 136 h 389"/>
                <a:gd name="T16" fmla="*/ 641 w 641"/>
                <a:gd name="T17" fmla="*/ 136 h 389"/>
                <a:gd name="T18" fmla="*/ 641 w 641"/>
                <a:gd name="T19" fmla="*/ 136 h 389"/>
                <a:gd name="T20" fmla="*/ 641 w 641"/>
                <a:gd name="T21" fmla="*/ 150 h 389"/>
                <a:gd name="T22" fmla="*/ 641 w 641"/>
                <a:gd name="T23" fmla="*/ 150 h 389"/>
                <a:gd name="T24" fmla="*/ 635 w 641"/>
                <a:gd name="T25" fmla="*/ 161 h 389"/>
                <a:gd name="T26" fmla="*/ 243 w 641"/>
                <a:gd name="T27" fmla="*/ 387 h 389"/>
                <a:gd name="T28" fmla="*/ 231 w 641"/>
                <a:gd name="T29" fmla="*/ 387 h 389"/>
                <a:gd name="T30" fmla="*/ 6 w 641"/>
                <a:gd name="T31" fmla="*/ 257 h 389"/>
                <a:gd name="T32" fmla="*/ 2 w 641"/>
                <a:gd name="T33" fmla="*/ 254 h 389"/>
                <a:gd name="T34" fmla="*/ 0 w 641"/>
                <a:gd name="T35" fmla="*/ 246 h 389"/>
                <a:gd name="T36" fmla="*/ 0 w 641"/>
                <a:gd name="T37" fmla="*/ 233 h 389"/>
                <a:gd name="T38" fmla="*/ 1 w 641"/>
                <a:gd name="T39" fmla="*/ 227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1" h="389">
                  <a:moveTo>
                    <a:pt x="1" y="227"/>
                  </a:moveTo>
                  <a:cubicBezTo>
                    <a:pt x="5" y="227"/>
                    <a:pt x="5" y="227"/>
                    <a:pt x="5" y="227"/>
                  </a:cubicBezTo>
                  <a:cubicBezTo>
                    <a:pt x="5" y="229"/>
                    <a:pt x="5" y="229"/>
                    <a:pt x="5" y="229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398" y="3"/>
                    <a:pt x="398" y="3"/>
                    <a:pt x="398" y="3"/>
                  </a:cubicBezTo>
                  <a:cubicBezTo>
                    <a:pt x="401" y="0"/>
                    <a:pt x="406" y="0"/>
                    <a:pt x="410" y="3"/>
                  </a:cubicBezTo>
                  <a:cubicBezTo>
                    <a:pt x="635" y="132"/>
                    <a:pt x="635" y="132"/>
                    <a:pt x="635" y="132"/>
                  </a:cubicBezTo>
                  <a:cubicBezTo>
                    <a:pt x="636" y="133"/>
                    <a:pt x="638" y="134"/>
                    <a:pt x="639" y="136"/>
                  </a:cubicBezTo>
                  <a:cubicBezTo>
                    <a:pt x="641" y="136"/>
                    <a:pt x="641" y="136"/>
                    <a:pt x="641" y="136"/>
                  </a:cubicBezTo>
                  <a:cubicBezTo>
                    <a:pt x="641" y="136"/>
                    <a:pt x="641" y="136"/>
                    <a:pt x="641" y="136"/>
                  </a:cubicBezTo>
                  <a:cubicBezTo>
                    <a:pt x="641" y="150"/>
                    <a:pt x="641" y="150"/>
                    <a:pt x="641" y="150"/>
                  </a:cubicBezTo>
                  <a:cubicBezTo>
                    <a:pt x="641" y="150"/>
                    <a:pt x="641" y="150"/>
                    <a:pt x="641" y="150"/>
                  </a:cubicBezTo>
                  <a:cubicBezTo>
                    <a:pt x="641" y="154"/>
                    <a:pt x="639" y="158"/>
                    <a:pt x="635" y="161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39" y="389"/>
                    <a:pt x="235" y="389"/>
                    <a:pt x="231" y="387"/>
                  </a:cubicBezTo>
                  <a:cubicBezTo>
                    <a:pt x="6" y="257"/>
                    <a:pt x="6" y="257"/>
                    <a:pt x="6" y="257"/>
                  </a:cubicBezTo>
                  <a:cubicBezTo>
                    <a:pt x="4" y="256"/>
                    <a:pt x="3" y="255"/>
                    <a:pt x="2" y="254"/>
                  </a:cubicBezTo>
                  <a:cubicBezTo>
                    <a:pt x="0" y="251"/>
                    <a:pt x="0" y="249"/>
                    <a:pt x="0" y="246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231"/>
                    <a:pt x="0" y="229"/>
                    <a:pt x="1" y="227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C754DAF8-92C7-4669-B508-4659EA8158A4}"/>
                </a:ext>
              </a:extLst>
            </p:cNvPr>
            <p:cNvSpPr/>
            <p:nvPr/>
          </p:nvSpPr>
          <p:spPr bwMode="auto">
            <a:xfrm>
              <a:off x="4129088" y="2297113"/>
              <a:ext cx="3322638" cy="1979613"/>
            </a:xfrm>
            <a:custGeom>
              <a:avLst/>
              <a:gdLst>
                <a:gd name="T0" fmla="*/ 0 w 642"/>
                <a:gd name="T1" fmla="*/ 240 h 383"/>
                <a:gd name="T2" fmla="*/ 0 w 642"/>
                <a:gd name="T3" fmla="*/ 243 h 383"/>
                <a:gd name="T4" fmla="*/ 5 w 642"/>
                <a:gd name="T5" fmla="*/ 250 h 383"/>
                <a:gd name="T6" fmla="*/ 6 w 642"/>
                <a:gd name="T7" fmla="*/ 250 h 383"/>
                <a:gd name="T8" fmla="*/ 231 w 642"/>
                <a:gd name="T9" fmla="*/ 380 h 383"/>
                <a:gd name="T10" fmla="*/ 243 w 642"/>
                <a:gd name="T11" fmla="*/ 380 h 383"/>
                <a:gd name="T12" fmla="*/ 635 w 642"/>
                <a:gd name="T13" fmla="*/ 154 h 383"/>
                <a:gd name="T14" fmla="*/ 641 w 642"/>
                <a:gd name="T15" fmla="*/ 147 h 383"/>
                <a:gd name="T16" fmla="*/ 635 w 642"/>
                <a:gd name="T17" fmla="*/ 132 h 383"/>
                <a:gd name="T18" fmla="*/ 410 w 642"/>
                <a:gd name="T19" fmla="*/ 3 h 383"/>
                <a:gd name="T20" fmla="*/ 398 w 642"/>
                <a:gd name="T21" fmla="*/ 3 h 383"/>
                <a:gd name="T22" fmla="*/ 6 w 642"/>
                <a:gd name="T23" fmla="*/ 229 h 383"/>
                <a:gd name="T24" fmla="*/ 1 w 642"/>
                <a:gd name="T25" fmla="*/ 234 h 383"/>
                <a:gd name="T26" fmla="*/ 0 w 642"/>
                <a:gd name="T27" fmla="*/ 24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2" h="383">
                  <a:moveTo>
                    <a:pt x="0" y="240"/>
                  </a:moveTo>
                  <a:cubicBezTo>
                    <a:pt x="0" y="241"/>
                    <a:pt x="0" y="242"/>
                    <a:pt x="0" y="243"/>
                  </a:cubicBezTo>
                  <a:cubicBezTo>
                    <a:pt x="1" y="246"/>
                    <a:pt x="2" y="248"/>
                    <a:pt x="5" y="250"/>
                  </a:cubicBezTo>
                  <a:cubicBezTo>
                    <a:pt x="6" y="250"/>
                    <a:pt x="6" y="250"/>
                    <a:pt x="6" y="250"/>
                  </a:cubicBezTo>
                  <a:cubicBezTo>
                    <a:pt x="231" y="380"/>
                    <a:pt x="231" y="380"/>
                    <a:pt x="231" y="380"/>
                  </a:cubicBezTo>
                  <a:cubicBezTo>
                    <a:pt x="235" y="383"/>
                    <a:pt x="239" y="383"/>
                    <a:pt x="243" y="380"/>
                  </a:cubicBezTo>
                  <a:cubicBezTo>
                    <a:pt x="635" y="154"/>
                    <a:pt x="635" y="154"/>
                    <a:pt x="635" y="154"/>
                  </a:cubicBezTo>
                  <a:cubicBezTo>
                    <a:pt x="638" y="152"/>
                    <a:pt x="640" y="150"/>
                    <a:pt x="641" y="147"/>
                  </a:cubicBezTo>
                  <a:cubicBezTo>
                    <a:pt x="642" y="142"/>
                    <a:pt x="640" y="135"/>
                    <a:pt x="635" y="132"/>
                  </a:cubicBezTo>
                  <a:cubicBezTo>
                    <a:pt x="410" y="3"/>
                    <a:pt x="410" y="3"/>
                    <a:pt x="410" y="3"/>
                  </a:cubicBezTo>
                  <a:cubicBezTo>
                    <a:pt x="406" y="0"/>
                    <a:pt x="401" y="0"/>
                    <a:pt x="398" y="3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4" y="230"/>
                    <a:pt x="2" y="232"/>
                    <a:pt x="1" y="234"/>
                  </a:cubicBezTo>
                  <a:cubicBezTo>
                    <a:pt x="0" y="236"/>
                    <a:pt x="0" y="238"/>
                    <a:pt x="0" y="2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BA64109B-84B4-40A3-AECE-591F2B4B14FA}"/>
                </a:ext>
              </a:extLst>
            </p:cNvPr>
            <p:cNvSpPr/>
            <p:nvPr/>
          </p:nvSpPr>
          <p:spPr bwMode="auto">
            <a:xfrm>
              <a:off x="5299075" y="3475038"/>
              <a:ext cx="750888" cy="434975"/>
            </a:xfrm>
            <a:custGeom>
              <a:avLst/>
              <a:gdLst>
                <a:gd name="T0" fmla="*/ 77 w 145"/>
                <a:gd name="T1" fmla="*/ 2 h 84"/>
                <a:gd name="T2" fmla="*/ 144 w 145"/>
                <a:gd name="T3" fmla="*/ 40 h 84"/>
                <a:gd name="T4" fmla="*/ 144 w 145"/>
                <a:gd name="T5" fmla="*/ 45 h 84"/>
                <a:gd name="T6" fmla="*/ 80 w 145"/>
                <a:gd name="T7" fmla="*/ 82 h 84"/>
                <a:gd name="T8" fmla="*/ 65 w 145"/>
                <a:gd name="T9" fmla="*/ 82 h 84"/>
                <a:gd name="T10" fmla="*/ 2 w 145"/>
                <a:gd name="T11" fmla="*/ 45 h 84"/>
                <a:gd name="T12" fmla="*/ 2 w 145"/>
                <a:gd name="T13" fmla="*/ 40 h 84"/>
                <a:gd name="T14" fmla="*/ 68 w 145"/>
                <a:gd name="T15" fmla="*/ 2 h 84"/>
                <a:gd name="T16" fmla="*/ 77 w 145"/>
                <a:gd name="T17" fmla="*/ 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84">
                  <a:moveTo>
                    <a:pt x="77" y="2"/>
                  </a:moveTo>
                  <a:cubicBezTo>
                    <a:pt x="144" y="40"/>
                    <a:pt x="144" y="40"/>
                    <a:pt x="144" y="40"/>
                  </a:cubicBezTo>
                  <a:cubicBezTo>
                    <a:pt x="145" y="41"/>
                    <a:pt x="145" y="44"/>
                    <a:pt x="144" y="45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75" y="84"/>
                    <a:pt x="70" y="84"/>
                    <a:pt x="65" y="82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0" y="44"/>
                    <a:pt x="0" y="41"/>
                    <a:pt x="2" y="40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71" y="0"/>
                    <a:pt x="74" y="0"/>
                    <a:pt x="77" y="2"/>
                  </a:cubicBezTo>
                  <a:close/>
                </a:path>
              </a:pathLst>
            </a:custGeom>
            <a:solidFill>
              <a:srgbClr val="D1E3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4E2BEE2D-2C24-4198-BAF0-2273164F639C}"/>
                </a:ext>
              </a:extLst>
            </p:cNvPr>
            <p:cNvSpPr/>
            <p:nvPr/>
          </p:nvSpPr>
          <p:spPr bwMode="auto">
            <a:xfrm>
              <a:off x="5491163" y="3589338"/>
              <a:ext cx="300038" cy="195263"/>
            </a:xfrm>
            <a:custGeom>
              <a:avLst/>
              <a:gdLst>
                <a:gd name="T0" fmla="*/ 2 w 58"/>
                <a:gd name="T1" fmla="*/ 14 h 38"/>
                <a:gd name="T2" fmla="*/ 26 w 58"/>
                <a:gd name="T3" fmla="*/ 35 h 38"/>
                <a:gd name="T4" fmla="*/ 56 w 58"/>
                <a:gd name="T5" fmla="*/ 24 h 38"/>
                <a:gd name="T6" fmla="*/ 32 w 58"/>
                <a:gd name="T7" fmla="*/ 3 h 38"/>
                <a:gd name="T8" fmla="*/ 2 w 58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38">
                  <a:moveTo>
                    <a:pt x="2" y="14"/>
                  </a:moveTo>
                  <a:cubicBezTo>
                    <a:pt x="0" y="23"/>
                    <a:pt x="11" y="33"/>
                    <a:pt x="26" y="35"/>
                  </a:cubicBezTo>
                  <a:cubicBezTo>
                    <a:pt x="41" y="38"/>
                    <a:pt x="54" y="33"/>
                    <a:pt x="56" y="24"/>
                  </a:cubicBezTo>
                  <a:cubicBezTo>
                    <a:pt x="58" y="15"/>
                    <a:pt x="47" y="5"/>
                    <a:pt x="32" y="3"/>
                  </a:cubicBezTo>
                  <a:cubicBezTo>
                    <a:pt x="17" y="0"/>
                    <a:pt x="4" y="5"/>
                    <a:pt x="2" y="14"/>
                  </a:cubicBezTo>
                  <a:close/>
                </a:path>
              </a:pathLst>
            </a:custGeom>
            <a:solidFill>
              <a:srgbClr val="90A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5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F1D068ED-EC42-40AC-8C48-B7889468DD38}"/>
                </a:ext>
              </a:extLst>
            </p:cNvPr>
            <p:cNvSpPr/>
            <p:nvPr/>
          </p:nvSpPr>
          <p:spPr bwMode="auto">
            <a:xfrm>
              <a:off x="5505450" y="3568700"/>
              <a:ext cx="285750" cy="190500"/>
            </a:xfrm>
            <a:custGeom>
              <a:avLst/>
              <a:gdLst>
                <a:gd name="T0" fmla="*/ 2 w 55"/>
                <a:gd name="T1" fmla="*/ 14 h 37"/>
                <a:gd name="T2" fmla="*/ 24 w 55"/>
                <a:gd name="T3" fmla="*/ 35 h 37"/>
                <a:gd name="T4" fmla="*/ 53 w 55"/>
                <a:gd name="T5" fmla="*/ 23 h 37"/>
                <a:gd name="T6" fmla="*/ 31 w 55"/>
                <a:gd name="T7" fmla="*/ 2 h 37"/>
                <a:gd name="T8" fmla="*/ 2 w 55"/>
                <a:gd name="T9" fmla="*/ 1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37">
                  <a:moveTo>
                    <a:pt x="2" y="14"/>
                  </a:moveTo>
                  <a:cubicBezTo>
                    <a:pt x="0" y="23"/>
                    <a:pt x="10" y="32"/>
                    <a:pt x="24" y="35"/>
                  </a:cubicBezTo>
                  <a:cubicBezTo>
                    <a:pt x="38" y="37"/>
                    <a:pt x="51" y="32"/>
                    <a:pt x="53" y="23"/>
                  </a:cubicBezTo>
                  <a:cubicBezTo>
                    <a:pt x="55" y="14"/>
                    <a:pt x="45" y="5"/>
                    <a:pt x="31" y="2"/>
                  </a:cubicBezTo>
                  <a:cubicBezTo>
                    <a:pt x="17" y="0"/>
                    <a:pt x="4" y="5"/>
                    <a:pt x="2" y="14"/>
                  </a:cubicBezTo>
                  <a:close/>
                </a:path>
              </a:pathLst>
            </a:custGeom>
            <a:solidFill>
              <a:srgbClr val="8FBB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40ECA28-FF64-43C1-9D92-6EB583493615}"/>
                </a:ext>
              </a:extLst>
            </p:cNvPr>
            <p:cNvSpPr/>
            <p:nvPr/>
          </p:nvSpPr>
          <p:spPr bwMode="auto">
            <a:xfrm>
              <a:off x="6121400" y="2493963"/>
              <a:ext cx="192088" cy="112713"/>
            </a:xfrm>
            <a:prstGeom prst="ellipse">
              <a:avLst/>
            </a:pr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7C36EA4F-7AC7-4CD8-86A0-D76E4C2BEFF0}"/>
                </a:ext>
              </a:extLst>
            </p:cNvPr>
            <p:cNvSpPr/>
            <p:nvPr/>
          </p:nvSpPr>
          <p:spPr bwMode="auto">
            <a:xfrm>
              <a:off x="6121400" y="2386013"/>
              <a:ext cx="196850" cy="195263"/>
            </a:xfrm>
            <a:custGeom>
              <a:avLst/>
              <a:gdLst>
                <a:gd name="T0" fmla="*/ 0 w 38"/>
                <a:gd name="T1" fmla="*/ 19 h 38"/>
                <a:gd name="T2" fmla="*/ 19 w 38"/>
                <a:gd name="T3" fmla="*/ 38 h 38"/>
                <a:gd name="T4" fmla="*/ 25 w 38"/>
                <a:gd name="T5" fmla="*/ 37 h 38"/>
                <a:gd name="T6" fmla="*/ 37 w 38"/>
                <a:gd name="T7" fmla="*/ 25 h 38"/>
                <a:gd name="T8" fmla="*/ 38 w 38"/>
                <a:gd name="T9" fmla="*/ 19 h 38"/>
                <a:gd name="T10" fmla="*/ 19 w 38"/>
                <a:gd name="T11" fmla="*/ 0 h 38"/>
                <a:gd name="T12" fmla="*/ 15 w 38"/>
                <a:gd name="T13" fmla="*/ 1 h 38"/>
                <a:gd name="T14" fmla="*/ 0 w 38"/>
                <a:gd name="T15" fmla="*/ 16 h 38"/>
                <a:gd name="T16" fmla="*/ 0 w 38"/>
                <a:gd name="T17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8">
                  <a:moveTo>
                    <a:pt x="0" y="19"/>
                  </a:moveTo>
                  <a:cubicBezTo>
                    <a:pt x="0" y="29"/>
                    <a:pt x="8" y="38"/>
                    <a:pt x="19" y="38"/>
                  </a:cubicBezTo>
                  <a:cubicBezTo>
                    <a:pt x="21" y="38"/>
                    <a:pt x="23" y="37"/>
                    <a:pt x="25" y="37"/>
                  </a:cubicBezTo>
                  <a:cubicBezTo>
                    <a:pt x="30" y="35"/>
                    <a:pt x="35" y="30"/>
                    <a:pt x="37" y="25"/>
                  </a:cubicBezTo>
                  <a:cubicBezTo>
                    <a:pt x="37" y="23"/>
                    <a:pt x="38" y="21"/>
                    <a:pt x="38" y="19"/>
                  </a:cubicBezTo>
                  <a:cubicBezTo>
                    <a:pt x="38" y="9"/>
                    <a:pt x="29" y="0"/>
                    <a:pt x="19" y="0"/>
                  </a:cubicBezTo>
                  <a:cubicBezTo>
                    <a:pt x="18" y="0"/>
                    <a:pt x="17" y="0"/>
                    <a:pt x="15" y="1"/>
                  </a:cubicBezTo>
                  <a:cubicBezTo>
                    <a:pt x="8" y="2"/>
                    <a:pt x="2" y="8"/>
                    <a:pt x="0" y="16"/>
                  </a:cubicBezTo>
                  <a:cubicBezTo>
                    <a:pt x="0" y="17"/>
                    <a:pt x="0" y="18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5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8EEE90BD-2098-4A71-8615-30D0A13D50E5}"/>
                </a:ext>
              </a:extLst>
            </p:cNvPr>
            <p:cNvSpPr/>
            <p:nvPr/>
          </p:nvSpPr>
          <p:spPr bwMode="auto">
            <a:xfrm>
              <a:off x="6116638" y="2379663"/>
              <a:ext cx="206375" cy="206375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0 w 40"/>
                <a:gd name="T5" fmla="*/ 17 h 40"/>
                <a:gd name="T6" fmla="*/ 16 w 40"/>
                <a:gd name="T7" fmla="*/ 1 h 40"/>
                <a:gd name="T8" fmla="*/ 20 w 40"/>
                <a:gd name="T9" fmla="*/ 0 h 40"/>
                <a:gd name="T10" fmla="*/ 40 w 40"/>
                <a:gd name="T11" fmla="*/ 20 h 40"/>
                <a:gd name="T12" fmla="*/ 39 w 40"/>
                <a:gd name="T13" fmla="*/ 26 h 40"/>
                <a:gd name="T14" fmla="*/ 26 w 40"/>
                <a:gd name="T15" fmla="*/ 39 h 40"/>
                <a:gd name="T16" fmla="*/ 20 w 40"/>
                <a:gd name="T17" fmla="*/ 40 h 40"/>
                <a:gd name="T18" fmla="*/ 20 w 40"/>
                <a:gd name="T19" fmla="*/ 2 h 40"/>
                <a:gd name="T20" fmla="*/ 17 w 40"/>
                <a:gd name="T21" fmla="*/ 3 h 40"/>
                <a:gd name="T22" fmla="*/ 2 w 40"/>
                <a:gd name="T23" fmla="*/ 17 h 40"/>
                <a:gd name="T24" fmla="*/ 2 w 40"/>
                <a:gd name="T25" fmla="*/ 20 h 40"/>
                <a:gd name="T26" fmla="*/ 20 w 40"/>
                <a:gd name="T27" fmla="*/ 38 h 40"/>
                <a:gd name="T28" fmla="*/ 25 w 40"/>
                <a:gd name="T29" fmla="*/ 37 h 40"/>
                <a:gd name="T30" fmla="*/ 37 w 40"/>
                <a:gd name="T31" fmla="*/ 25 h 40"/>
                <a:gd name="T32" fmla="*/ 38 w 40"/>
                <a:gd name="T33" fmla="*/ 20 h 40"/>
                <a:gd name="T34" fmla="*/ 20 w 40"/>
                <a:gd name="T3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19"/>
                    <a:pt x="0" y="18"/>
                    <a:pt x="0" y="17"/>
                  </a:cubicBezTo>
                  <a:cubicBezTo>
                    <a:pt x="2" y="8"/>
                    <a:pt x="8" y="2"/>
                    <a:pt x="16" y="1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22"/>
                    <a:pt x="39" y="24"/>
                    <a:pt x="39" y="26"/>
                  </a:cubicBezTo>
                  <a:cubicBezTo>
                    <a:pt x="37" y="32"/>
                    <a:pt x="32" y="37"/>
                    <a:pt x="26" y="39"/>
                  </a:cubicBezTo>
                  <a:cubicBezTo>
                    <a:pt x="24" y="39"/>
                    <a:pt x="22" y="40"/>
                    <a:pt x="20" y="40"/>
                  </a:cubicBezTo>
                  <a:close/>
                  <a:moveTo>
                    <a:pt x="20" y="2"/>
                  </a:moveTo>
                  <a:cubicBezTo>
                    <a:pt x="19" y="2"/>
                    <a:pt x="18" y="2"/>
                    <a:pt x="17" y="3"/>
                  </a:cubicBezTo>
                  <a:cubicBezTo>
                    <a:pt x="9" y="4"/>
                    <a:pt x="4" y="10"/>
                    <a:pt x="2" y="17"/>
                  </a:cubicBezTo>
                  <a:cubicBezTo>
                    <a:pt x="2" y="18"/>
                    <a:pt x="2" y="19"/>
                    <a:pt x="2" y="20"/>
                  </a:cubicBezTo>
                  <a:cubicBezTo>
                    <a:pt x="2" y="30"/>
                    <a:pt x="10" y="38"/>
                    <a:pt x="20" y="38"/>
                  </a:cubicBezTo>
                  <a:cubicBezTo>
                    <a:pt x="22" y="38"/>
                    <a:pt x="23" y="37"/>
                    <a:pt x="25" y="37"/>
                  </a:cubicBezTo>
                  <a:cubicBezTo>
                    <a:pt x="31" y="35"/>
                    <a:pt x="35" y="31"/>
                    <a:pt x="37" y="25"/>
                  </a:cubicBezTo>
                  <a:cubicBezTo>
                    <a:pt x="37" y="24"/>
                    <a:pt x="38" y="22"/>
                    <a:pt x="38" y="20"/>
                  </a:cubicBezTo>
                  <a:cubicBezTo>
                    <a:pt x="38" y="10"/>
                    <a:pt x="30" y="2"/>
                    <a:pt x="20" y="2"/>
                  </a:cubicBezTo>
                  <a:close/>
                </a:path>
              </a:pathLst>
            </a:custGeom>
            <a:solidFill>
              <a:srgbClr val="D3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AE044453-7C8A-46B2-AC37-68761EB9DCFF}"/>
                </a:ext>
              </a:extLst>
            </p:cNvPr>
            <p:cNvSpPr/>
            <p:nvPr/>
          </p:nvSpPr>
          <p:spPr bwMode="auto">
            <a:xfrm>
              <a:off x="6116638" y="2441575"/>
              <a:ext cx="144463" cy="144463"/>
            </a:xfrm>
            <a:custGeom>
              <a:avLst/>
              <a:gdLst>
                <a:gd name="T0" fmla="*/ 19 w 28"/>
                <a:gd name="T1" fmla="*/ 28 h 28"/>
                <a:gd name="T2" fmla="*/ 18 w 28"/>
                <a:gd name="T3" fmla="*/ 27 h 28"/>
                <a:gd name="T4" fmla="*/ 19 w 28"/>
                <a:gd name="T5" fmla="*/ 26 h 28"/>
                <a:gd name="T6" fmla="*/ 26 w 28"/>
                <a:gd name="T7" fmla="*/ 16 h 28"/>
                <a:gd name="T8" fmla="*/ 22 w 28"/>
                <a:gd name="T9" fmla="*/ 7 h 28"/>
                <a:gd name="T10" fmla="*/ 11 w 28"/>
                <a:gd name="T11" fmla="*/ 3 h 28"/>
                <a:gd name="T12" fmla="*/ 2 w 28"/>
                <a:gd name="T13" fmla="*/ 10 h 28"/>
                <a:gd name="T14" fmla="*/ 1 w 28"/>
                <a:gd name="T15" fmla="*/ 10 h 28"/>
                <a:gd name="T16" fmla="*/ 0 w 28"/>
                <a:gd name="T17" fmla="*/ 9 h 28"/>
                <a:gd name="T18" fmla="*/ 10 w 28"/>
                <a:gd name="T19" fmla="*/ 1 h 28"/>
                <a:gd name="T20" fmla="*/ 23 w 28"/>
                <a:gd name="T21" fmla="*/ 5 h 28"/>
                <a:gd name="T22" fmla="*/ 28 w 28"/>
                <a:gd name="T23" fmla="*/ 16 h 28"/>
                <a:gd name="T24" fmla="*/ 20 w 28"/>
                <a:gd name="T25" fmla="*/ 28 h 28"/>
                <a:gd name="T26" fmla="*/ 19 w 28"/>
                <a:gd name="T2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28">
                  <a:moveTo>
                    <a:pt x="19" y="28"/>
                  </a:move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6"/>
                    <a:pt x="19" y="26"/>
                  </a:cubicBezTo>
                  <a:cubicBezTo>
                    <a:pt x="23" y="23"/>
                    <a:pt x="25" y="20"/>
                    <a:pt x="26" y="16"/>
                  </a:cubicBezTo>
                  <a:cubicBezTo>
                    <a:pt x="26" y="13"/>
                    <a:pt x="25" y="9"/>
                    <a:pt x="22" y="7"/>
                  </a:cubicBezTo>
                  <a:cubicBezTo>
                    <a:pt x="19" y="4"/>
                    <a:pt x="15" y="2"/>
                    <a:pt x="11" y="3"/>
                  </a:cubicBezTo>
                  <a:cubicBezTo>
                    <a:pt x="7" y="4"/>
                    <a:pt x="4" y="6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0" y="10"/>
                    <a:pt x="0" y="9"/>
                    <a:pt x="0" y="9"/>
                  </a:cubicBezTo>
                  <a:cubicBezTo>
                    <a:pt x="2" y="5"/>
                    <a:pt x="6" y="2"/>
                    <a:pt x="10" y="1"/>
                  </a:cubicBezTo>
                  <a:cubicBezTo>
                    <a:pt x="15" y="0"/>
                    <a:pt x="20" y="2"/>
                    <a:pt x="23" y="5"/>
                  </a:cubicBezTo>
                  <a:cubicBezTo>
                    <a:pt x="27" y="8"/>
                    <a:pt x="28" y="12"/>
                    <a:pt x="28" y="16"/>
                  </a:cubicBezTo>
                  <a:cubicBezTo>
                    <a:pt x="27" y="21"/>
                    <a:pt x="24" y="25"/>
                    <a:pt x="20" y="28"/>
                  </a:cubicBezTo>
                  <a:lnTo>
                    <a:pt x="19" y="28"/>
                  </a:lnTo>
                  <a:close/>
                </a:path>
              </a:pathLst>
            </a:custGeom>
            <a:solidFill>
              <a:srgbClr val="D3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CE14CAC5-5063-4BDF-8D8C-77822242F35D}"/>
                </a:ext>
              </a:extLst>
            </p:cNvPr>
            <p:cNvSpPr/>
            <p:nvPr/>
          </p:nvSpPr>
          <p:spPr bwMode="auto">
            <a:xfrm>
              <a:off x="6235700" y="2386013"/>
              <a:ext cx="87313" cy="103188"/>
            </a:xfrm>
            <a:custGeom>
              <a:avLst/>
              <a:gdLst>
                <a:gd name="T0" fmla="*/ 15 w 17"/>
                <a:gd name="T1" fmla="*/ 20 h 20"/>
                <a:gd name="T2" fmla="*/ 5 w 17"/>
                <a:gd name="T3" fmla="*/ 14 h 20"/>
                <a:gd name="T4" fmla="*/ 0 w 17"/>
                <a:gd name="T5" fmla="*/ 5 h 20"/>
                <a:gd name="T6" fmla="*/ 2 w 17"/>
                <a:gd name="T7" fmla="*/ 0 h 20"/>
                <a:gd name="T8" fmla="*/ 4 w 17"/>
                <a:gd name="T9" fmla="*/ 1 h 20"/>
                <a:gd name="T10" fmla="*/ 3 w 17"/>
                <a:gd name="T11" fmla="*/ 2 h 20"/>
                <a:gd name="T12" fmla="*/ 2 w 17"/>
                <a:gd name="T13" fmla="*/ 5 h 20"/>
                <a:gd name="T14" fmla="*/ 6 w 17"/>
                <a:gd name="T15" fmla="*/ 12 h 20"/>
                <a:gd name="T16" fmla="*/ 15 w 17"/>
                <a:gd name="T17" fmla="*/ 17 h 20"/>
                <a:gd name="T18" fmla="*/ 16 w 17"/>
                <a:gd name="T19" fmla="*/ 18 h 20"/>
                <a:gd name="T20" fmla="*/ 16 w 17"/>
                <a:gd name="T21" fmla="*/ 19 h 20"/>
                <a:gd name="T22" fmla="*/ 15 w 17"/>
                <a:gd name="T2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20">
                  <a:moveTo>
                    <a:pt x="15" y="20"/>
                  </a:moveTo>
                  <a:cubicBezTo>
                    <a:pt x="12" y="20"/>
                    <a:pt x="8" y="17"/>
                    <a:pt x="5" y="14"/>
                  </a:cubicBezTo>
                  <a:cubicBezTo>
                    <a:pt x="1" y="10"/>
                    <a:pt x="0" y="7"/>
                    <a:pt x="0" y="5"/>
                  </a:cubicBezTo>
                  <a:cubicBezTo>
                    <a:pt x="1" y="3"/>
                    <a:pt x="1" y="1"/>
                    <a:pt x="2" y="0"/>
                  </a:cubicBezTo>
                  <a:cubicBezTo>
                    <a:pt x="3" y="0"/>
                    <a:pt x="3" y="0"/>
                    <a:pt x="4" y="1"/>
                  </a:cubicBezTo>
                  <a:cubicBezTo>
                    <a:pt x="4" y="1"/>
                    <a:pt x="4" y="2"/>
                    <a:pt x="3" y="2"/>
                  </a:cubicBezTo>
                  <a:cubicBezTo>
                    <a:pt x="3" y="2"/>
                    <a:pt x="2" y="3"/>
                    <a:pt x="2" y="5"/>
                  </a:cubicBezTo>
                  <a:cubicBezTo>
                    <a:pt x="2" y="7"/>
                    <a:pt x="3" y="9"/>
                    <a:pt x="6" y="12"/>
                  </a:cubicBezTo>
                  <a:cubicBezTo>
                    <a:pt x="10" y="16"/>
                    <a:pt x="14" y="18"/>
                    <a:pt x="15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7" y="19"/>
                    <a:pt x="16" y="19"/>
                    <a:pt x="16" y="19"/>
                  </a:cubicBezTo>
                  <a:cubicBezTo>
                    <a:pt x="16" y="20"/>
                    <a:pt x="15" y="20"/>
                    <a:pt x="15" y="20"/>
                  </a:cubicBezTo>
                  <a:close/>
                </a:path>
              </a:pathLst>
            </a:custGeom>
            <a:solidFill>
              <a:srgbClr val="D3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46E38E9E-A1FD-4CAD-906F-F7D5F3DF293E}"/>
                </a:ext>
              </a:extLst>
            </p:cNvPr>
            <p:cNvSpPr/>
            <p:nvPr/>
          </p:nvSpPr>
          <p:spPr bwMode="auto">
            <a:xfrm>
              <a:off x="5894388" y="3154363"/>
              <a:ext cx="879475" cy="506413"/>
            </a:xfrm>
            <a:custGeom>
              <a:avLst/>
              <a:gdLst>
                <a:gd name="T0" fmla="*/ 221 w 554"/>
                <a:gd name="T1" fmla="*/ 0 h 319"/>
                <a:gd name="T2" fmla="*/ 554 w 554"/>
                <a:gd name="T3" fmla="*/ 192 h 319"/>
                <a:gd name="T4" fmla="*/ 332 w 554"/>
                <a:gd name="T5" fmla="*/ 319 h 319"/>
                <a:gd name="T6" fmla="*/ 0 w 554"/>
                <a:gd name="T7" fmla="*/ 127 h 319"/>
                <a:gd name="T8" fmla="*/ 221 w 554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19">
                  <a:moveTo>
                    <a:pt x="221" y="0"/>
                  </a:moveTo>
                  <a:lnTo>
                    <a:pt x="554" y="192"/>
                  </a:lnTo>
                  <a:lnTo>
                    <a:pt x="332" y="319"/>
                  </a:lnTo>
                  <a:lnTo>
                    <a:pt x="0" y="127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DE003814-675E-44EA-A7AE-307FB6977625}"/>
                </a:ext>
              </a:extLst>
            </p:cNvPr>
            <p:cNvSpPr/>
            <p:nvPr/>
          </p:nvSpPr>
          <p:spPr bwMode="auto">
            <a:xfrm>
              <a:off x="5894388" y="3154363"/>
              <a:ext cx="879475" cy="506413"/>
            </a:xfrm>
            <a:custGeom>
              <a:avLst/>
              <a:gdLst>
                <a:gd name="T0" fmla="*/ 221 w 554"/>
                <a:gd name="T1" fmla="*/ 0 h 319"/>
                <a:gd name="T2" fmla="*/ 554 w 554"/>
                <a:gd name="T3" fmla="*/ 192 h 319"/>
                <a:gd name="T4" fmla="*/ 332 w 554"/>
                <a:gd name="T5" fmla="*/ 319 h 319"/>
                <a:gd name="T6" fmla="*/ 0 w 554"/>
                <a:gd name="T7" fmla="*/ 127 h 319"/>
                <a:gd name="T8" fmla="*/ 221 w 554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19">
                  <a:moveTo>
                    <a:pt x="221" y="0"/>
                  </a:moveTo>
                  <a:lnTo>
                    <a:pt x="554" y="192"/>
                  </a:lnTo>
                  <a:lnTo>
                    <a:pt x="332" y="319"/>
                  </a:lnTo>
                  <a:lnTo>
                    <a:pt x="0" y="127"/>
                  </a:lnTo>
                  <a:lnTo>
                    <a:pt x="2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59ACBA19-A116-4FDE-B6E6-1368C83A5C7A}"/>
                </a:ext>
              </a:extLst>
            </p:cNvPr>
            <p:cNvSpPr/>
            <p:nvPr/>
          </p:nvSpPr>
          <p:spPr bwMode="auto">
            <a:xfrm>
              <a:off x="5894388" y="3149600"/>
              <a:ext cx="879475" cy="506413"/>
            </a:xfrm>
            <a:custGeom>
              <a:avLst/>
              <a:gdLst>
                <a:gd name="T0" fmla="*/ 221 w 554"/>
                <a:gd name="T1" fmla="*/ 0 h 319"/>
                <a:gd name="T2" fmla="*/ 554 w 554"/>
                <a:gd name="T3" fmla="*/ 192 h 319"/>
                <a:gd name="T4" fmla="*/ 332 w 554"/>
                <a:gd name="T5" fmla="*/ 319 h 319"/>
                <a:gd name="T6" fmla="*/ 0 w 554"/>
                <a:gd name="T7" fmla="*/ 127 h 319"/>
                <a:gd name="T8" fmla="*/ 221 w 554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19">
                  <a:moveTo>
                    <a:pt x="221" y="0"/>
                  </a:moveTo>
                  <a:lnTo>
                    <a:pt x="554" y="192"/>
                  </a:lnTo>
                  <a:lnTo>
                    <a:pt x="332" y="319"/>
                  </a:lnTo>
                  <a:lnTo>
                    <a:pt x="0" y="127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3D0DED29-399D-48E8-B706-597E536C0E14}"/>
                </a:ext>
              </a:extLst>
            </p:cNvPr>
            <p:cNvSpPr/>
            <p:nvPr/>
          </p:nvSpPr>
          <p:spPr bwMode="auto">
            <a:xfrm>
              <a:off x="5894388" y="3149600"/>
              <a:ext cx="879475" cy="506413"/>
            </a:xfrm>
            <a:custGeom>
              <a:avLst/>
              <a:gdLst>
                <a:gd name="T0" fmla="*/ 221 w 554"/>
                <a:gd name="T1" fmla="*/ 0 h 319"/>
                <a:gd name="T2" fmla="*/ 554 w 554"/>
                <a:gd name="T3" fmla="*/ 192 h 319"/>
                <a:gd name="T4" fmla="*/ 332 w 554"/>
                <a:gd name="T5" fmla="*/ 319 h 319"/>
                <a:gd name="T6" fmla="*/ 0 w 554"/>
                <a:gd name="T7" fmla="*/ 127 h 319"/>
                <a:gd name="T8" fmla="*/ 221 w 554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19">
                  <a:moveTo>
                    <a:pt x="221" y="0"/>
                  </a:moveTo>
                  <a:lnTo>
                    <a:pt x="554" y="192"/>
                  </a:lnTo>
                  <a:lnTo>
                    <a:pt x="332" y="319"/>
                  </a:lnTo>
                  <a:lnTo>
                    <a:pt x="0" y="127"/>
                  </a:lnTo>
                  <a:lnTo>
                    <a:pt x="2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858843C6-E369-487B-961F-F40529F804E9}"/>
                </a:ext>
              </a:extLst>
            </p:cNvPr>
            <p:cNvSpPr/>
            <p:nvPr/>
          </p:nvSpPr>
          <p:spPr bwMode="auto">
            <a:xfrm>
              <a:off x="5894388" y="3140075"/>
              <a:ext cx="879475" cy="511175"/>
            </a:xfrm>
            <a:custGeom>
              <a:avLst/>
              <a:gdLst>
                <a:gd name="T0" fmla="*/ 221 w 554"/>
                <a:gd name="T1" fmla="*/ 0 h 322"/>
                <a:gd name="T2" fmla="*/ 554 w 554"/>
                <a:gd name="T3" fmla="*/ 192 h 322"/>
                <a:gd name="T4" fmla="*/ 332 w 554"/>
                <a:gd name="T5" fmla="*/ 322 h 322"/>
                <a:gd name="T6" fmla="*/ 0 w 554"/>
                <a:gd name="T7" fmla="*/ 130 h 322"/>
                <a:gd name="T8" fmla="*/ 221 w 554"/>
                <a:gd name="T9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22">
                  <a:moveTo>
                    <a:pt x="221" y="0"/>
                  </a:moveTo>
                  <a:lnTo>
                    <a:pt x="554" y="192"/>
                  </a:lnTo>
                  <a:lnTo>
                    <a:pt x="332" y="322"/>
                  </a:lnTo>
                  <a:lnTo>
                    <a:pt x="0" y="13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26B322FD-7E57-40E8-ACEB-7497186FDF6F}"/>
                </a:ext>
              </a:extLst>
            </p:cNvPr>
            <p:cNvSpPr/>
            <p:nvPr/>
          </p:nvSpPr>
          <p:spPr bwMode="auto">
            <a:xfrm>
              <a:off x="5894388" y="3140075"/>
              <a:ext cx="879475" cy="511175"/>
            </a:xfrm>
            <a:custGeom>
              <a:avLst/>
              <a:gdLst>
                <a:gd name="T0" fmla="*/ 221 w 554"/>
                <a:gd name="T1" fmla="*/ 0 h 322"/>
                <a:gd name="T2" fmla="*/ 554 w 554"/>
                <a:gd name="T3" fmla="*/ 192 h 322"/>
                <a:gd name="T4" fmla="*/ 332 w 554"/>
                <a:gd name="T5" fmla="*/ 322 h 322"/>
                <a:gd name="T6" fmla="*/ 0 w 554"/>
                <a:gd name="T7" fmla="*/ 130 h 322"/>
                <a:gd name="T8" fmla="*/ 221 w 554"/>
                <a:gd name="T9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322">
                  <a:moveTo>
                    <a:pt x="221" y="0"/>
                  </a:moveTo>
                  <a:lnTo>
                    <a:pt x="554" y="192"/>
                  </a:lnTo>
                  <a:lnTo>
                    <a:pt x="332" y="322"/>
                  </a:lnTo>
                  <a:lnTo>
                    <a:pt x="0" y="130"/>
                  </a:lnTo>
                  <a:lnTo>
                    <a:pt x="2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FF052DB9-BE08-4B04-A25A-EDEE85206013}"/>
                </a:ext>
              </a:extLst>
            </p:cNvPr>
            <p:cNvSpPr/>
            <p:nvPr/>
          </p:nvSpPr>
          <p:spPr bwMode="auto">
            <a:xfrm>
              <a:off x="6400800" y="3630613"/>
              <a:ext cx="20638" cy="20638"/>
            </a:xfrm>
            <a:custGeom>
              <a:avLst/>
              <a:gdLst>
                <a:gd name="T0" fmla="*/ 2 w 4"/>
                <a:gd name="T1" fmla="*/ 4 h 4"/>
                <a:gd name="T2" fmla="*/ 4 w 4"/>
                <a:gd name="T3" fmla="*/ 4 h 4"/>
                <a:gd name="T4" fmla="*/ 4 w 4"/>
                <a:gd name="T5" fmla="*/ 2 h 4"/>
                <a:gd name="T6" fmla="*/ 4 w 4"/>
                <a:gd name="T7" fmla="*/ 1 h 4"/>
                <a:gd name="T8" fmla="*/ 4 w 4"/>
                <a:gd name="T9" fmla="*/ 1 h 4"/>
                <a:gd name="T10" fmla="*/ 1 w 4"/>
                <a:gd name="T11" fmla="*/ 1 h 4"/>
                <a:gd name="T12" fmla="*/ 0 w 4"/>
                <a:gd name="T13" fmla="*/ 1 h 4"/>
                <a:gd name="T14" fmla="*/ 0 w 4"/>
                <a:gd name="T15" fmla="*/ 2 h 4"/>
                <a:gd name="T16" fmla="*/ 1 w 4"/>
                <a:gd name="T17" fmla="*/ 4 h 4"/>
                <a:gd name="T18" fmla="*/ 2 w 4"/>
                <a:gd name="T19" fmla="*/ 4 h 4"/>
                <a:gd name="T20" fmla="*/ 2 w 4"/>
                <a:gd name="T21" fmla="*/ 1 h 4"/>
                <a:gd name="T22" fmla="*/ 3 w 4"/>
                <a:gd name="T23" fmla="*/ 2 h 4"/>
                <a:gd name="T24" fmla="*/ 3 w 4"/>
                <a:gd name="T25" fmla="*/ 2 h 4"/>
                <a:gd name="T26" fmla="*/ 3 w 4"/>
                <a:gd name="T27" fmla="*/ 2 h 4"/>
                <a:gd name="T28" fmla="*/ 3 w 4"/>
                <a:gd name="T29" fmla="*/ 3 h 4"/>
                <a:gd name="T30" fmla="*/ 2 w 4"/>
                <a:gd name="T31" fmla="*/ 3 h 4"/>
                <a:gd name="T32" fmla="*/ 1 w 4"/>
                <a:gd name="T33" fmla="*/ 2 h 4"/>
                <a:gd name="T34" fmla="*/ 2 w 4"/>
                <a:gd name="T35" fmla="*/ 2 h 4"/>
                <a:gd name="T36" fmla="*/ 2 w 4"/>
                <a:gd name="T37" fmla="*/ 2 h 4"/>
                <a:gd name="T38" fmla="*/ 2 w 4"/>
                <a:gd name="T3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3" y="4"/>
                    <a:pt x="3" y="4"/>
                    <a:pt x="4" y="4"/>
                  </a:cubicBezTo>
                  <a:cubicBezTo>
                    <a:pt x="4" y="3"/>
                    <a:pt x="4" y="3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lose/>
                  <a:moveTo>
                    <a:pt x="2" y="1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96A5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5B921147-3542-4F0E-A74C-36919AC9E246}"/>
                </a:ext>
              </a:extLst>
            </p:cNvPr>
            <p:cNvSpPr/>
            <p:nvPr/>
          </p:nvSpPr>
          <p:spPr bwMode="auto">
            <a:xfrm>
              <a:off x="5940425" y="3367088"/>
              <a:ext cx="423863" cy="252413"/>
            </a:xfrm>
            <a:custGeom>
              <a:avLst/>
              <a:gdLst>
                <a:gd name="T0" fmla="*/ 82 w 82"/>
                <a:gd name="T1" fmla="*/ 48 h 49"/>
                <a:gd name="T2" fmla="*/ 81 w 82"/>
                <a:gd name="T3" fmla="*/ 45 h 49"/>
                <a:gd name="T4" fmla="*/ 78 w 82"/>
                <a:gd name="T5" fmla="*/ 47 h 49"/>
                <a:gd name="T6" fmla="*/ 80 w 82"/>
                <a:gd name="T7" fmla="*/ 49 h 49"/>
                <a:gd name="T8" fmla="*/ 80 w 82"/>
                <a:gd name="T9" fmla="*/ 46 h 49"/>
                <a:gd name="T10" fmla="*/ 81 w 82"/>
                <a:gd name="T11" fmla="*/ 47 h 49"/>
                <a:gd name="T12" fmla="*/ 79 w 82"/>
                <a:gd name="T13" fmla="*/ 47 h 49"/>
                <a:gd name="T14" fmla="*/ 80 w 82"/>
                <a:gd name="T15" fmla="*/ 46 h 49"/>
                <a:gd name="T16" fmla="*/ 71 w 82"/>
                <a:gd name="T17" fmla="*/ 41 h 49"/>
                <a:gd name="T18" fmla="*/ 70 w 82"/>
                <a:gd name="T19" fmla="*/ 39 h 49"/>
                <a:gd name="T20" fmla="*/ 67 w 82"/>
                <a:gd name="T21" fmla="*/ 41 h 49"/>
                <a:gd name="T22" fmla="*/ 69 w 82"/>
                <a:gd name="T23" fmla="*/ 42 h 49"/>
                <a:gd name="T24" fmla="*/ 69 w 82"/>
                <a:gd name="T25" fmla="*/ 40 h 49"/>
                <a:gd name="T26" fmla="*/ 70 w 82"/>
                <a:gd name="T27" fmla="*/ 41 h 49"/>
                <a:gd name="T28" fmla="*/ 69 w 82"/>
                <a:gd name="T29" fmla="*/ 41 h 49"/>
                <a:gd name="T30" fmla="*/ 69 w 82"/>
                <a:gd name="T31" fmla="*/ 40 h 49"/>
                <a:gd name="T32" fmla="*/ 60 w 82"/>
                <a:gd name="T33" fmla="*/ 35 h 49"/>
                <a:gd name="T34" fmla="*/ 60 w 82"/>
                <a:gd name="T35" fmla="*/ 33 h 49"/>
                <a:gd name="T36" fmla="*/ 57 w 82"/>
                <a:gd name="T37" fmla="*/ 32 h 49"/>
                <a:gd name="T38" fmla="*/ 56 w 82"/>
                <a:gd name="T39" fmla="*/ 34 h 49"/>
                <a:gd name="T40" fmla="*/ 58 w 82"/>
                <a:gd name="T41" fmla="*/ 36 h 49"/>
                <a:gd name="T42" fmla="*/ 58 w 82"/>
                <a:gd name="T43" fmla="*/ 35 h 49"/>
                <a:gd name="T44" fmla="*/ 57 w 82"/>
                <a:gd name="T45" fmla="*/ 34 h 49"/>
                <a:gd name="T46" fmla="*/ 58 w 82"/>
                <a:gd name="T47" fmla="*/ 33 h 49"/>
                <a:gd name="T48" fmla="*/ 58 w 82"/>
                <a:gd name="T49" fmla="*/ 34 h 49"/>
                <a:gd name="T50" fmla="*/ 49 w 82"/>
                <a:gd name="T51" fmla="*/ 29 h 49"/>
                <a:gd name="T52" fmla="*/ 48 w 82"/>
                <a:gd name="T53" fmla="*/ 26 h 49"/>
                <a:gd name="T54" fmla="*/ 46 w 82"/>
                <a:gd name="T55" fmla="*/ 29 h 49"/>
                <a:gd name="T56" fmla="*/ 47 w 82"/>
                <a:gd name="T57" fmla="*/ 27 h 49"/>
                <a:gd name="T58" fmla="*/ 47 w 82"/>
                <a:gd name="T59" fmla="*/ 27 h 49"/>
                <a:gd name="T60" fmla="*/ 47 w 82"/>
                <a:gd name="T61" fmla="*/ 28 h 49"/>
                <a:gd name="T62" fmla="*/ 46 w 82"/>
                <a:gd name="T63" fmla="*/ 27 h 49"/>
                <a:gd name="T64" fmla="*/ 36 w 82"/>
                <a:gd name="T65" fmla="*/ 23 h 49"/>
                <a:gd name="T66" fmla="*/ 37 w 82"/>
                <a:gd name="T67" fmla="*/ 19 h 49"/>
                <a:gd name="T68" fmla="*/ 35 w 82"/>
                <a:gd name="T69" fmla="*/ 23 h 49"/>
                <a:gd name="T70" fmla="*/ 36 w 82"/>
                <a:gd name="T71" fmla="*/ 20 h 49"/>
                <a:gd name="T72" fmla="*/ 36 w 82"/>
                <a:gd name="T73" fmla="*/ 21 h 49"/>
                <a:gd name="T74" fmla="*/ 35 w 82"/>
                <a:gd name="T75" fmla="*/ 22 h 49"/>
                <a:gd name="T76" fmla="*/ 36 w 82"/>
                <a:gd name="T77" fmla="*/ 20 h 49"/>
                <a:gd name="T78" fmla="*/ 26 w 82"/>
                <a:gd name="T79" fmla="*/ 16 h 49"/>
                <a:gd name="T80" fmla="*/ 26 w 82"/>
                <a:gd name="T81" fmla="*/ 13 h 49"/>
                <a:gd name="T82" fmla="*/ 23 w 82"/>
                <a:gd name="T83" fmla="*/ 14 h 49"/>
                <a:gd name="T84" fmla="*/ 24 w 82"/>
                <a:gd name="T85" fmla="*/ 17 h 49"/>
                <a:gd name="T86" fmla="*/ 25 w 82"/>
                <a:gd name="T87" fmla="*/ 15 h 49"/>
                <a:gd name="T88" fmla="*/ 24 w 82"/>
                <a:gd name="T89" fmla="*/ 15 h 49"/>
                <a:gd name="T90" fmla="*/ 24 w 82"/>
                <a:gd name="T91" fmla="*/ 14 h 49"/>
                <a:gd name="T92" fmla="*/ 25 w 82"/>
                <a:gd name="T93" fmla="*/ 15 h 49"/>
                <a:gd name="T94" fmla="*/ 15 w 82"/>
                <a:gd name="T95" fmla="*/ 9 h 49"/>
                <a:gd name="T96" fmla="*/ 12 w 82"/>
                <a:gd name="T97" fmla="*/ 7 h 49"/>
                <a:gd name="T98" fmla="*/ 12 w 82"/>
                <a:gd name="T99" fmla="*/ 10 h 49"/>
                <a:gd name="T100" fmla="*/ 14 w 82"/>
                <a:gd name="T101" fmla="*/ 8 h 49"/>
                <a:gd name="T102" fmla="*/ 14 w 82"/>
                <a:gd name="T103" fmla="*/ 9 h 49"/>
                <a:gd name="T104" fmla="*/ 13 w 82"/>
                <a:gd name="T105" fmla="*/ 9 h 49"/>
                <a:gd name="T106" fmla="*/ 13 w 82"/>
                <a:gd name="T107" fmla="*/ 8 h 49"/>
                <a:gd name="T108" fmla="*/ 2 w 82"/>
                <a:gd name="T109" fmla="*/ 4 h 49"/>
                <a:gd name="T110" fmla="*/ 4 w 82"/>
                <a:gd name="T111" fmla="*/ 3 h 49"/>
                <a:gd name="T112" fmla="*/ 2 w 82"/>
                <a:gd name="T113" fmla="*/ 0 h 49"/>
                <a:gd name="T114" fmla="*/ 1 w 82"/>
                <a:gd name="T115" fmla="*/ 4 h 49"/>
                <a:gd name="T116" fmla="*/ 3 w 82"/>
                <a:gd name="T117" fmla="*/ 2 h 49"/>
                <a:gd name="T118" fmla="*/ 2 w 82"/>
                <a:gd name="T119" fmla="*/ 2 h 49"/>
                <a:gd name="T120" fmla="*/ 3 w 82"/>
                <a:gd name="T12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2" h="49">
                  <a:moveTo>
                    <a:pt x="80" y="49"/>
                  </a:moveTo>
                  <a:cubicBezTo>
                    <a:pt x="81" y="49"/>
                    <a:pt x="82" y="48"/>
                    <a:pt x="82" y="48"/>
                  </a:cubicBezTo>
                  <a:cubicBezTo>
                    <a:pt x="82" y="47"/>
                    <a:pt x="82" y="47"/>
                    <a:pt x="82" y="46"/>
                  </a:cubicBezTo>
                  <a:cubicBezTo>
                    <a:pt x="82" y="46"/>
                    <a:pt x="82" y="45"/>
                    <a:pt x="81" y="45"/>
                  </a:cubicBezTo>
                  <a:cubicBezTo>
                    <a:pt x="80" y="44"/>
                    <a:pt x="79" y="45"/>
                    <a:pt x="78" y="46"/>
                  </a:cubicBezTo>
                  <a:cubicBezTo>
                    <a:pt x="78" y="46"/>
                    <a:pt x="78" y="47"/>
                    <a:pt x="78" y="47"/>
                  </a:cubicBezTo>
                  <a:cubicBezTo>
                    <a:pt x="78" y="48"/>
                    <a:pt x="79" y="48"/>
                    <a:pt x="79" y="49"/>
                  </a:cubicBezTo>
                  <a:cubicBezTo>
                    <a:pt x="79" y="49"/>
                    <a:pt x="80" y="49"/>
                    <a:pt x="80" y="49"/>
                  </a:cubicBezTo>
                  <a:close/>
                  <a:moveTo>
                    <a:pt x="80" y="46"/>
                  </a:moveTo>
                  <a:cubicBezTo>
                    <a:pt x="80" y="46"/>
                    <a:pt x="80" y="46"/>
                    <a:pt x="80" y="46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79" y="46"/>
                    <a:pt x="79" y="46"/>
                    <a:pt x="79" y="46"/>
                  </a:cubicBezTo>
                  <a:lnTo>
                    <a:pt x="80" y="46"/>
                  </a:lnTo>
                  <a:close/>
                  <a:moveTo>
                    <a:pt x="69" y="42"/>
                  </a:moveTo>
                  <a:cubicBezTo>
                    <a:pt x="70" y="42"/>
                    <a:pt x="70" y="42"/>
                    <a:pt x="71" y="41"/>
                  </a:cubicBezTo>
                  <a:cubicBezTo>
                    <a:pt x="71" y="41"/>
                    <a:pt x="71" y="40"/>
                    <a:pt x="71" y="40"/>
                  </a:cubicBezTo>
                  <a:cubicBezTo>
                    <a:pt x="71" y="39"/>
                    <a:pt x="71" y="39"/>
                    <a:pt x="70" y="39"/>
                  </a:cubicBezTo>
                  <a:cubicBezTo>
                    <a:pt x="69" y="38"/>
                    <a:pt x="68" y="38"/>
                    <a:pt x="67" y="39"/>
                  </a:cubicBezTo>
                  <a:cubicBezTo>
                    <a:pt x="67" y="40"/>
                    <a:pt x="67" y="40"/>
                    <a:pt x="67" y="41"/>
                  </a:cubicBezTo>
                  <a:cubicBezTo>
                    <a:pt x="67" y="41"/>
                    <a:pt x="67" y="42"/>
                    <a:pt x="68" y="42"/>
                  </a:cubicBezTo>
                  <a:cubicBezTo>
                    <a:pt x="68" y="42"/>
                    <a:pt x="69" y="42"/>
                    <a:pt x="69" y="42"/>
                  </a:cubicBezTo>
                  <a:close/>
                  <a:moveTo>
                    <a:pt x="69" y="40"/>
                  </a:moveTo>
                  <a:cubicBezTo>
                    <a:pt x="69" y="40"/>
                    <a:pt x="69" y="40"/>
                    <a:pt x="69" y="40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69" y="41"/>
                    <a:pt x="69" y="41"/>
                    <a:pt x="69" y="41"/>
                  </a:cubicBezTo>
                  <a:cubicBezTo>
                    <a:pt x="68" y="40"/>
                    <a:pt x="68" y="40"/>
                    <a:pt x="68" y="40"/>
                  </a:cubicBezTo>
                  <a:lnTo>
                    <a:pt x="69" y="40"/>
                  </a:lnTo>
                  <a:close/>
                  <a:moveTo>
                    <a:pt x="58" y="36"/>
                  </a:moveTo>
                  <a:cubicBezTo>
                    <a:pt x="59" y="36"/>
                    <a:pt x="59" y="36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5"/>
                    <a:pt x="60" y="34"/>
                    <a:pt x="60" y="33"/>
                  </a:cubicBezTo>
                  <a:cubicBezTo>
                    <a:pt x="60" y="33"/>
                    <a:pt x="59" y="32"/>
                    <a:pt x="59" y="32"/>
                  </a:cubicBezTo>
                  <a:cubicBezTo>
                    <a:pt x="58" y="32"/>
                    <a:pt x="58" y="32"/>
                    <a:pt x="57" y="32"/>
                  </a:cubicBezTo>
                  <a:cubicBezTo>
                    <a:pt x="57" y="32"/>
                    <a:pt x="56" y="32"/>
                    <a:pt x="56" y="33"/>
                  </a:cubicBezTo>
                  <a:cubicBezTo>
                    <a:pt x="56" y="33"/>
                    <a:pt x="56" y="34"/>
                    <a:pt x="56" y="34"/>
                  </a:cubicBezTo>
                  <a:cubicBezTo>
                    <a:pt x="56" y="35"/>
                    <a:pt x="56" y="35"/>
                    <a:pt x="57" y="36"/>
                  </a:cubicBezTo>
                  <a:cubicBezTo>
                    <a:pt x="57" y="36"/>
                    <a:pt x="58" y="36"/>
                    <a:pt x="58" y="36"/>
                  </a:cubicBezTo>
                  <a:close/>
                  <a:moveTo>
                    <a:pt x="58" y="34"/>
                  </a:moveTo>
                  <a:cubicBezTo>
                    <a:pt x="58" y="35"/>
                    <a:pt x="58" y="35"/>
                    <a:pt x="58" y="35"/>
                  </a:cubicBezTo>
                  <a:cubicBezTo>
                    <a:pt x="57" y="34"/>
                    <a:pt x="57" y="34"/>
                    <a:pt x="57" y="34"/>
                  </a:cubicBezTo>
                  <a:cubicBezTo>
                    <a:pt x="57" y="34"/>
                    <a:pt x="57" y="34"/>
                    <a:pt x="57" y="34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9" y="34"/>
                    <a:pt x="59" y="34"/>
                    <a:pt x="59" y="34"/>
                  </a:cubicBezTo>
                  <a:lnTo>
                    <a:pt x="58" y="34"/>
                  </a:lnTo>
                  <a:close/>
                  <a:moveTo>
                    <a:pt x="47" y="30"/>
                  </a:moveTo>
                  <a:cubicBezTo>
                    <a:pt x="48" y="30"/>
                    <a:pt x="48" y="29"/>
                    <a:pt x="49" y="29"/>
                  </a:cubicBezTo>
                  <a:cubicBezTo>
                    <a:pt x="49" y="28"/>
                    <a:pt x="49" y="28"/>
                    <a:pt x="49" y="27"/>
                  </a:cubicBezTo>
                  <a:cubicBezTo>
                    <a:pt x="49" y="26"/>
                    <a:pt x="48" y="26"/>
                    <a:pt x="48" y="26"/>
                  </a:cubicBezTo>
                  <a:cubicBezTo>
                    <a:pt x="47" y="25"/>
                    <a:pt x="46" y="25"/>
                    <a:pt x="45" y="26"/>
                  </a:cubicBezTo>
                  <a:cubicBezTo>
                    <a:pt x="44" y="27"/>
                    <a:pt x="45" y="29"/>
                    <a:pt x="46" y="29"/>
                  </a:cubicBezTo>
                  <a:cubicBezTo>
                    <a:pt x="46" y="30"/>
                    <a:pt x="46" y="30"/>
                    <a:pt x="47" y="30"/>
                  </a:cubicBezTo>
                  <a:close/>
                  <a:moveTo>
                    <a:pt x="47" y="27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7"/>
                    <a:pt x="46" y="27"/>
                    <a:pt x="46" y="27"/>
                  </a:cubicBezTo>
                  <a:lnTo>
                    <a:pt x="47" y="27"/>
                  </a:lnTo>
                  <a:close/>
                  <a:moveTo>
                    <a:pt x="36" y="23"/>
                  </a:moveTo>
                  <a:cubicBezTo>
                    <a:pt x="36" y="23"/>
                    <a:pt x="37" y="23"/>
                    <a:pt x="38" y="22"/>
                  </a:cubicBezTo>
                  <a:cubicBezTo>
                    <a:pt x="38" y="21"/>
                    <a:pt x="38" y="20"/>
                    <a:pt x="37" y="19"/>
                  </a:cubicBezTo>
                  <a:cubicBezTo>
                    <a:pt x="36" y="19"/>
                    <a:pt x="34" y="19"/>
                    <a:pt x="34" y="20"/>
                  </a:cubicBezTo>
                  <a:cubicBezTo>
                    <a:pt x="33" y="21"/>
                    <a:pt x="34" y="22"/>
                    <a:pt x="35" y="23"/>
                  </a:cubicBezTo>
                  <a:cubicBezTo>
                    <a:pt x="35" y="23"/>
                    <a:pt x="35" y="23"/>
                    <a:pt x="36" y="23"/>
                  </a:cubicBezTo>
                  <a:close/>
                  <a:moveTo>
                    <a:pt x="36" y="20"/>
                  </a:move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lnTo>
                    <a:pt x="36" y="20"/>
                  </a:lnTo>
                  <a:close/>
                  <a:moveTo>
                    <a:pt x="25" y="17"/>
                  </a:moveTo>
                  <a:cubicBezTo>
                    <a:pt x="25" y="17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7" y="15"/>
                    <a:pt x="27" y="14"/>
                    <a:pt x="26" y="13"/>
                  </a:cubicBezTo>
                  <a:cubicBezTo>
                    <a:pt x="25" y="13"/>
                    <a:pt x="25" y="13"/>
                    <a:pt x="24" y="13"/>
                  </a:cubicBezTo>
                  <a:cubicBezTo>
                    <a:pt x="24" y="13"/>
                    <a:pt x="23" y="13"/>
                    <a:pt x="23" y="14"/>
                  </a:cubicBezTo>
                  <a:cubicBezTo>
                    <a:pt x="23" y="14"/>
                    <a:pt x="22" y="15"/>
                    <a:pt x="23" y="15"/>
                  </a:cubicBezTo>
                  <a:cubicBezTo>
                    <a:pt x="23" y="16"/>
                    <a:pt x="23" y="16"/>
                    <a:pt x="24" y="17"/>
                  </a:cubicBezTo>
                  <a:lnTo>
                    <a:pt x="25" y="17"/>
                  </a:lnTo>
                  <a:close/>
                  <a:moveTo>
                    <a:pt x="25" y="15"/>
                  </a:moveTo>
                  <a:cubicBezTo>
                    <a:pt x="25" y="15"/>
                    <a:pt x="25" y="16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lnTo>
                    <a:pt x="25" y="15"/>
                  </a:lnTo>
                  <a:close/>
                  <a:moveTo>
                    <a:pt x="14" y="10"/>
                  </a:moveTo>
                  <a:cubicBezTo>
                    <a:pt x="14" y="10"/>
                    <a:pt x="15" y="10"/>
                    <a:pt x="15" y="9"/>
                  </a:cubicBezTo>
                  <a:cubicBezTo>
                    <a:pt x="16" y="8"/>
                    <a:pt x="16" y="7"/>
                    <a:pt x="15" y="7"/>
                  </a:cubicBezTo>
                  <a:cubicBezTo>
                    <a:pt x="14" y="6"/>
                    <a:pt x="12" y="6"/>
                    <a:pt x="12" y="7"/>
                  </a:cubicBezTo>
                  <a:cubicBezTo>
                    <a:pt x="11" y="8"/>
                    <a:pt x="11" y="8"/>
                    <a:pt x="11" y="9"/>
                  </a:cubicBezTo>
                  <a:cubicBezTo>
                    <a:pt x="12" y="9"/>
                    <a:pt x="12" y="10"/>
                    <a:pt x="12" y="10"/>
                  </a:cubicBezTo>
                  <a:cubicBezTo>
                    <a:pt x="13" y="10"/>
                    <a:pt x="13" y="10"/>
                    <a:pt x="14" y="10"/>
                  </a:cubicBez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8"/>
                    <a:pt x="13" y="8"/>
                    <a:pt x="13" y="8"/>
                  </a:cubicBezTo>
                  <a:lnTo>
                    <a:pt x="14" y="8"/>
                  </a:lnTo>
                  <a:close/>
                  <a:moveTo>
                    <a:pt x="2" y="4"/>
                  </a:moveTo>
                  <a:cubicBezTo>
                    <a:pt x="3" y="4"/>
                    <a:pt x="4" y="4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2" y="4"/>
                    <a:pt x="2" y="4"/>
                    <a:pt x="2" y="4"/>
                  </a:cubicBezTo>
                  <a:close/>
                  <a:moveTo>
                    <a:pt x="3" y="2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96A5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6AD87A4F-5703-4195-BDEA-DC941299B0DF}"/>
                </a:ext>
              </a:extLst>
            </p:cNvPr>
            <p:cNvSpPr/>
            <p:nvPr/>
          </p:nvSpPr>
          <p:spPr bwMode="auto">
            <a:xfrm>
              <a:off x="5883275" y="3330575"/>
              <a:ext cx="20638" cy="25400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4 w 4"/>
                <a:gd name="T5" fmla="*/ 4 h 5"/>
                <a:gd name="T6" fmla="*/ 4 w 4"/>
                <a:gd name="T7" fmla="*/ 3 h 5"/>
                <a:gd name="T8" fmla="*/ 4 w 4"/>
                <a:gd name="T9" fmla="*/ 3 h 5"/>
                <a:gd name="T10" fmla="*/ 4 w 4"/>
                <a:gd name="T11" fmla="*/ 2 h 5"/>
                <a:gd name="T12" fmla="*/ 4 w 4"/>
                <a:gd name="T13" fmla="*/ 1 h 5"/>
                <a:gd name="T14" fmla="*/ 3 w 4"/>
                <a:gd name="T15" fmla="*/ 1 h 5"/>
                <a:gd name="T16" fmla="*/ 2 w 4"/>
                <a:gd name="T17" fmla="*/ 1 h 5"/>
                <a:gd name="T18" fmla="*/ 1 w 4"/>
                <a:gd name="T19" fmla="*/ 1 h 5"/>
                <a:gd name="T20" fmla="*/ 0 w 4"/>
                <a:gd name="T21" fmla="*/ 2 h 5"/>
                <a:gd name="T22" fmla="*/ 0 w 4"/>
                <a:gd name="T23" fmla="*/ 3 h 5"/>
                <a:gd name="T24" fmla="*/ 0 w 4"/>
                <a:gd name="T25" fmla="*/ 3 h 5"/>
                <a:gd name="T26" fmla="*/ 1 w 4"/>
                <a:gd name="T27" fmla="*/ 4 h 5"/>
                <a:gd name="T28" fmla="*/ 2 w 4"/>
                <a:gd name="T29" fmla="*/ 4 h 5"/>
                <a:gd name="T30" fmla="*/ 2 w 4"/>
                <a:gd name="T31" fmla="*/ 5 h 5"/>
                <a:gd name="T32" fmla="*/ 2 w 4"/>
                <a:gd name="T33" fmla="*/ 2 h 5"/>
                <a:gd name="T34" fmla="*/ 3 w 4"/>
                <a:gd name="T35" fmla="*/ 2 h 5"/>
                <a:gd name="T36" fmla="*/ 3 w 4"/>
                <a:gd name="T37" fmla="*/ 2 h 5"/>
                <a:gd name="T38" fmla="*/ 3 w 4"/>
                <a:gd name="T39" fmla="*/ 2 h 5"/>
                <a:gd name="T40" fmla="*/ 3 w 4"/>
                <a:gd name="T41" fmla="*/ 3 h 5"/>
                <a:gd name="T42" fmla="*/ 3 w 4"/>
                <a:gd name="T43" fmla="*/ 3 h 5"/>
                <a:gd name="T44" fmla="*/ 3 w 4"/>
                <a:gd name="T45" fmla="*/ 3 h 5"/>
                <a:gd name="T46" fmla="*/ 3 w 4"/>
                <a:gd name="T47" fmla="*/ 3 h 5"/>
                <a:gd name="T48" fmla="*/ 2 w 4"/>
                <a:gd name="T49" fmla="*/ 3 h 5"/>
                <a:gd name="T50" fmla="*/ 2 w 4"/>
                <a:gd name="T51" fmla="*/ 3 h 5"/>
                <a:gd name="T52" fmla="*/ 2 w 4"/>
                <a:gd name="T53" fmla="*/ 3 h 5"/>
                <a:gd name="T54" fmla="*/ 2 w 4"/>
                <a:gd name="T55" fmla="*/ 3 h 5"/>
                <a:gd name="T56" fmla="*/ 2 w 4"/>
                <a:gd name="T57" fmla="*/ 2 h 5"/>
                <a:gd name="T58" fmla="*/ 2 w 4"/>
                <a:gd name="T59" fmla="*/ 2 h 5"/>
                <a:gd name="T60" fmla="*/ 2 w 4"/>
                <a:gd name="T6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4"/>
                    <a:pt x="2" y="4"/>
                    <a:pt x="2" y="4"/>
                  </a:cubicBezTo>
                  <a:lnTo>
                    <a:pt x="2" y="5"/>
                  </a:lnTo>
                  <a:close/>
                  <a:moveTo>
                    <a:pt x="2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96A5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17BBB0C5-66F0-43DB-87D2-B9F024AF754B}"/>
                </a:ext>
              </a:extLst>
            </p:cNvPr>
            <p:cNvSpPr/>
            <p:nvPr/>
          </p:nvSpPr>
          <p:spPr bwMode="auto">
            <a:xfrm>
              <a:off x="4394200" y="3195638"/>
              <a:ext cx="806450" cy="666750"/>
            </a:xfrm>
            <a:custGeom>
              <a:avLst/>
              <a:gdLst>
                <a:gd name="T0" fmla="*/ 508 w 508"/>
                <a:gd name="T1" fmla="*/ 267 h 420"/>
                <a:gd name="T2" fmla="*/ 241 w 508"/>
                <a:gd name="T3" fmla="*/ 420 h 420"/>
                <a:gd name="T4" fmla="*/ 0 w 508"/>
                <a:gd name="T5" fmla="*/ 108 h 420"/>
                <a:gd name="T6" fmla="*/ 247 w 508"/>
                <a:gd name="T7" fmla="*/ 0 h 420"/>
                <a:gd name="T8" fmla="*/ 508 w 508"/>
                <a:gd name="T9" fmla="*/ 26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8" h="420">
                  <a:moveTo>
                    <a:pt x="508" y="267"/>
                  </a:moveTo>
                  <a:lnTo>
                    <a:pt x="241" y="420"/>
                  </a:lnTo>
                  <a:lnTo>
                    <a:pt x="0" y="108"/>
                  </a:lnTo>
                  <a:lnTo>
                    <a:pt x="247" y="0"/>
                  </a:lnTo>
                  <a:lnTo>
                    <a:pt x="508" y="267"/>
                  </a:lnTo>
                  <a:close/>
                </a:path>
              </a:pathLst>
            </a:custGeom>
            <a:solidFill>
              <a:srgbClr val="BAA5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CD2C893D-A92D-4A99-8948-B1AD660E31B5}"/>
                </a:ext>
              </a:extLst>
            </p:cNvPr>
            <p:cNvSpPr/>
            <p:nvPr/>
          </p:nvSpPr>
          <p:spPr bwMode="auto">
            <a:xfrm>
              <a:off x="4351338" y="3186113"/>
              <a:ext cx="796925" cy="660400"/>
            </a:xfrm>
            <a:custGeom>
              <a:avLst/>
              <a:gdLst>
                <a:gd name="T0" fmla="*/ 502 w 502"/>
                <a:gd name="T1" fmla="*/ 273 h 416"/>
                <a:gd name="T2" fmla="*/ 232 w 502"/>
                <a:gd name="T3" fmla="*/ 416 h 416"/>
                <a:gd name="T4" fmla="*/ 0 w 502"/>
                <a:gd name="T5" fmla="*/ 101 h 416"/>
                <a:gd name="T6" fmla="*/ 251 w 502"/>
                <a:gd name="T7" fmla="*/ 0 h 416"/>
                <a:gd name="T8" fmla="*/ 502 w 502"/>
                <a:gd name="T9" fmla="*/ 273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2" h="416">
                  <a:moveTo>
                    <a:pt x="502" y="273"/>
                  </a:moveTo>
                  <a:lnTo>
                    <a:pt x="232" y="416"/>
                  </a:lnTo>
                  <a:lnTo>
                    <a:pt x="0" y="101"/>
                  </a:lnTo>
                  <a:lnTo>
                    <a:pt x="251" y="0"/>
                  </a:lnTo>
                  <a:lnTo>
                    <a:pt x="502" y="273"/>
                  </a:lnTo>
                  <a:close/>
                </a:path>
              </a:pathLst>
            </a:custGeom>
            <a:solidFill>
              <a:srgbClr val="D9F0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CD0B68FD-A27F-44DB-B44A-B5D24891BC2C}"/>
                </a:ext>
              </a:extLst>
            </p:cNvPr>
            <p:cNvSpPr/>
            <p:nvPr/>
          </p:nvSpPr>
          <p:spPr bwMode="auto">
            <a:xfrm>
              <a:off x="4337050" y="3211513"/>
              <a:ext cx="735013" cy="650875"/>
            </a:xfrm>
            <a:custGeom>
              <a:avLst/>
              <a:gdLst>
                <a:gd name="T0" fmla="*/ 463 w 463"/>
                <a:gd name="T1" fmla="*/ 306 h 410"/>
                <a:gd name="T2" fmla="*/ 166 w 463"/>
                <a:gd name="T3" fmla="*/ 410 h 410"/>
                <a:gd name="T4" fmla="*/ 0 w 463"/>
                <a:gd name="T5" fmla="*/ 78 h 410"/>
                <a:gd name="T6" fmla="*/ 251 w 463"/>
                <a:gd name="T7" fmla="*/ 0 h 410"/>
                <a:gd name="T8" fmla="*/ 463 w 463"/>
                <a:gd name="T9" fmla="*/ 306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410">
                  <a:moveTo>
                    <a:pt x="463" y="306"/>
                  </a:moveTo>
                  <a:lnTo>
                    <a:pt x="166" y="410"/>
                  </a:lnTo>
                  <a:lnTo>
                    <a:pt x="0" y="78"/>
                  </a:lnTo>
                  <a:lnTo>
                    <a:pt x="251" y="0"/>
                  </a:lnTo>
                  <a:lnTo>
                    <a:pt x="463" y="306"/>
                  </a:lnTo>
                  <a:close/>
                </a:path>
              </a:pathLst>
            </a:custGeom>
            <a:solidFill>
              <a:srgbClr val="FFF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9BDB9F24-F623-4E6E-89F7-FBD14BCA9F6B}"/>
                </a:ext>
              </a:extLst>
            </p:cNvPr>
            <p:cNvSpPr/>
            <p:nvPr/>
          </p:nvSpPr>
          <p:spPr bwMode="auto">
            <a:xfrm>
              <a:off x="6153150" y="4581525"/>
              <a:ext cx="1655763" cy="887413"/>
            </a:xfrm>
            <a:custGeom>
              <a:avLst/>
              <a:gdLst>
                <a:gd name="T0" fmla="*/ 119 w 320"/>
                <a:gd name="T1" fmla="*/ 9 h 172"/>
                <a:gd name="T2" fmla="*/ 118 w 320"/>
                <a:gd name="T3" fmla="*/ 14 h 172"/>
                <a:gd name="T4" fmla="*/ 118 w 320"/>
                <a:gd name="T5" fmla="*/ 14 h 172"/>
                <a:gd name="T6" fmla="*/ 118 w 320"/>
                <a:gd name="T7" fmla="*/ 14 h 172"/>
                <a:gd name="T8" fmla="*/ 118 w 320"/>
                <a:gd name="T9" fmla="*/ 14 h 172"/>
                <a:gd name="T10" fmla="*/ 118 w 320"/>
                <a:gd name="T11" fmla="*/ 14 h 172"/>
                <a:gd name="T12" fmla="*/ 118 w 320"/>
                <a:gd name="T13" fmla="*/ 14 h 172"/>
                <a:gd name="T14" fmla="*/ 118 w 320"/>
                <a:gd name="T15" fmla="*/ 14 h 172"/>
                <a:gd name="T16" fmla="*/ 118 w 320"/>
                <a:gd name="T17" fmla="*/ 14 h 172"/>
                <a:gd name="T18" fmla="*/ 119 w 320"/>
                <a:gd name="T19" fmla="*/ 20 h 172"/>
                <a:gd name="T20" fmla="*/ 118 w 320"/>
                <a:gd name="T21" fmla="*/ 25 h 172"/>
                <a:gd name="T22" fmla="*/ 118 w 320"/>
                <a:gd name="T23" fmla="*/ 25 h 172"/>
                <a:gd name="T24" fmla="*/ 118 w 320"/>
                <a:gd name="T25" fmla="*/ 25 h 172"/>
                <a:gd name="T26" fmla="*/ 102 w 320"/>
                <a:gd name="T27" fmla="*/ 33 h 172"/>
                <a:gd name="T28" fmla="*/ 102 w 320"/>
                <a:gd name="T29" fmla="*/ 33 h 172"/>
                <a:gd name="T30" fmla="*/ 102 w 320"/>
                <a:gd name="T31" fmla="*/ 33 h 172"/>
                <a:gd name="T32" fmla="*/ 89 w 320"/>
                <a:gd name="T33" fmla="*/ 31 h 172"/>
                <a:gd name="T34" fmla="*/ 88 w 320"/>
                <a:gd name="T35" fmla="*/ 31 h 172"/>
                <a:gd name="T36" fmla="*/ 88 w 320"/>
                <a:gd name="T37" fmla="*/ 31 h 172"/>
                <a:gd name="T38" fmla="*/ 83 w 320"/>
                <a:gd name="T39" fmla="*/ 29 h 172"/>
                <a:gd name="T40" fmla="*/ 72 w 320"/>
                <a:gd name="T41" fmla="*/ 44 h 172"/>
                <a:gd name="T42" fmla="*/ 72 w 320"/>
                <a:gd name="T43" fmla="*/ 46 h 172"/>
                <a:gd name="T44" fmla="*/ 72 w 320"/>
                <a:gd name="T45" fmla="*/ 46 h 172"/>
                <a:gd name="T46" fmla="*/ 72 w 320"/>
                <a:gd name="T47" fmla="*/ 47 h 172"/>
                <a:gd name="T48" fmla="*/ 72 w 320"/>
                <a:gd name="T49" fmla="*/ 47 h 172"/>
                <a:gd name="T50" fmla="*/ 72 w 320"/>
                <a:gd name="T51" fmla="*/ 47 h 172"/>
                <a:gd name="T52" fmla="*/ 72 w 320"/>
                <a:gd name="T53" fmla="*/ 47 h 172"/>
                <a:gd name="T54" fmla="*/ 72 w 320"/>
                <a:gd name="T55" fmla="*/ 47 h 172"/>
                <a:gd name="T56" fmla="*/ 45 w 320"/>
                <a:gd name="T57" fmla="*/ 56 h 172"/>
                <a:gd name="T58" fmla="*/ 55 w 320"/>
                <a:gd name="T59" fmla="*/ 81 h 172"/>
                <a:gd name="T60" fmla="*/ 167 w 320"/>
                <a:gd name="T61" fmla="*/ 149 h 172"/>
                <a:gd name="T62" fmla="*/ 160 w 320"/>
                <a:gd name="T63" fmla="*/ 156 h 172"/>
                <a:gd name="T64" fmla="*/ 48 w 320"/>
                <a:gd name="T65" fmla="*/ 92 h 172"/>
                <a:gd name="T66" fmla="*/ 32 w 320"/>
                <a:gd name="T67" fmla="*/ 59 h 172"/>
                <a:gd name="T68" fmla="*/ 3 w 320"/>
                <a:gd name="T69" fmla="*/ 75 h 172"/>
                <a:gd name="T70" fmla="*/ 1 w 320"/>
                <a:gd name="T71" fmla="*/ 84 h 172"/>
                <a:gd name="T72" fmla="*/ 22 w 320"/>
                <a:gd name="T73" fmla="*/ 97 h 172"/>
                <a:gd name="T74" fmla="*/ 160 w 320"/>
                <a:gd name="T75" fmla="*/ 172 h 172"/>
                <a:gd name="T76" fmla="*/ 300 w 320"/>
                <a:gd name="T77" fmla="*/ 96 h 172"/>
                <a:gd name="T78" fmla="*/ 319 w 320"/>
                <a:gd name="T79" fmla="*/ 84 h 172"/>
                <a:gd name="T80" fmla="*/ 317 w 320"/>
                <a:gd name="T81" fmla="*/ 75 h 172"/>
                <a:gd name="T82" fmla="*/ 185 w 320"/>
                <a:gd name="T83" fmla="*/ 0 h 172"/>
                <a:gd name="T84" fmla="*/ 176 w 320"/>
                <a:gd name="T85" fmla="*/ 11 h 172"/>
                <a:gd name="T86" fmla="*/ 288 w 320"/>
                <a:gd name="T87" fmla="*/ 79 h 172"/>
                <a:gd name="T88" fmla="*/ 281 w 320"/>
                <a:gd name="T89" fmla="*/ 86 h 172"/>
                <a:gd name="T90" fmla="*/ 169 w 320"/>
                <a:gd name="T91" fmla="*/ 22 h 172"/>
                <a:gd name="T92" fmla="*/ 167 w 320"/>
                <a:gd name="T93" fmla="*/ 21 h 172"/>
                <a:gd name="T94" fmla="*/ 167 w 320"/>
                <a:gd name="T95" fmla="*/ 21 h 172"/>
                <a:gd name="T96" fmla="*/ 166 w 320"/>
                <a:gd name="T97" fmla="*/ 21 h 172"/>
                <a:gd name="T98" fmla="*/ 148 w 320"/>
                <a:gd name="T99" fmla="*/ 8 h 172"/>
                <a:gd name="T100" fmla="*/ 148 w 320"/>
                <a:gd name="T101" fmla="*/ 8 h 172"/>
                <a:gd name="T102" fmla="*/ 135 w 320"/>
                <a:gd name="T103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0" h="172">
                  <a:moveTo>
                    <a:pt x="135" y="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11"/>
                    <a:pt x="119" y="13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8" y="17"/>
                    <a:pt x="119" y="18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1"/>
                    <a:pt x="118" y="23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6" y="29"/>
                    <a:pt x="111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98" y="33"/>
                    <a:pt x="94" y="33"/>
                    <a:pt x="89" y="31"/>
                  </a:cubicBezTo>
                  <a:cubicBezTo>
                    <a:pt x="89" y="31"/>
                    <a:pt x="89" y="31"/>
                    <a:pt x="89" y="31"/>
                  </a:cubicBezTo>
                  <a:cubicBezTo>
                    <a:pt x="89" y="31"/>
                    <a:pt x="89" y="31"/>
                    <a:pt x="89" y="31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86" y="30"/>
                    <a:pt x="85" y="30"/>
                    <a:pt x="83" y="29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72" y="40"/>
                    <a:pt x="72" y="42"/>
                    <a:pt x="72" y="44"/>
                  </a:cubicBezTo>
                  <a:cubicBezTo>
                    <a:pt x="72" y="45"/>
                    <a:pt x="72" y="46"/>
                    <a:pt x="72" y="46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6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50"/>
                    <a:pt x="66" y="56"/>
                    <a:pt x="52" y="56"/>
                  </a:cubicBezTo>
                  <a:cubicBezTo>
                    <a:pt x="50" y="56"/>
                    <a:pt x="48" y="56"/>
                    <a:pt x="45" y="56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45" y="71"/>
                    <a:pt x="49" y="77"/>
                    <a:pt x="55" y="81"/>
                  </a:cubicBezTo>
                  <a:cubicBezTo>
                    <a:pt x="163" y="143"/>
                    <a:pt x="163" y="143"/>
                    <a:pt x="163" y="143"/>
                  </a:cubicBezTo>
                  <a:cubicBezTo>
                    <a:pt x="166" y="145"/>
                    <a:pt x="167" y="147"/>
                    <a:pt x="167" y="149"/>
                  </a:cubicBezTo>
                  <a:cubicBezTo>
                    <a:pt x="167" y="150"/>
                    <a:pt x="166" y="152"/>
                    <a:pt x="166" y="153"/>
                  </a:cubicBezTo>
                  <a:cubicBezTo>
                    <a:pt x="165" y="155"/>
                    <a:pt x="162" y="156"/>
                    <a:pt x="160" y="156"/>
                  </a:cubicBezTo>
                  <a:cubicBezTo>
                    <a:pt x="159" y="156"/>
                    <a:pt x="158" y="156"/>
                    <a:pt x="157" y="155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38" y="87"/>
                    <a:pt x="32" y="76"/>
                    <a:pt x="32" y="64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1" y="77"/>
                    <a:pt x="0" y="79"/>
                    <a:pt x="0" y="81"/>
                  </a:cubicBezTo>
                  <a:cubicBezTo>
                    <a:pt x="0" y="82"/>
                    <a:pt x="0" y="83"/>
                    <a:pt x="1" y="84"/>
                  </a:cubicBezTo>
                  <a:cubicBezTo>
                    <a:pt x="2" y="85"/>
                    <a:pt x="2" y="86"/>
                    <a:pt x="3" y="86"/>
                  </a:cubicBezTo>
                  <a:cubicBezTo>
                    <a:pt x="22" y="97"/>
                    <a:pt x="22" y="97"/>
                    <a:pt x="22" y="97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9" y="170"/>
                    <a:pt x="154" y="172"/>
                    <a:pt x="160" y="172"/>
                  </a:cubicBezTo>
                  <a:cubicBezTo>
                    <a:pt x="165" y="172"/>
                    <a:pt x="171" y="170"/>
                    <a:pt x="176" y="167"/>
                  </a:cubicBezTo>
                  <a:cubicBezTo>
                    <a:pt x="300" y="96"/>
                    <a:pt x="300" y="96"/>
                    <a:pt x="300" y="96"/>
                  </a:cubicBezTo>
                  <a:cubicBezTo>
                    <a:pt x="317" y="86"/>
                    <a:pt x="317" y="86"/>
                    <a:pt x="317" y="86"/>
                  </a:cubicBezTo>
                  <a:cubicBezTo>
                    <a:pt x="318" y="86"/>
                    <a:pt x="318" y="85"/>
                    <a:pt x="319" y="84"/>
                  </a:cubicBezTo>
                  <a:cubicBezTo>
                    <a:pt x="319" y="83"/>
                    <a:pt x="320" y="82"/>
                    <a:pt x="320" y="81"/>
                  </a:cubicBezTo>
                  <a:cubicBezTo>
                    <a:pt x="320" y="79"/>
                    <a:pt x="319" y="77"/>
                    <a:pt x="317" y="75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72" y="7"/>
                    <a:pt x="172" y="7"/>
                    <a:pt x="172" y="7"/>
                  </a:cubicBezTo>
                  <a:cubicBezTo>
                    <a:pt x="173" y="9"/>
                    <a:pt x="175" y="10"/>
                    <a:pt x="176" y="11"/>
                  </a:cubicBezTo>
                  <a:cubicBezTo>
                    <a:pt x="285" y="73"/>
                    <a:pt x="285" y="73"/>
                    <a:pt x="285" y="73"/>
                  </a:cubicBezTo>
                  <a:cubicBezTo>
                    <a:pt x="287" y="75"/>
                    <a:pt x="288" y="77"/>
                    <a:pt x="288" y="79"/>
                  </a:cubicBezTo>
                  <a:cubicBezTo>
                    <a:pt x="288" y="80"/>
                    <a:pt x="288" y="82"/>
                    <a:pt x="287" y="83"/>
                  </a:cubicBezTo>
                  <a:cubicBezTo>
                    <a:pt x="286" y="85"/>
                    <a:pt x="283" y="86"/>
                    <a:pt x="281" y="86"/>
                  </a:cubicBezTo>
                  <a:cubicBezTo>
                    <a:pt x="280" y="86"/>
                    <a:pt x="279" y="86"/>
                    <a:pt x="278" y="85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8" y="22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3" y="18"/>
                    <a:pt x="160" y="14"/>
                    <a:pt x="157" y="11"/>
                  </a:cubicBezTo>
                  <a:cubicBezTo>
                    <a:pt x="154" y="10"/>
                    <a:pt x="151" y="9"/>
                    <a:pt x="14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35" y="0"/>
                    <a:pt x="135" y="0"/>
                    <a:pt x="135" y="0"/>
                  </a:cubicBezTo>
                </a:path>
              </a:pathLst>
            </a:custGeom>
            <a:solidFill>
              <a:srgbClr val="818C96">
                <a:alpha val="20000"/>
              </a:srgb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1B0F0899-9733-4F4C-B7F1-B49E508A7228}"/>
                </a:ext>
              </a:extLst>
            </p:cNvPr>
            <p:cNvSpPr/>
            <p:nvPr/>
          </p:nvSpPr>
          <p:spPr bwMode="auto">
            <a:xfrm>
              <a:off x="6945313" y="3646488"/>
              <a:ext cx="703263" cy="1377950"/>
            </a:xfrm>
            <a:custGeom>
              <a:avLst/>
              <a:gdLst>
                <a:gd name="T0" fmla="*/ 128 w 136"/>
                <a:gd name="T1" fmla="*/ 267 h 267"/>
                <a:gd name="T2" fmla="*/ 134 w 136"/>
                <a:gd name="T3" fmla="*/ 264 h 267"/>
                <a:gd name="T4" fmla="*/ 132 w 136"/>
                <a:gd name="T5" fmla="*/ 254 h 267"/>
                <a:gd name="T6" fmla="*/ 23 w 136"/>
                <a:gd name="T7" fmla="*/ 192 h 267"/>
                <a:gd name="T8" fmla="*/ 14 w 136"/>
                <a:gd name="T9" fmla="*/ 175 h 267"/>
                <a:gd name="T10" fmla="*/ 14 w 136"/>
                <a:gd name="T11" fmla="*/ 98 h 267"/>
                <a:gd name="T12" fmla="*/ 23 w 136"/>
                <a:gd name="T13" fmla="*/ 82 h 267"/>
                <a:gd name="T14" fmla="*/ 42 w 136"/>
                <a:gd name="T15" fmla="*/ 82 h 267"/>
                <a:gd name="T16" fmla="*/ 86 w 136"/>
                <a:gd name="T17" fmla="*/ 108 h 267"/>
                <a:gd name="T18" fmla="*/ 119 w 136"/>
                <a:gd name="T19" fmla="*/ 108 h 267"/>
                <a:gd name="T20" fmla="*/ 135 w 136"/>
                <a:gd name="T21" fmla="*/ 79 h 267"/>
                <a:gd name="T22" fmla="*/ 135 w 136"/>
                <a:gd name="T23" fmla="*/ 7 h 267"/>
                <a:gd name="T24" fmla="*/ 128 w 136"/>
                <a:gd name="T25" fmla="*/ 0 h 267"/>
                <a:gd name="T26" fmla="*/ 121 w 136"/>
                <a:gd name="T27" fmla="*/ 7 h 267"/>
                <a:gd name="T28" fmla="*/ 121 w 136"/>
                <a:gd name="T29" fmla="*/ 79 h 267"/>
                <a:gd name="T30" fmla="*/ 112 w 136"/>
                <a:gd name="T31" fmla="*/ 96 h 267"/>
                <a:gd name="T32" fmla="*/ 93 w 136"/>
                <a:gd name="T33" fmla="*/ 96 h 267"/>
                <a:gd name="T34" fmla="*/ 49 w 136"/>
                <a:gd name="T35" fmla="*/ 70 h 267"/>
                <a:gd name="T36" fmla="*/ 16 w 136"/>
                <a:gd name="T37" fmla="*/ 70 h 267"/>
                <a:gd name="T38" fmla="*/ 0 w 136"/>
                <a:gd name="T39" fmla="*/ 98 h 267"/>
                <a:gd name="T40" fmla="*/ 0 w 136"/>
                <a:gd name="T41" fmla="*/ 175 h 267"/>
                <a:gd name="T42" fmla="*/ 16 w 136"/>
                <a:gd name="T43" fmla="*/ 203 h 267"/>
                <a:gd name="T44" fmla="*/ 125 w 136"/>
                <a:gd name="T45" fmla="*/ 266 h 267"/>
                <a:gd name="T46" fmla="*/ 128 w 136"/>
                <a:gd name="T47" fmla="*/ 26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6" h="267">
                  <a:moveTo>
                    <a:pt x="128" y="267"/>
                  </a:moveTo>
                  <a:cubicBezTo>
                    <a:pt x="130" y="267"/>
                    <a:pt x="133" y="266"/>
                    <a:pt x="134" y="264"/>
                  </a:cubicBezTo>
                  <a:cubicBezTo>
                    <a:pt x="136" y="260"/>
                    <a:pt x="135" y="256"/>
                    <a:pt x="132" y="254"/>
                  </a:cubicBezTo>
                  <a:cubicBezTo>
                    <a:pt x="23" y="192"/>
                    <a:pt x="23" y="192"/>
                    <a:pt x="23" y="192"/>
                  </a:cubicBezTo>
                  <a:cubicBezTo>
                    <a:pt x="17" y="188"/>
                    <a:pt x="14" y="182"/>
                    <a:pt x="14" y="175"/>
                  </a:cubicBezTo>
                  <a:cubicBezTo>
                    <a:pt x="14" y="98"/>
                    <a:pt x="14" y="98"/>
                    <a:pt x="14" y="98"/>
                  </a:cubicBezTo>
                  <a:cubicBezTo>
                    <a:pt x="14" y="91"/>
                    <a:pt x="17" y="85"/>
                    <a:pt x="23" y="82"/>
                  </a:cubicBezTo>
                  <a:cubicBezTo>
                    <a:pt x="29" y="78"/>
                    <a:pt x="36" y="78"/>
                    <a:pt x="42" y="82"/>
                  </a:cubicBezTo>
                  <a:cubicBezTo>
                    <a:pt x="86" y="108"/>
                    <a:pt x="86" y="108"/>
                    <a:pt x="86" y="108"/>
                  </a:cubicBezTo>
                  <a:cubicBezTo>
                    <a:pt x="96" y="113"/>
                    <a:pt x="109" y="113"/>
                    <a:pt x="119" y="108"/>
                  </a:cubicBezTo>
                  <a:cubicBezTo>
                    <a:pt x="129" y="102"/>
                    <a:pt x="135" y="91"/>
                    <a:pt x="135" y="79"/>
                  </a:cubicBezTo>
                  <a:cubicBezTo>
                    <a:pt x="135" y="7"/>
                    <a:pt x="135" y="7"/>
                    <a:pt x="135" y="7"/>
                  </a:cubicBezTo>
                  <a:cubicBezTo>
                    <a:pt x="135" y="3"/>
                    <a:pt x="132" y="0"/>
                    <a:pt x="128" y="0"/>
                  </a:cubicBezTo>
                  <a:cubicBezTo>
                    <a:pt x="124" y="0"/>
                    <a:pt x="121" y="3"/>
                    <a:pt x="121" y="7"/>
                  </a:cubicBezTo>
                  <a:cubicBezTo>
                    <a:pt x="121" y="79"/>
                    <a:pt x="121" y="79"/>
                    <a:pt x="121" y="79"/>
                  </a:cubicBezTo>
                  <a:cubicBezTo>
                    <a:pt x="121" y="86"/>
                    <a:pt x="118" y="92"/>
                    <a:pt x="112" y="96"/>
                  </a:cubicBezTo>
                  <a:cubicBezTo>
                    <a:pt x="106" y="99"/>
                    <a:pt x="99" y="99"/>
                    <a:pt x="93" y="96"/>
                  </a:cubicBezTo>
                  <a:cubicBezTo>
                    <a:pt x="49" y="70"/>
                    <a:pt x="49" y="70"/>
                    <a:pt x="49" y="70"/>
                  </a:cubicBezTo>
                  <a:cubicBezTo>
                    <a:pt x="39" y="64"/>
                    <a:pt x="26" y="64"/>
                    <a:pt x="16" y="70"/>
                  </a:cubicBezTo>
                  <a:cubicBezTo>
                    <a:pt x="6" y="76"/>
                    <a:pt x="0" y="86"/>
                    <a:pt x="0" y="98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7"/>
                    <a:pt x="6" y="198"/>
                    <a:pt x="16" y="203"/>
                  </a:cubicBezTo>
                  <a:cubicBezTo>
                    <a:pt x="125" y="266"/>
                    <a:pt x="125" y="266"/>
                    <a:pt x="125" y="266"/>
                  </a:cubicBezTo>
                  <a:cubicBezTo>
                    <a:pt x="126" y="267"/>
                    <a:pt x="127" y="267"/>
                    <a:pt x="128" y="267"/>
                  </a:cubicBezTo>
                </a:path>
              </a:pathLst>
            </a:custGeom>
            <a:solidFill>
              <a:srgbClr val="E6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0E8B1EA0-E5D1-4B86-9349-590E207D4F90}"/>
                </a:ext>
              </a:extLst>
            </p:cNvPr>
            <p:cNvSpPr/>
            <p:nvPr/>
          </p:nvSpPr>
          <p:spPr bwMode="auto">
            <a:xfrm>
              <a:off x="6364288" y="4508500"/>
              <a:ext cx="409575" cy="263525"/>
            </a:xfrm>
            <a:custGeom>
              <a:avLst/>
              <a:gdLst>
                <a:gd name="T0" fmla="*/ 77 w 79"/>
                <a:gd name="T1" fmla="*/ 18 h 51"/>
                <a:gd name="T2" fmla="*/ 77 w 79"/>
                <a:gd name="T3" fmla="*/ 39 h 51"/>
                <a:gd name="T4" fmla="*/ 47 w 79"/>
                <a:gd name="T5" fmla="*/ 45 h 51"/>
                <a:gd name="T6" fmla="*/ 6 w 79"/>
                <a:gd name="T7" fmla="*/ 16 h 51"/>
                <a:gd name="T8" fmla="*/ 41 w 79"/>
                <a:gd name="T9" fmla="*/ 8 h 51"/>
                <a:gd name="T10" fmla="*/ 77 w 79"/>
                <a:gd name="T11" fmla="*/ 1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" h="51">
                  <a:moveTo>
                    <a:pt x="77" y="18"/>
                  </a:moveTo>
                  <a:cubicBezTo>
                    <a:pt x="76" y="32"/>
                    <a:pt x="79" y="31"/>
                    <a:pt x="77" y="39"/>
                  </a:cubicBezTo>
                  <a:cubicBezTo>
                    <a:pt x="75" y="45"/>
                    <a:pt x="65" y="51"/>
                    <a:pt x="47" y="45"/>
                  </a:cubicBezTo>
                  <a:cubicBezTo>
                    <a:pt x="29" y="39"/>
                    <a:pt x="13" y="28"/>
                    <a:pt x="6" y="16"/>
                  </a:cubicBezTo>
                  <a:cubicBezTo>
                    <a:pt x="0" y="5"/>
                    <a:pt x="23" y="0"/>
                    <a:pt x="41" y="8"/>
                  </a:cubicBezTo>
                  <a:cubicBezTo>
                    <a:pt x="55" y="13"/>
                    <a:pt x="77" y="18"/>
                    <a:pt x="77" y="18"/>
                  </a:cubicBezTo>
                </a:path>
              </a:pathLst>
            </a:custGeom>
            <a:solidFill>
              <a:srgbClr val="D849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CBF42506-026A-415F-9A21-723D3E7620A2}"/>
                </a:ext>
              </a:extLst>
            </p:cNvPr>
            <p:cNvSpPr/>
            <p:nvPr/>
          </p:nvSpPr>
          <p:spPr bwMode="auto">
            <a:xfrm>
              <a:off x="6396038" y="3795713"/>
              <a:ext cx="398463" cy="923925"/>
            </a:xfrm>
            <a:custGeom>
              <a:avLst/>
              <a:gdLst>
                <a:gd name="T0" fmla="*/ 53 w 77"/>
                <a:gd name="T1" fmla="*/ 34 h 179"/>
                <a:gd name="T2" fmla="*/ 71 w 77"/>
                <a:gd name="T3" fmla="*/ 166 h 179"/>
                <a:gd name="T4" fmla="*/ 36 w 77"/>
                <a:gd name="T5" fmla="*/ 160 h 179"/>
                <a:gd name="T6" fmla="*/ 0 w 77"/>
                <a:gd name="T7" fmla="*/ 17 h 179"/>
                <a:gd name="T8" fmla="*/ 53 w 77"/>
                <a:gd name="T9" fmla="*/ 3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179">
                  <a:moveTo>
                    <a:pt x="53" y="34"/>
                  </a:moveTo>
                  <a:cubicBezTo>
                    <a:pt x="57" y="59"/>
                    <a:pt x="77" y="153"/>
                    <a:pt x="71" y="166"/>
                  </a:cubicBezTo>
                  <a:cubicBezTo>
                    <a:pt x="66" y="179"/>
                    <a:pt x="48" y="179"/>
                    <a:pt x="36" y="160"/>
                  </a:cubicBezTo>
                  <a:cubicBezTo>
                    <a:pt x="23" y="141"/>
                    <a:pt x="1" y="36"/>
                    <a:pt x="0" y="17"/>
                  </a:cubicBezTo>
                  <a:cubicBezTo>
                    <a:pt x="0" y="0"/>
                    <a:pt x="48" y="0"/>
                    <a:pt x="53" y="34"/>
                  </a:cubicBezTo>
                </a:path>
              </a:pathLst>
            </a:custGeom>
            <a:solidFill>
              <a:srgbClr val="481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1348C362-A172-4526-A080-0DFDDF6E9F61}"/>
                </a:ext>
              </a:extLst>
            </p:cNvPr>
            <p:cNvSpPr/>
            <p:nvPr/>
          </p:nvSpPr>
          <p:spPr bwMode="auto">
            <a:xfrm>
              <a:off x="6370638" y="3702050"/>
              <a:ext cx="749300" cy="574675"/>
            </a:xfrm>
            <a:custGeom>
              <a:avLst/>
              <a:gdLst>
                <a:gd name="T0" fmla="*/ 84 w 145"/>
                <a:gd name="T1" fmla="*/ 92 h 111"/>
                <a:gd name="T2" fmla="*/ 8 w 145"/>
                <a:gd name="T3" fmla="*/ 38 h 111"/>
                <a:gd name="T4" fmla="*/ 35 w 145"/>
                <a:gd name="T5" fmla="*/ 0 h 111"/>
                <a:gd name="T6" fmla="*/ 127 w 145"/>
                <a:gd name="T7" fmla="*/ 42 h 111"/>
                <a:gd name="T8" fmla="*/ 84 w 145"/>
                <a:gd name="T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11">
                  <a:moveTo>
                    <a:pt x="84" y="92"/>
                  </a:moveTo>
                  <a:cubicBezTo>
                    <a:pt x="60" y="77"/>
                    <a:pt x="16" y="54"/>
                    <a:pt x="8" y="38"/>
                  </a:cubicBezTo>
                  <a:cubicBezTo>
                    <a:pt x="0" y="22"/>
                    <a:pt x="11" y="0"/>
                    <a:pt x="35" y="0"/>
                  </a:cubicBezTo>
                  <a:cubicBezTo>
                    <a:pt x="59" y="0"/>
                    <a:pt x="109" y="40"/>
                    <a:pt x="127" y="42"/>
                  </a:cubicBezTo>
                  <a:cubicBezTo>
                    <a:pt x="145" y="45"/>
                    <a:pt x="116" y="111"/>
                    <a:pt x="84" y="92"/>
                  </a:cubicBezTo>
                </a:path>
              </a:pathLst>
            </a:custGeom>
            <a:solidFill>
              <a:srgbClr val="481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F4AA1C9C-3F34-4DC5-9E4D-F6200FF7EDEC}"/>
                </a:ext>
              </a:extLst>
            </p:cNvPr>
            <p:cNvSpPr/>
            <p:nvPr/>
          </p:nvSpPr>
          <p:spPr bwMode="auto">
            <a:xfrm>
              <a:off x="6064250" y="4648200"/>
              <a:ext cx="460375" cy="231775"/>
            </a:xfrm>
            <a:custGeom>
              <a:avLst/>
              <a:gdLst>
                <a:gd name="T0" fmla="*/ 86 w 89"/>
                <a:gd name="T1" fmla="*/ 10 h 45"/>
                <a:gd name="T2" fmla="*/ 89 w 89"/>
                <a:gd name="T3" fmla="*/ 34 h 45"/>
                <a:gd name="T4" fmla="*/ 62 w 89"/>
                <a:gd name="T5" fmla="*/ 42 h 45"/>
                <a:gd name="T6" fmla="*/ 8 w 89"/>
                <a:gd name="T7" fmla="*/ 20 h 45"/>
                <a:gd name="T8" fmla="*/ 50 w 89"/>
                <a:gd name="T9" fmla="*/ 5 h 45"/>
                <a:gd name="T10" fmla="*/ 86 w 89"/>
                <a:gd name="T11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45">
                  <a:moveTo>
                    <a:pt x="86" y="10"/>
                  </a:moveTo>
                  <a:cubicBezTo>
                    <a:pt x="88" y="24"/>
                    <a:pt x="89" y="29"/>
                    <a:pt x="89" y="34"/>
                  </a:cubicBezTo>
                  <a:cubicBezTo>
                    <a:pt x="89" y="38"/>
                    <a:pt x="81" y="45"/>
                    <a:pt x="62" y="42"/>
                  </a:cubicBezTo>
                  <a:cubicBezTo>
                    <a:pt x="43" y="40"/>
                    <a:pt x="16" y="30"/>
                    <a:pt x="8" y="20"/>
                  </a:cubicBezTo>
                  <a:cubicBezTo>
                    <a:pt x="0" y="10"/>
                    <a:pt x="32" y="0"/>
                    <a:pt x="50" y="5"/>
                  </a:cubicBezTo>
                  <a:cubicBezTo>
                    <a:pt x="64" y="9"/>
                    <a:pt x="86" y="10"/>
                    <a:pt x="86" y="10"/>
                  </a:cubicBezTo>
                </a:path>
              </a:pathLst>
            </a:custGeom>
            <a:solidFill>
              <a:srgbClr val="F05A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70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F1D1230A-B928-47CC-BCF2-C52DDF5080F5}"/>
                </a:ext>
              </a:extLst>
            </p:cNvPr>
            <p:cNvSpPr/>
            <p:nvPr/>
          </p:nvSpPr>
          <p:spPr bwMode="auto">
            <a:xfrm>
              <a:off x="6142038" y="3889375"/>
              <a:ext cx="398463" cy="928688"/>
            </a:xfrm>
            <a:custGeom>
              <a:avLst/>
              <a:gdLst>
                <a:gd name="T0" fmla="*/ 53 w 77"/>
                <a:gd name="T1" fmla="*/ 34 h 180"/>
                <a:gd name="T2" fmla="*/ 71 w 77"/>
                <a:gd name="T3" fmla="*/ 166 h 180"/>
                <a:gd name="T4" fmla="*/ 36 w 77"/>
                <a:gd name="T5" fmla="*/ 160 h 180"/>
                <a:gd name="T6" fmla="*/ 0 w 77"/>
                <a:gd name="T7" fmla="*/ 17 h 180"/>
                <a:gd name="T8" fmla="*/ 53 w 77"/>
                <a:gd name="T9" fmla="*/ 3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180">
                  <a:moveTo>
                    <a:pt x="53" y="34"/>
                  </a:moveTo>
                  <a:cubicBezTo>
                    <a:pt x="57" y="60"/>
                    <a:pt x="77" y="153"/>
                    <a:pt x="71" y="166"/>
                  </a:cubicBezTo>
                  <a:cubicBezTo>
                    <a:pt x="66" y="180"/>
                    <a:pt x="48" y="179"/>
                    <a:pt x="36" y="160"/>
                  </a:cubicBezTo>
                  <a:cubicBezTo>
                    <a:pt x="23" y="141"/>
                    <a:pt x="1" y="36"/>
                    <a:pt x="0" y="17"/>
                  </a:cubicBezTo>
                  <a:cubicBezTo>
                    <a:pt x="0" y="0"/>
                    <a:pt x="48" y="1"/>
                    <a:pt x="53" y="34"/>
                  </a:cubicBezTo>
                </a:path>
              </a:pathLst>
            </a:custGeom>
            <a:solidFill>
              <a:srgbClr val="6123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03ABE94A-0B42-4863-93A4-4CE82A3B1A27}"/>
                </a:ext>
              </a:extLst>
            </p:cNvPr>
            <p:cNvSpPr/>
            <p:nvPr/>
          </p:nvSpPr>
          <p:spPr bwMode="auto">
            <a:xfrm>
              <a:off x="6375400" y="3940175"/>
              <a:ext cx="1211263" cy="703263"/>
            </a:xfrm>
            <a:custGeom>
              <a:avLst/>
              <a:gdLst>
                <a:gd name="T0" fmla="*/ 3 w 234"/>
                <a:gd name="T1" fmla="*/ 59 h 136"/>
                <a:gd name="T2" fmla="*/ 16 w 234"/>
                <a:gd name="T3" fmla="*/ 51 h 136"/>
                <a:gd name="T4" fmla="*/ 16 w 234"/>
                <a:gd name="T5" fmla="*/ 56 h 136"/>
                <a:gd name="T6" fmla="*/ 110 w 234"/>
                <a:gd name="T7" fmla="*/ 2 h 136"/>
                <a:gd name="T8" fmla="*/ 124 w 234"/>
                <a:gd name="T9" fmla="*/ 2 h 136"/>
                <a:gd name="T10" fmla="*/ 219 w 234"/>
                <a:gd name="T11" fmla="*/ 57 h 136"/>
                <a:gd name="T12" fmla="*/ 219 w 234"/>
                <a:gd name="T13" fmla="*/ 52 h 136"/>
                <a:gd name="T14" fmla="*/ 231 w 234"/>
                <a:gd name="T15" fmla="*/ 59 h 136"/>
                <a:gd name="T16" fmla="*/ 234 w 234"/>
                <a:gd name="T17" fmla="*/ 63 h 136"/>
                <a:gd name="T18" fmla="*/ 234 w 234"/>
                <a:gd name="T19" fmla="*/ 68 h 136"/>
                <a:gd name="T20" fmla="*/ 231 w 234"/>
                <a:gd name="T21" fmla="*/ 72 h 136"/>
                <a:gd name="T22" fmla="*/ 219 w 234"/>
                <a:gd name="T23" fmla="*/ 79 h 136"/>
                <a:gd name="T24" fmla="*/ 129 w 234"/>
                <a:gd name="T25" fmla="*/ 132 h 136"/>
                <a:gd name="T26" fmla="*/ 105 w 234"/>
                <a:gd name="T27" fmla="*/ 132 h 136"/>
                <a:gd name="T28" fmla="*/ 16 w 234"/>
                <a:gd name="T29" fmla="*/ 80 h 136"/>
                <a:gd name="T30" fmla="*/ 3 w 234"/>
                <a:gd name="T31" fmla="*/ 72 h 136"/>
                <a:gd name="T32" fmla="*/ 0 w 234"/>
                <a:gd name="T33" fmla="*/ 68 h 136"/>
                <a:gd name="T34" fmla="*/ 0 w 234"/>
                <a:gd name="T35" fmla="*/ 63 h 136"/>
                <a:gd name="T36" fmla="*/ 3 w 234"/>
                <a:gd name="T37" fmla="*/ 59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4" h="136">
                  <a:moveTo>
                    <a:pt x="3" y="59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4" y="0"/>
                    <a:pt x="120" y="0"/>
                    <a:pt x="124" y="2"/>
                  </a:cubicBezTo>
                  <a:cubicBezTo>
                    <a:pt x="219" y="57"/>
                    <a:pt x="219" y="57"/>
                    <a:pt x="219" y="57"/>
                  </a:cubicBezTo>
                  <a:cubicBezTo>
                    <a:pt x="219" y="52"/>
                    <a:pt x="219" y="52"/>
                    <a:pt x="219" y="52"/>
                  </a:cubicBezTo>
                  <a:cubicBezTo>
                    <a:pt x="231" y="59"/>
                    <a:pt x="231" y="59"/>
                    <a:pt x="231" y="59"/>
                  </a:cubicBezTo>
                  <a:cubicBezTo>
                    <a:pt x="233" y="60"/>
                    <a:pt x="234" y="62"/>
                    <a:pt x="234" y="63"/>
                  </a:cubicBezTo>
                  <a:cubicBezTo>
                    <a:pt x="234" y="68"/>
                    <a:pt x="234" y="68"/>
                    <a:pt x="234" y="68"/>
                  </a:cubicBezTo>
                  <a:cubicBezTo>
                    <a:pt x="234" y="70"/>
                    <a:pt x="233" y="71"/>
                    <a:pt x="231" y="72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129" y="132"/>
                    <a:pt x="129" y="132"/>
                    <a:pt x="129" y="132"/>
                  </a:cubicBezTo>
                  <a:cubicBezTo>
                    <a:pt x="121" y="136"/>
                    <a:pt x="112" y="136"/>
                    <a:pt x="105" y="132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1" y="71"/>
                    <a:pt x="0" y="70"/>
                    <a:pt x="0" y="68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2"/>
                    <a:pt x="1" y="60"/>
                    <a:pt x="3" y="59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3CDE3811-000B-47C4-8804-4844BFF2CD90}"/>
                </a:ext>
              </a:extLst>
            </p:cNvPr>
            <p:cNvSpPr/>
            <p:nvPr/>
          </p:nvSpPr>
          <p:spPr bwMode="auto">
            <a:xfrm>
              <a:off x="6375400" y="3914775"/>
              <a:ext cx="1211263" cy="701675"/>
            </a:xfrm>
            <a:custGeom>
              <a:avLst/>
              <a:gdLst>
                <a:gd name="T0" fmla="*/ 0 w 234"/>
                <a:gd name="T1" fmla="*/ 68 h 136"/>
                <a:gd name="T2" fmla="*/ 1 w 234"/>
                <a:gd name="T3" fmla="*/ 71 h 136"/>
                <a:gd name="T4" fmla="*/ 3 w 234"/>
                <a:gd name="T5" fmla="*/ 72 h 136"/>
                <a:gd name="T6" fmla="*/ 16 w 234"/>
                <a:gd name="T7" fmla="*/ 80 h 136"/>
                <a:gd name="T8" fmla="*/ 105 w 234"/>
                <a:gd name="T9" fmla="*/ 131 h 136"/>
                <a:gd name="T10" fmla="*/ 129 w 234"/>
                <a:gd name="T11" fmla="*/ 131 h 136"/>
                <a:gd name="T12" fmla="*/ 219 w 234"/>
                <a:gd name="T13" fmla="*/ 79 h 136"/>
                <a:gd name="T14" fmla="*/ 231 w 234"/>
                <a:gd name="T15" fmla="*/ 72 h 136"/>
                <a:gd name="T16" fmla="*/ 233 w 234"/>
                <a:gd name="T17" fmla="*/ 71 h 136"/>
                <a:gd name="T18" fmla="*/ 234 w 234"/>
                <a:gd name="T19" fmla="*/ 68 h 136"/>
                <a:gd name="T20" fmla="*/ 231 w 234"/>
                <a:gd name="T21" fmla="*/ 64 h 136"/>
                <a:gd name="T22" fmla="*/ 219 w 234"/>
                <a:gd name="T23" fmla="*/ 57 h 136"/>
                <a:gd name="T24" fmla="*/ 124 w 234"/>
                <a:gd name="T25" fmla="*/ 2 h 136"/>
                <a:gd name="T26" fmla="*/ 110 w 234"/>
                <a:gd name="T27" fmla="*/ 2 h 136"/>
                <a:gd name="T28" fmla="*/ 16 w 234"/>
                <a:gd name="T29" fmla="*/ 56 h 136"/>
                <a:gd name="T30" fmla="*/ 3 w 234"/>
                <a:gd name="T31" fmla="*/ 64 h 136"/>
                <a:gd name="T32" fmla="*/ 0 w 234"/>
                <a:gd name="T33" fmla="*/ 6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4" h="136">
                  <a:moveTo>
                    <a:pt x="0" y="68"/>
                  </a:moveTo>
                  <a:cubicBezTo>
                    <a:pt x="0" y="69"/>
                    <a:pt x="1" y="70"/>
                    <a:pt x="1" y="71"/>
                  </a:cubicBezTo>
                  <a:cubicBezTo>
                    <a:pt x="1" y="71"/>
                    <a:pt x="2" y="72"/>
                    <a:pt x="3" y="72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05" y="131"/>
                    <a:pt x="105" y="131"/>
                    <a:pt x="105" y="131"/>
                  </a:cubicBezTo>
                  <a:cubicBezTo>
                    <a:pt x="112" y="136"/>
                    <a:pt x="121" y="136"/>
                    <a:pt x="129" y="131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231" y="72"/>
                    <a:pt x="231" y="72"/>
                    <a:pt x="231" y="72"/>
                  </a:cubicBezTo>
                  <a:cubicBezTo>
                    <a:pt x="232" y="72"/>
                    <a:pt x="232" y="71"/>
                    <a:pt x="233" y="71"/>
                  </a:cubicBezTo>
                  <a:cubicBezTo>
                    <a:pt x="233" y="70"/>
                    <a:pt x="234" y="69"/>
                    <a:pt x="234" y="68"/>
                  </a:cubicBezTo>
                  <a:cubicBezTo>
                    <a:pt x="234" y="67"/>
                    <a:pt x="233" y="65"/>
                    <a:pt x="231" y="64"/>
                  </a:cubicBezTo>
                  <a:cubicBezTo>
                    <a:pt x="219" y="57"/>
                    <a:pt x="219" y="57"/>
                    <a:pt x="219" y="57"/>
                  </a:cubicBezTo>
                  <a:cubicBezTo>
                    <a:pt x="124" y="2"/>
                    <a:pt x="124" y="2"/>
                    <a:pt x="124" y="2"/>
                  </a:cubicBezTo>
                  <a:cubicBezTo>
                    <a:pt x="120" y="0"/>
                    <a:pt x="114" y="0"/>
                    <a:pt x="110" y="2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1" y="65"/>
                    <a:pt x="0" y="67"/>
                    <a:pt x="0" y="6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F56679AE-65CE-4EB8-9F3E-E88390631888}"/>
                </a:ext>
              </a:extLst>
            </p:cNvPr>
            <p:cNvSpPr/>
            <p:nvPr/>
          </p:nvSpPr>
          <p:spPr bwMode="auto">
            <a:xfrm>
              <a:off x="6742113" y="2911475"/>
              <a:ext cx="430213" cy="419100"/>
            </a:xfrm>
            <a:custGeom>
              <a:avLst/>
              <a:gdLst>
                <a:gd name="T0" fmla="*/ 47 w 83"/>
                <a:gd name="T1" fmla="*/ 73 h 81"/>
                <a:gd name="T2" fmla="*/ 6 w 83"/>
                <a:gd name="T3" fmla="*/ 68 h 81"/>
                <a:gd name="T4" fmla="*/ 16 w 83"/>
                <a:gd name="T5" fmla="*/ 50 h 81"/>
                <a:gd name="T6" fmla="*/ 17 w 83"/>
                <a:gd name="T7" fmla="*/ 39 h 81"/>
                <a:gd name="T8" fmla="*/ 7 w 83"/>
                <a:gd name="T9" fmla="*/ 5 h 81"/>
                <a:gd name="T10" fmla="*/ 48 w 83"/>
                <a:gd name="T11" fmla="*/ 0 h 81"/>
                <a:gd name="T12" fmla="*/ 53 w 83"/>
                <a:gd name="T13" fmla="*/ 28 h 81"/>
                <a:gd name="T14" fmla="*/ 54 w 83"/>
                <a:gd name="T15" fmla="*/ 31 h 81"/>
                <a:gd name="T16" fmla="*/ 72 w 83"/>
                <a:gd name="T17" fmla="*/ 41 h 81"/>
                <a:gd name="T18" fmla="*/ 47 w 83"/>
                <a:gd name="T19" fmla="*/ 7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81">
                  <a:moveTo>
                    <a:pt x="47" y="73"/>
                  </a:moveTo>
                  <a:cubicBezTo>
                    <a:pt x="27" y="81"/>
                    <a:pt x="11" y="73"/>
                    <a:pt x="6" y="68"/>
                  </a:cubicBezTo>
                  <a:cubicBezTo>
                    <a:pt x="0" y="64"/>
                    <a:pt x="12" y="56"/>
                    <a:pt x="16" y="50"/>
                  </a:cubicBezTo>
                  <a:cubicBezTo>
                    <a:pt x="18" y="47"/>
                    <a:pt x="18" y="43"/>
                    <a:pt x="17" y="39"/>
                  </a:cubicBezTo>
                  <a:cubicBezTo>
                    <a:pt x="15" y="32"/>
                    <a:pt x="11" y="13"/>
                    <a:pt x="7" y="5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51" y="20"/>
                    <a:pt x="53" y="28"/>
                  </a:cubicBezTo>
                  <a:cubicBezTo>
                    <a:pt x="53" y="29"/>
                    <a:pt x="54" y="30"/>
                    <a:pt x="54" y="31"/>
                  </a:cubicBezTo>
                  <a:cubicBezTo>
                    <a:pt x="57" y="36"/>
                    <a:pt x="63" y="37"/>
                    <a:pt x="72" y="41"/>
                  </a:cubicBezTo>
                  <a:cubicBezTo>
                    <a:pt x="83" y="46"/>
                    <a:pt x="67" y="66"/>
                    <a:pt x="47" y="73"/>
                  </a:cubicBezTo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0AC24CFC-07D4-4A2F-988C-D5DCB9504F5B}"/>
                </a:ext>
              </a:extLst>
            </p:cNvPr>
            <p:cNvSpPr/>
            <p:nvPr/>
          </p:nvSpPr>
          <p:spPr bwMode="auto">
            <a:xfrm>
              <a:off x="6680200" y="2436813"/>
              <a:ext cx="508000" cy="614363"/>
            </a:xfrm>
            <a:custGeom>
              <a:avLst/>
              <a:gdLst>
                <a:gd name="T0" fmla="*/ 87 w 98"/>
                <a:gd name="T1" fmla="*/ 65 h 119"/>
                <a:gd name="T2" fmla="*/ 70 w 98"/>
                <a:gd name="T3" fmla="*/ 107 h 119"/>
                <a:gd name="T4" fmla="*/ 22 w 98"/>
                <a:gd name="T5" fmla="*/ 119 h 119"/>
                <a:gd name="T6" fmla="*/ 5 w 98"/>
                <a:gd name="T7" fmla="*/ 94 h 119"/>
                <a:gd name="T8" fmla="*/ 5 w 98"/>
                <a:gd name="T9" fmla="*/ 29 h 119"/>
                <a:gd name="T10" fmla="*/ 46 w 98"/>
                <a:gd name="T11" fmla="*/ 1 h 119"/>
                <a:gd name="T12" fmla="*/ 87 w 98"/>
                <a:gd name="T13" fmla="*/ 6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119">
                  <a:moveTo>
                    <a:pt x="87" y="65"/>
                  </a:moveTo>
                  <a:cubicBezTo>
                    <a:pt x="83" y="90"/>
                    <a:pt x="82" y="98"/>
                    <a:pt x="70" y="107"/>
                  </a:cubicBezTo>
                  <a:cubicBezTo>
                    <a:pt x="58" y="117"/>
                    <a:pt x="31" y="119"/>
                    <a:pt x="22" y="119"/>
                  </a:cubicBezTo>
                  <a:cubicBezTo>
                    <a:pt x="10" y="118"/>
                    <a:pt x="7" y="105"/>
                    <a:pt x="5" y="94"/>
                  </a:cubicBezTo>
                  <a:cubicBezTo>
                    <a:pt x="2" y="83"/>
                    <a:pt x="0" y="55"/>
                    <a:pt x="5" y="29"/>
                  </a:cubicBezTo>
                  <a:cubicBezTo>
                    <a:pt x="8" y="15"/>
                    <a:pt x="27" y="0"/>
                    <a:pt x="46" y="1"/>
                  </a:cubicBezTo>
                  <a:cubicBezTo>
                    <a:pt x="64" y="2"/>
                    <a:pt x="98" y="6"/>
                    <a:pt x="87" y="65"/>
                  </a:cubicBezTo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B3330757-0770-43E7-BEFC-383192A40AAC}"/>
                </a:ext>
              </a:extLst>
            </p:cNvPr>
            <p:cNvSpPr/>
            <p:nvPr/>
          </p:nvSpPr>
          <p:spPr bwMode="auto">
            <a:xfrm>
              <a:off x="6732588" y="2452688"/>
              <a:ext cx="485775" cy="584200"/>
            </a:xfrm>
            <a:custGeom>
              <a:avLst/>
              <a:gdLst>
                <a:gd name="T0" fmla="*/ 5 w 94"/>
                <a:gd name="T1" fmla="*/ 53 h 113"/>
                <a:gd name="T2" fmla="*/ 19 w 94"/>
                <a:gd name="T3" fmla="*/ 91 h 113"/>
                <a:gd name="T4" fmla="*/ 50 w 94"/>
                <a:gd name="T5" fmla="*/ 110 h 113"/>
                <a:gd name="T6" fmla="*/ 83 w 94"/>
                <a:gd name="T7" fmla="*/ 76 h 113"/>
                <a:gd name="T8" fmla="*/ 92 w 94"/>
                <a:gd name="T9" fmla="*/ 27 h 113"/>
                <a:gd name="T10" fmla="*/ 54 w 94"/>
                <a:gd name="T11" fmla="*/ 0 h 113"/>
                <a:gd name="T12" fmla="*/ 5 w 94"/>
                <a:gd name="T13" fmla="*/ 5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13">
                  <a:moveTo>
                    <a:pt x="5" y="53"/>
                  </a:moveTo>
                  <a:cubicBezTo>
                    <a:pt x="6" y="74"/>
                    <a:pt x="13" y="78"/>
                    <a:pt x="19" y="91"/>
                  </a:cubicBezTo>
                  <a:cubicBezTo>
                    <a:pt x="24" y="104"/>
                    <a:pt x="40" y="113"/>
                    <a:pt x="50" y="110"/>
                  </a:cubicBezTo>
                  <a:cubicBezTo>
                    <a:pt x="70" y="104"/>
                    <a:pt x="71" y="97"/>
                    <a:pt x="83" y="76"/>
                  </a:cubicBezTo>
                  <a:cubicBezTo>
                    <a:pt x="87" y="67"/>
                    <a:pt x="94" y="51"/>
                    <a:pt x="92" y="27"/>
                  </a:cubicBezTo>
                  <a:cubicBezTo>
                    <a:pt x="90" y="16"/>
                    <a:pt x="72" y="1"/>
                    <a:pt x="54" y="0"/>
                  </a:cubicBezTo>
                  <a:cubicBezTo>
                    <a:pt x="35" y="0"/>
                    <a:pt x="0" y="0"/>
                    <a:pt x="5" y="53"/>
                  </a:cubicBezTo>
                </a:path>
              </a:pathLst>
            </a:custGeom>
            <a:solidFill>
              <a:srgbClr val="1C1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640A4E3E-EA2C-4919-89F3-316674D7E4B3}"/>
                </a:ext>
              </a:extLst>
            </p:cNvPr>
            <p:cNvSpPr/>
            <p:nvPr/>
          </p:nvSpPr>
          <p:spPr bwMode="auto">
            <a:xfrm>
              <a:off x="6716713" y="2782888"/>
              <a:ext cx="130175" cy="149225"/>
            </a:xfrm>
            <a:custGeom>
              <a:avLst/>
              <a:gdLst>
                <a:gd name="T0" fmla="*/ 0 w 25"/>
                <a:gd name="T1" fmla="*/ 15 h 29"/>
                <a:gd name="T2" fmla="*/ 14 w 25"/>
                <a:gd name="T3" fmla="*/ 29 h 29"/>
                <a:gd name="T4" fmla="*/ 24 w 25"/>
                <a:gd name="T5" fmla="*/ 14 h 29"/>
                <a:gd name="T6" fmla="*/ 11 w 25"/>
                <a:gd name="T7" fmla="*/ 0 h 29"/>
                <a:gd name="T8" fmla="*/ 0 w 25"/>
                <a:gd name="T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9">
                  <a:moveTo>
                    <a:pt x="0" y="15"/>
                  </a:moveTo>
                  <a:cubicBezTo>
                    <a:pt x="1" y="23"/>
                    <a:pt x="7" y="29"/>
                    <a:pt x="14" y="29"/>
                  </a:cubicBezTo>
                  <a:cubicBezTo>
                    <a:pt x="20" y="29"/>
                    <a:pt x="25" y="22"/>
                    <a:pt x="24" y="14"/>
                  </a:cubicBezTo>
                  <a:cubicBezTo>
                    <a:pt x="23" y="6"/>
                    <a:pt x="17" y="0"/>
                    <a:pt x="11" y="0"/>
                  </a:cubicBezTo>
                  <a:cubicBezTo>
                    <a:pt x="4" y="1"/>
                    <a:pt x="0" y="7"/>
                    <a:pt x="0" y="15"/>
                  </a:cubicBezTo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C80A36AF-3C05-4CB4-A876-F5EDAB2F5144}"/>
                </a:ext>
              </a:extLst>
            </p:cNvPr>
            <p:cNvSpPr/>
            <p:nvPr/>
          </p:nvSpPr>
          <p:spPr bwMode="auto">
            <a:xfrm>
              <a:off x="6659563" y="2390775"/>
              <a:ext cx="565150" cy="252413"/>
            </a:xfrm>
            <a:custGeom>
              <a:avLst/>
              <a:gdLst>
                <a:gd name="T0" fmla="*/ 29 w 109"/>
                <a:gd name="T1" fmla="*/ 49 h 49"/>
                <a:gd name="T2" fmla="*/ 8 w 109"/>
                <a:gd name="T3" fmla="*/ 26 h 49"/>
                <a:gd name="T4" fmla="*/ 75 w 109"/>
                <a:gd name="T5" fmla="*/ 11 h 49"/>
                <a:gd name="T6" fmla="*/ 29 w 109"/>
                <a:gd name="T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49">
                  <a:moveTo>
                    <a:pt x="29" y="49"/>
                  </a:moveTo>
                  <a:cubicBezTo>
                    <a:pt x="16" y="42"/>
                    <a:pt x="0" y="36"/>
                    <a:pt x="8" y="26"/>
                  </a:cubicBezTo>
                  <a:cubicBezTo>
                    <a:pt x="16" y="15"/>
                    <a:pt x="41" y="0"/>
                    <a:pt x="75" y="11"/>
                  </a:cubicBezTo>
                  <a:cubicBezTo>
                    <a:pt x="109" y="21"/>
                    <a:pt x="29" y="49"/>
                    <a:pt x="29" y="49"/>
                  </a:cubicBezTo>
                </a:path>
              </a:pathLst>
            </a:custGeom>
            <a:solidFill>
              <a:srgbClr val="1C1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456B9E35-308A-4EE8-97BD-0F838DF81213}"/>
                </a:ext>
              </a:extLst>
            </p:cNvPr>
            <p:cNvSpPr/>
            <p:nvPr/>
          </p:nvSpPr>
          <p:spPr bwMode="auto">
            <a:xfrm>
              <a:off x="6240463" y="3082925"/>
              <a:ext cx="361950" cy="165100"/>
            </a:xfrm>
            <a:custGeom>
              <a:avLst/>
              <a:gdLst>
                <a:gd name="T0" fmla="*/ 68 w 70"/>
                <a:gd name="T1" fmla="*/ 10 h 32"/>
                <a:gd name="T2" fmla="*/ 38 w 70"/>
                <a:gd name="T3" fmla="*/ 2 h 32"/>
                <a:gd name="T4" fmla="*/ 14 w 70"/>
                <a:gd name="T5" fmla="*/ 5 h 32"/>
                <a:gd name="T6" fmla="*/ 22 w 70"/>
                <a:gd name="T7" fmla="*/ 25 h 32"/>
                <a:gd name="T8" fmla="*/ 57 w 70"/>
                <a:gd name="T9" fmla="*/ 30 h 32"/>
                <a:gd name="T10" fmla="*/ 68 w 70"/>
                <a:gd name="T11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32">
                  <a:moveTo>
                    <a:pt x="68" y="10"/>
                  </a:moveTo>
                  <a:cubicBezTo>
                    <a:pt x="53" y="9"/>
                    <a:pt x="51" y="4"/>
                    <a:pt x="38" y="2"/>
                  </a:cubicBezTo>
                  <a:cubicBezTo>
                    <a:pt x="26" y="0"/>
                    <a:pt x="21" y="0"/>
                    <a:pt x="14" y="5"/>
                  </a:cubicBezTo>
                  <a:cubicBezTo>
                    <a:pt x="6" y="11"/>
                    <a:pt x="0" y="25"/>
                    <a:pt x="22" y="25"/>
                  </a:cubicBezTo>
                  <a:cubicBezTo>
                    <a:pt x="43" y="25"/>
                    <a:pt x="45" y="29"/>
                    <a:pt x="57" y="30"/>
                  </a:cubicBezTo>
                  <a:cubicBezTo>
                    <a:pt x="70" y="32"/>
                    <a:pt x="68" y="10"/>
                    <a:pt x="68" y="10"/>
                  </a:cubicBezTo>
                  <a:close/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7976E7ED-566F-45A1-A051-C10C7D50913F}"/>
                </a:ext>
              </a:extLst>
            </p:cNvPr>
            <p:cNvSpPr/>
            <p:nvPr/>
          </p:nvSpPr>
          <p:spPr bwMode="auto">
            <a:xfrm>
              <a:off x="6288088" y="3082925"/>
              <a:ext cx="174625" cy="160338"/>
            </a:xfrm>
            <a:custGeom>
              <a:avLst/>
              <a:gdLst>
                <a:gd name="T0" fmla="*/ 2 w 34"/>
                <a:gd name="T1" fmla="*/ 31 h 31"/>
                <a:gd name="T2" fmla="*/ 0 w 34"/>
                <a:gd name="T3" fmla="*/ 31 h 31"/>
                <a:gd name="T4" fmla="*/ 1 w 34"/>
                <a:gd name="T5" fmla="*/ 29 h 31"/>
                <a:gd name="T6" fmla="*/ 32 w 34"/>
                <a:gd name="T7" fmla="*/ 0 h 31"/>
                <a:gd name="T8" fmla="*/ 34 w 34"/>
                <a:gd name="T9" fmla="*/ 0 h 31"/>
                <a:gd name="T10" fmla="*/ 34 w 34"/>
                <a:gd name="T11" fmla="*/ 2 h 31"/>
                <a:gd name="T12" fmla="*/ 3 w 34"/>
                <a:gd name="T13" fmla="*/ 31 h 31"/>
                <a:gd name="T14" fmla="*/ 2 w 34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1">
                  <a:moveTo>
                    <a:pt x="2" y="31"/>
                  </a:moveTo>
                  <a:cubicBezTo>
                    <a:pt x="1" y="31"/>
                    <a:pt x="1" y="31"/>
                    <a:pt x="0" y="31"/>
                  </a:cubicBezTo>
                  <a:cubicBezTo>
                    <a:pt x="0" y="30"/>
                    <a:pt x="0" y="29"/>
                    <a:pt x="1" y="2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3" y="0"/>
                    <a:pt x="34" y="0"/>
                  </a:cubicBezTo>
                  <a:cubicBezTo>
                    <a:pt x="34" y="1"/>
                    <a:pt x="34" y="2"/>
                    <a:pt x="34" y="2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2" y="31"/>
                    <a:pt x="2" y="31"/>
                    <a:pt x="2" y="31"/>
                  </a:cubicBezTo>
                  <a:close/>
                </a:path>
              </a:pathLst>
            </a:custGeom>
            <a:solidFill>
              <a:srgbClr val="1C1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DDE5013B-E31E-49DD-8D75-849D66466836}"/>
                </a:ext>
              </a:extLst>
            </p:cNvPr>
            <p:cNvSpPr/>
            <p:nvPr/>
          </p:nvSpPr>
          <p:spPr bwMode="auto">
            <a:xfrm>
              <a:off x="6272213" y="3190875"/>
              <a:ext cx="361950" cy="61913"/>
            </a:xfrm>
            <a:custGeom>
              <a:avLst/>
              <a:gdLst>
                <a:gd name="T0" fmla="*/ 65 w 70"/>
                <a:gd name="T1" fmla="*/ 3 h 12"/>
                <a:gd name="T2" fmla="*/ 35 w 70"/>
                <a:gd name="T3" fmla="*/ 1 h 12"/>
                <a:gd name="T4" fmla="*/ 10 w 70"/>
                <a:gd name="T5" fmla="*/ 3 h 12"/>
                <a:gd name="T6" fmla="*/ 21 w 70"/>
                <a:gd name="T7" fmla="*/ 11 h 12"/>
                <a:gd name="T8" fmla="*/ 57 w 70"/>
                <a:gd name="T9" fmla="*/ 12 h 12"/>
                <a:gd name="T10" fmla="*/ 65 w 70"/>
                <a:gd name="T11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12">
                  <a:moveTo>
                    <a:pt x="65" y="3"/>
                  </a:moveTo>
                  <a:cubicBezTo>
                    <a:pt x="50" y="3"/>
                    <a:pt x="47" y="1"/>
                    <a:pt x="35" y="1"/>
                  </a:cubicBezTo>
                  <a:cubicBezTo>
                    <a:pt x="22" y="0"/>
                    <a:pt x="17" y="0"/>
                    <a:pt x="10" y="3"/>
                  </a:cubicBezTo>
                  <a:cubicBezTo>
                    <a:pt x="3" y="5"/>
                    <a:pt x="0" y="12"/>
                    <a:pt x="21" y="11"/>
                  </a:cubicBezTo>
                  <a:cubicBezTo>
                    <a:pt x="42" y="10"/>
                    <a:pt x="44" y="12"/>
                    <a:pt x="57" y="12"/>
                  </a:cubicBezTo>
                  <a:cubicBezTo>
                    <a:pt x="70" y="12"/>
                    <a:pt x="65" y="3"/>
                    <a:pt x="65" y="3"/>
                  </a:cubicBezTo>
                  <a:close/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08DEF0D5-FD4F-4011-88B1-36AA8337A021}"/>
                </a:ext>
              </a:extLst>
            </p:cNvPr>
            <p:cNvSpPr/>
            <p:nvPr/>
          </p:nvSpPr>
          <p:spPr bwMode="auto">
            <a:xfrm>
              <a:off x="6489700" y="3108325"/>
              <a:ext cx="723900" cy="387350"/>
            </a:xfrm>
            <a:custGeom>
              <a:avLst/>
              <a:gdLst>
                <a:gd name="T0" fmla="*/ 116 w 140"/>
                <a:gd name="T1" fmla="*/ 75 h 75"/>
                <a:gd name="T2" fmla="*/ 3 w 140"/>
                <a:gd name="T3" fmla="*/ 28 h 75"/>
                <a:gd name="T4" fmla="*/ 1 w 140"/>
                <a:gd name="T5" fmla="*/ 23 h 75"/>
                <a:gd name="T6" fmla="*/ 10 w 140"/>
                <a:gd name="T7" fmla="*/ 0 h 75"/>
                <a:gd name="T8" fmla="*/ 54 w 140"/>
                <a:gd name="T9" fmla="*/ 18 h 75"/>
                <a:gd name="T10" fmla="*/ 140 w 140"/>
                <a:gd name="T11" fmla="*/ 35 h 75"/>
                <a:gd name="T12" fmla="*/ 116 w 140"/>
                <a:gd name="T1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75">
                  <a:moveTo>
                    <a:pt x="116" y="75"/>
                  </a:moveTo>
                  <a:cubicBezTo>
                    <a:pt x="87" y="73"/>
                    <a:pt x="16" y="36"/>
                    <a:pt x="3" y="28"/>
                  </a:cubicBezTo>
                  <a:cubicBezTo>
                    <a:pt x="2" y="27"/>
                    <a:pt x="1" y="25"/>
                    <a:pt x="1" y="23"/>
                  </a:cubicBezTo>
                  <a:cubicBezTo>
                    <a:pt x="0" y="11"/>
                    <a:pt x="6" y="1"/>
                    <a:pt x="10" y="0"/>
                  </a:cubicBezTo>
                  <a:cubicBezTo>
                    <a:pt x="12" y="0"/>
                    <a:pt x="30" y="9"/>
                    <a:pt x="54" y="18"/>
                  </a:cubicBezTo>
                  <a:cubicBezTo>
                    <a:pt x="83" y="29"/>
                    <a:pt x="118" y="40"/>
                    <a:pt x="140" y="35"/>
                  </a:cubicBezTo>
                  <a:cubicBezTo>
                    <a:pt x="116" y="75"/>
                    <a:pt x="116" y="75"/>
                    <a:pt x="116" y="75"/>
                  </a:cubicBezTo>
                </a:path>
              </a:pathLst>
            </a:custGeom>
            <a:solidFill>
              <a:srgbClr val="F05A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BD77334C-3C67-4B50-8A1E-12A744C1BBBB}"/>
                </a:ext>
              </a:extLst>
            </p:cNvPr>
            <p:cNvSpPr/>
            <p:nvPr/>
          </p:nvSpPr>
          <p:spPr bwMode="auto">
            <a:xfrm>
              <a:off x="6469063" y="4013200"/>
              <a:ext cx="822325" cy="401638"/>
            </a:xfrm>
            <a:custGeom>
              <a:avLst/>
              <a:gdLst>
                <a:gd name="T0" fmla="*/ 151 w 159"/>
                <a:gd name="T1" fmla="*/ 0 h 78"/>
                <a:gd name="T2" fmla="*/ 149 w 159"/>
                <a:gd name="T3" fmla="*/ 50 h 78"/>
                <a:gd name="T4" fmla="*/ 70 w 159"/>
                <a:gd name="T5" fmla="*/ 71 h 78"/>
                <a:gd name="T6" fmla="*/ 6 w 159"/>
                <a:gd name="T7" fmla="*/ 41 h 78"/>
                <a:gd name="T8" fmla="*/ 52 w 159"/>
                <a:gd name="T9" fmla="*/ 4 h 78"/>
                <a:gd name="T10" fmla="*/ 151 w 159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" h="78">
                  <a:moveTo>
                    <a:pt x="151" y="0"/>
                  </a:moveTo>
                  <a:cubicBezTo>
                    <a:pt x="156" y="21"/>
                    <a:pt x="159" y="40"/>
                    <a:pt x="149" y="50"/>
                  </a:cubicBezTo>
                  <a:cubicBezTo>
                    <a:pt x="140" y="60"/>
                    <a:pt x="111" y="78"/>
                    <a:pt x="70" y="71"/>
                  </a:cubicBezTo>
                  <a:cubicBezTo>
                    <a:pt x="29" y="65"/>
                    <a:pt x="0" y="52"/>
                    <a:pt x="6" y="41"/>
                  </a:cubicBezTo>
                  <a:cubicBezTo>
                    <a:pt x="12" y="29"/>
                    <a:pt x="8" y="0"/>
                    <a:pt x="52" y="4"/>
                  </a:cubicBezTo>
                  <a:cubicBezTo>
                    <a:pt x="97" y="8"/>
                    <a:pt x="151" y="0"/>
                    <a:pt x="151" y="0"/>
                  </a:cubicBezTo>
                </a:path>
              </a:pathLst>
            </a:custGeom>
            <a:solidFill>
              <a:srgbClr val="6123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BEF112E5-136F-4F72-8A9E-919E5DAD2A1E}"/>
                </a:ext>
              </a:extLst>
            </p:cNvPr>
            <p:cNvSpPr/>
            <p:nvPr/>
          </p:nvSpPr>
          <p:spPr bwMode="auto">
            <a:xfrm>
              <a:off x="6116638" y="3825875"/>
              <a:ext cx="750888" cy="574675"/>
            </a:xfrm>
            <a:custGeom>
              <a:avLst/>
              <a:gdLst>
                <a:gd name="T0" fmla="*/ 84 w 145"/>
                <a:gd name="T1" fmla="*/ 92 h 111"/>
                <a:gd name="T2" fmla="*/ 8 w 145"/>
                <a:gd name="T3" fmla="*/ 38 h 111"/>
                <a:gd name="T4" fmla="*/ 35 w 145"/>
                <a:gd name="T5" fmla="*/ 0 h 111"/>
                <a:gd name="T6" fmla="*/ 127 w 145"/>
                <a:gd name="T7" fmla="*/ 43 h 111"/>
                <a:gd name="T8" fmla="*/ 84 w 145"/>
                <a:gd name="T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11">
                  <a:moveTo>
                    <a:pt x="84" y="92"/>
                  </a:moveTo>
                  <a:cubicBezTo>
                    <a:pt x="60" y="77"/>
                    <a:pt x="16" y="54"/>
                    <a:pt x="8" y="38"/>
                  </a:cubicBezTo>
                  <a:cubicBezTo>
                    <a:pt x="0" y="22"/>
                    <a:pt x="11" y="0"/>
                    <a:pt x="35" y="0"/>
                  </a:cubicBezTo>
                  <a:cubicBezTo>
                    <a:pt x="59" y="1"/>
                    <a:pt x="109" y="40"/>
                    <a:pt x="127" y="43"/>
                  </a:cubicBezTo>
                  <a:cubicBezTo>
                    <a:pt x="145" y="45"/>
                    <a:pt x="116" y="111"/>
                    <a:pt x="84" y="92"/>
                  </a:cubicBezTo>
                </a:path>
              </a:pathLst>
            </a:custGeom>
            <a:solidFill>
              <a:srgbClr val="6123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F5AC831D-7624-487E-999F-30B22565B025}"/>
                </a:ext>
              </a:extLst>
            </p:cNvPr>
            <p:cNvSpPr/>
            <p:nvPr/>
          </p:nvSpPr>
          <p:spPr bwMode="auto">
            <a:xfrm>
              <a:off x="6643688" y="3071813"/>
              <a:ext cx="652463" cy="1168400"/>
            </a:xfrm>
            <a:custGeom>
              <a:avLst/>
              <a:gdLst>
                <a:gd name="T0" fmla="*/ 2 w 126"/>
                <a:gd name="T1" fmla="*/ 187 h 226"/>
                <a:gd name="T2" fmla="*/ 27 w 126"/>
                <a:gd name="T3" fmla="*/ 220 h 226"/>
                <a:gd name="T4" fmla="*/ 97 w 126"/>
                <a:gd name="T5" fmla="*/ 212 h 226"/>
                <a:gd name="T6" fmla="*/ 114 w 126"/>
                <a:gd name="T7" fmla="*/ 171 h 226"/>
                <a:gd name="T8" fmla="*/ 110 w 126"/>
                <a:gd name="T9" fmla="*/ 132 h 226"/>
                <a:gd name="T10" fmla="*/ 116 w 126"/>
                <a:gd name="T11" fmla="*/ 79 h 226"/>
                <a:gd name="T12" fmla="*/ 102 w 126"/>
                <a:gd name="T13" fmla="*/ 9 h 226"/>
                <a:gd name="T14" fmla="*/ 77 w 126"/>
                <a:gd name="T15" fmla="*/ 1 h 226"/>
                <a:gd name="T16" fmla="*/ 4 w 126"/>
                <a:gd name="T17" fmla="*/ 58 h 226"/>
                <a:gd name="T18" fmla="*/ 1 w 126"/>
                <a:gd name="T19" fmla="*/ 70 h 226"/>
                <a:gd name="T20" fmla="*/ 0 w 126"/>
                <a:gd name="T21" fmla="*/ 85 h 226"/>
                <a:gd name="T22" fmla="*/ 2 w 126"/>
                <a:gd name="T23" fmla="*/ 144 h 226"/>
                <a:gd name="T24" fmla="*/ 2 w 126"/>
                <a:gd name="T25" fmla="*/ 146 h 226"/>
                <a:gd name="T26" fmla="*/ 2 w 126"/>
                <a:gd name="T27" fmla="*/ 187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6" h="226">
                  <a:moveTo>
                    <a:pt x="2" y="187"/>
                  </a:moveTo>
                  <a:cubicBezTo>
                    <a:pt x="2" y="198"/>
                    <a:pt x="4" y="215"/>
                    <a:pt x="27" y="220"/>
                  </a:cubicBezTo>
                  <a:cubicBezTo>
                    <a:pt x="52" y="226"/>
                    <a:pt x="79" y="222"/>
                    <a:pt x="97" y="212"/>
                  </a:cubicBezTo>
                  <a:cubicBezTo>
                    <a:pt x="120" y="200"/>
                    <a:pt x="119" y="194"/>
                    <a:pt x="114" y="171"/>
                  </a:cubicBezTo>
                  <a:cubicBezTo>
                    <a:pt x="112" y="159"/>
                    <a:pt x="110" y="132"/>
                    <a:pt x="110" y="132"/>
                  </a:cubicBezTo>
                  <a:cubicBezTo>
                    <a:pt x="110" y="108"/>
                    <a:pt x="114" y="95"/>
                    <a:pt x="116" y="79"/>
                  </a:cubicBezTo>
                  <a:cubicBezTo>
                    <a:pt x="120" y="57"/>
                    <a:pt x="126" y="28"/>
                    <a:pt x="102" y="9"/>
                  </a:cubicBezTo>
                  <a:cubicBezTo>
                    <a:pt x="96" y="4"/>
                    <a:pt x="83" y="0"/>
                    <a:pt x="77" y="1"/>
                  </a:cubicBezTo>
                  <a:cubicBezTo>
                    <a:pt x="50" y="6"/>
                    <a:pt x="15" y="23"/>
                    <a:pt x="4" y="58"/>
                  </a:cubicBezTo>
                  <a:cubicBezTo>
                    <a:pt x="3" y="62"/>
                    <a:pt x="2" y="66"/>
                    <a:pt x="1" y="70"/>
                  </a:cubicBezTo>
                  <a:cubicBezTo>
                    <a:pt x="0" y="74"/>
                    <a:pt x="0" y="79"/>
                    <a:pt x="0" y="85"/>
                  </a:cubicBezTo>
                  <a:cubicBezTo>
                    <a:pt x="1" y="111"/>
                    <a:pt x="2" y="130"/>
                    <a:pt x="2" y="144"/>
                  </a:cubicBezTo>
                  <a:cubicBezTo>
                    <a:pt x="2" y="145"/>
                    <a:pt x="2" y="145"/>
                    <a:pt x="2" y="146"/>
                  </a:cubicBezTo>
                  <a:cubicBezTo>
                    <a:pt x="2" y="170"/>
                    <a:pt x="2" y="180"/>
                    <a:pt x="2" y="187"/>
                  </a:cubicBezTo>
                </a:path>
              </a:pathLst>
            </a:custGeom>
            <a:solidFill>
              <a:srgbClr val="F6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8D222396-1F87-47B3-A7F1-797ECDFB2BEA}"/>
                </a:ext>
              </a:extLst>
            </p:cNvPr>
            <p:cNvSpPr/>
            <p:nvPr/>
          </p:nvSpPr>
          <p:spPr bwMode="auto">
            <a:xfrm>
              <a:off x="6643688" y="3305175"/>
              <a:ext cx="254000" cy="511175"/>
            </a:xfrm>
            <a:custGeom>
              <a:avLst/>
              <a:gdLst>
                <a:gd name="T0" fmla="*/ 0 w 49"/>
                <a:gd name="T1" fmla="*/ 40 h 99"/>
                <a:gd name="T2" fmla="*/ 2 w 49"/>
                <a:gd name="T3" fmla="*/ 99 h 99"/>
                <a:gd name="T4" fmla="*/ 32 w 49"/>
                <a:gd name="T5" fmla="*/ 52 h 99"/>
                <a:gd name="T6" fmla="*/ 23 w 49"/>
                <a:gd name="T7" fmla="*/ 2 h 99"/>
                <a:gd name="T8" fmla="*/ 4 w 49"/>
                <a:gd name="T9" fmla="*/ 13 h 99"/>
                <a:gd name="T10" fmla="*/ 1 w 49"/>
                <a:gd name="T11" fmla="*/ 25 h 99"/>
                <a:gd name="T12" fmla="*/ 0 w 49"/>
                <a:gd name="T13" fmla="*/ 4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99">
                  <a:moveTo>
                    <a:pt x="0" y="40"/>
                  </a:moveTo>
                  <a:cubicBezTo>
                    <a:pt x="1" y="66"/>
                    <a:pt x="2" y="85"/>
                    <a:pt x="2" y="99"/>
                  </a:cubicBezTo>
                  <a:cubicBezTo>
                    <a:pt x="14" y="83"/>
                    <a:pt x="25" y="66"/>
                    <a:pt x="32" y="52"/>
                  </a:cubicBezTo>
                  <a:cubicBezTo>
                    <a:pt x="49" y="21"/>
                    <a:pt x="47" y="0"/>
                    <a:pt x="23" y="2"/>
                  </a:cubicBezTo>
                  <a:cubicBezTo>
                    <a:pt x="14" y="3"/>
                    <a:pt x="8" y="7"/>
                    <a:pt x="4" y="13"/>
                  </a:cubicBezTo>
                  <a:cubicBezTo>
                    <a:pt x="3" y="17"/>
                    <a:pt x="2" y="21"/>
                    <a:pt x="1" y="25"/>
                  </a:cubicBezTo>
                  <a:cubicBezTo>
                    <a:pt x="0" y="29"/>
                    <a:pt x="0" y="34"/>
                    <a:pt x="0" y="40"/>
                  </a:cubicBezTo>
                </a:path>
              </a:pathLst>
            </a:custGeom>
            <a:solidFill>
              <a:srgbClr val="F05A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ECDB64B3-EA8F-4F83-ADFA-B55131F70FE6}"/>
                </a:ext>
              </a:extLst>
            </p:cNvPr>
            <p:cNvSpPr/>
            <p:nvPr/>
          </p:nvSpPr>
          <p:spPr bwMode="auto">
            <a:xfrm>
              <a:off x="6970713" y="3702050"/>
              <a:ext cx="625475" cy="547688"/>
            </a:xfrm>
            <a:custGeom>
              <a:avLst/>
              <a:gdLst>
                <a:gd name="T0" fmla="*/ 0 w 121"/>
                <a:gd name="T1" fmla="*/ 69 h 106"/>
                <a:gd name="T2" fmla="*/ 0 w 121"/>
                <a:gd name="T3" fmla="*/ 98 h 106"/>
                <a:gd name="T4" fmla="*/ 8 w 121"/>
                <a:gd name="T5" fmla="*/ 106 h 106"/>
                <a:gd name="T6" fmla="*/ 8 w 121"/>
                <a:gd name="T7" fmla="*/ 106 h 106"/>
                <a:gd name="T8" fmla="*/ 12 w 121"/>
                <a:gd name="T9" fmla="*/ 105 h 106"/>
                <a:gd name="T10" fmla="*/ 117 w 121"/>
                <a:gd name="T11" fmla="*/ 44 h 106"/>
                <a:gd name="T12" fmla="*/ 121 w 121"/>
                <a:gd name="T13" fmla="*/ 37 h 106"/>
                <a:gd name="T14" fmla="*/ 121 w 121"/>
                <a:gd name="T15" fmla="*/ 8 h 106"/>
                <a:gd name="T16" fmla="*/ 119 w 121"/>
                <a:gd name="T17" fmla="*/ 2 h 106"/>
                <a:gd name="T18" fmla="*/ 110 w 121"/>
                <a:gd name="T19" fmla="*/ 1 h 106"/>
                <a:gd name="T20" fmla="*/ 4 w 121"/>
                <a:gd name="T21" fmla="*/ 62 h 106"/>
                <a:gd name="T22" fmla="*/ 0 w 121"/>
                <a:gd name="T23" fmla="*/ 6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1" h="106">
                  <a:moveTo>
                    <a:pt x="0" y="69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8" y="106"/>
                    <a:pt x="8" y="106"/>
                    <a:pt x="8" y="106"/>
                  </a:cubicBezTo>
                  <a:cubicBezTo>
                    <a:pt x="9" y="106"/>
                    <a:pt x="11" y="105"/>
                    <a:pt x="12" y="105"/>
                  </a:cubicBezTo>
                  <a:cubicBezTo>
                    <a:pt x="117" y="44"/>
                    <a:pt x="117" y="44"/>
                    <a:pt x="117" y="44"/>
                  </a:cubicBezTo>
                  <a:cubicBezTo>
                    <a:pt x="120" y="42"/>
                    <a:pt x="121" y="40"/>
                    <a:pt x="121" y="37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6"/>
                    <a:pt x="120" y="4"/>
                    <a:pt x="119" y="2"/>
                  </a:cubicBezTo>
                  <a:cubicBezTo>
                    <a:pt x="116" y="0"/>
                    <a:pt x="113" y="0"/>
                    <a:pt x="110" y="1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2" y="64"/>
                    <a:pt x="0" y="66"/>
                    <a:pt x="0" y="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17EA0BB3-E110-4F9C-A264-BA2B33A38328}"/>
                </a:ext>
              </a:extLst>
            </p:cNvPr>
            <p:cNvSpPr/>
            <p:nvPr/>
          </p:nvSpPr>
          <p:spPr bwMode="auto">
            <a:xfrm>
              <a:off x="6996113" y="3713163"/>
              <a:ext cx="600075" cy="536575"/>
            </a:xfrm>
            <a:custGeom>
              <a:avLst/>
              <a:gdLst>
                <a:gd name="T0" fmla="*/ 0 w 116"/>
                <a:gd name="T1" fmla="*/ 69 h 104"/>
                <a:gd name="T2" fmla="*/ 0 w 116"/>
                <a:gd name="T3" fmla="*/ 98 h 104"/>
                <a:gd name="T4" fmla="*/ 3 w 116"/>
                <a:gd name="T5" fmla="*/ 104 h 104"/>
                <a:gd name="T6" fmla="*/ 3 w 116"/>
                <a:gd name="T7" fmla="*/ 104 h 104"/>
                <a:gd name="T8" fmla="*/ 7 w 116"/>
                <a:gd name="T9" fmla="*/ 103 h 104"/>
                <a:gd name="T10" fmla="*/ 112 w 116"/>
                <a:gd name="T11" fmla="*/ 42 h 104"/>
                <a:gd name="T12" fmla="*/ 116 w 116"/>
                <a:gd name="T13" fmla="*/ 35 h 104"/>
                <a:gd name="T14" fmla="*/ 116 w 116"/>
                <a:gd name="T15" fmla="*/ 6 h 104"/>
                <a:gd name="T16" fmla="*/ 114 w 116"/>
                <a:gd name="T17" fmla="*/ 0 h 104"/>
                <a:gd name="T18" fmla="*/ 110 w 116"/>
                <a:gd name="T19" fmla="*/ 2 h 104"/>
                <a:gd name="T20" fmla="*/ 4 w 116"/>
                <a:gd name="T21" fmla="*/ 62 h 104"/>
                <a:gd name="T22" fmla="*/ 0 w 116"/>
                <a:gd name="T23" fmla="*/ 6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6" h="104">
                  <a:moveTo>
                    <a:pt x="0" y="69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100"/>
                    <a:pt x="1" y="102"/>
                    <a:pt x="3" y="104"/>
                  </a:cubicBezTo>
                  <a:cubicBezTo>
                    <a:pt x="3" y="104"/>
                    <a:pt x="3" y="104"/>
                    <a:pt x="3" y="104"/>
                  </a:cubicBezTo>
                  <a:cubicBezTo>
                    <a:pt x="4" y="104"/>
                    <a:pt x="6" y="103"/>
                    <a:pt x="7" y="103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15" y="40"/>
                    <a:pt x="116" y="38"/>
                    <a:pt x="116" y="35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16" y="4"/>
                    <a:pt x="115" y="2"/>
                    <a:pt x="114" y="0"/>
                  </a:cubicBezTo>
                  <a:cubicBezTo>
                    <a:pt x="113" y="0"/>
                    <a:pt x="111" y="1"/>
                    <a:pt x="110" y="2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2" y="64"/>
                    <a:pt x="0" y="66"/>
                    <a:pt x="0" y="69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C295D48A-A028-40AA-AA0A-7253377648DD}"/>
                </a:ext>
              </a:extLst>
            </p:cNvPr>
            <p:cNvSpPr/>
            <p:nvPr/>
          </p:nvSpPr>
          <p:spPr bwMode="auto">
            <a:xfrm>
              <a:off x="6318250" y="3992563"/>
              <a:ext cx="703263" cy="1393825"/>
            </a:xfrm>
            <a:custGeom>
              <a:avLst/>
              <a:gdLst>
                <a:gd name="T0" fmla="*/ 128 w 136"/>
                <a:gd name="T1" fmla="*/ 270 h 270"/>
                <a:gd name="T2" fmla="*/ 134 w 136"/>
                <a:gd name="T3" fmla="*/ 267 h 270"/>
                <a:gd name="T4" fmla="*/ 131 w 136"/>
                <a:gd name="T5" fmla="*/ 257 h 270"/>
                <a:gd name="T6" fmla="*/ 23 w 136"/>
                <a:gd name="T7" fmla="*/ 195 h 270"/>
                <a:gd name="T8" fmla="*/ 13 w 136"/>
                <a:gd name="T9" fmla="*/ 178 h 270"/>
                <a:gd name="T10" fmla="*/ 13 w 136"/>
                <a:gd name="T11" fmla="*/ 98 h 270"/>
                <a:gd name="T12" fmla="*/ 23 w 136"/>
                <a:gd name="T13" fmla="*/ 81 h 270"/>
                <a:gd name="T14" fmla="*/ 42 w 136"/>
                <a:gd name="T15" fmla="*/ 81 h 270"/>
                <a:gd name="T16" fmla="*/ 86 w 136"/>
                <a:gd name="T17" fmla="*/ 107 h 270"/>
                <a:gd name="T18" fmla="*/ 119 w 136"/>
                <a:gd name="T19" fmla="*/ 107 h 270"/>
                <a:gd name="T20" fmla="*/ 135 w 136"/>
                <a:gd name="T21" fmla="*/ 79 h 270"/>
                <a:gd name="T22" fmla="*/ 135 w 136"/>
                <a:gd name="T23" fmla="*/ 7 h 270"/>
                <a:gd name="T24" fmla="*/ 128 w 136"/>
                <a:gd name="T25" fmla="*/ 0 h 270"/>
                <a:gd name="T26" fmla="*/ 121 w 136"/>
                <a:gd name="T27" fmla="*/ 7 h 270"/>
                <a:gd name="T28" fmla="*/ 121 w 136"/>
                <a:gd name="T29" fmla="*/ 79 h 270"/>
                <a:gd name="T30" fmla="*/ 112 w 136"/>
                <a:gd name="T31" fmla="*/ 95 h 270"/>
                <a:gd name="T32" fmla="*/ 93 w 136"/>
                <a:gd name="T33" fmla="*/ 95 h 270"/>
                <a:gd name="T34" fmla="*/ 49 w 136"/>
                <a:gd name="T35" fmla="*/ 70 h 270"/>
                <a:gd name="T36" fmla="*/ 16 w 136"/>
                <a:gd name="T37" fmla="*/ 70 h 270"/>
                <a:gd name="T38" fmla="*/ 0 w 136"/>
                <a:gd name="T39" fmla="*/ 98 h 270"/>
                <a:gd name="T40" fmla="*/ 0 w 136"/>
                <a:gd name="T41" fmla="*/ 178 h 270"/>
                <a:gd name="T42" fmla="*/ 16 w 136"/>
                <a:gd name="T43" fmla="*/ 206 h 270"/>
                <a:gd name="T44" fmla="*/ 125 w 136"/>
                <a:gd name="T45" fmla="*/ 269 h 270"/>
                <a:gd name="T46" fmla="*/ 128 w 136"/>
                <a:gd name="T4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6" h="270">
                  <a:moveTo>
                    <a:pt x="128" y="270"/>
                  </a:moveTo>
                  <a:cubicBezTo>
                    <a:pt x="130" y="270"/>
                    <a:pt x="133" y="269"/>
                    <a:pt x="134" y="267"/>
                  </a:cubicBezTo>
                  <a:cubicBezTo>
                    <a:pt x="136" y="263"/>
                    <a:pt x="135" y="259"/>
                    <a:pt x="131" y="257"/>
                  </a:cubicBezTo>
                  <a:cubicBezTo>
                    <a:pt x="23" y="195"/>
                    <a:pt x="23" y="195"/>
                    <a:pt x="23" y="195"/>
                  </a:cubicBezTo>
                  <a:cubicBezTo>
                    <a:pt x="17" y="191"/>
                    <a:pt x="13" y="185"/>
                    <a:pt x="13" y="17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3" y="91"/>
                    <a:pt x="17" y="85"/>
                    <a:pt x="23" y="81"/>
                  </a:cubicBezTo>
                  <a:cubicBezTo>
                    <a:pt x="29" y="78"/>
                    <a:pt x="36" y="78"/>
                    <a:pt x="42" y="81"/>
                  </a:cubicBezTo>
                  <a:cubicBezTo>
                    <a:pt x="86" y="107"/>
                    <a:pt x="86" y="107"/>
                    <a:pt x="86" y="107"/>
                  </a:cubicBezTo>
                  <a:cubicBezTo>
                    <a:pt x="96" y="113"/>
                    <a:pt x="108" y="113"/>
                    <a:pt x="119" y="107"/>
                  </a:cubicBezTo>
                  <a:cubicBezTo>
                    <a:pt x="129" y="101"/>
                    <a:pt x="135" y="91"/>
                    <a:pt x="135" y="79"/>
                  </a:cubicBezTo>
                  <a:cubicBezTo>
                    <a:pt x="135" y="7"/>
                    <a:pt x="135" y="7"/>
                    <a:pt x="135" y="7"/>
                  </a:cubicBezTo>
                  <a:cubicBezTo>
                    <a:pt x="135" y="3"/>
                    <a:pt x="132" y="0"/>
                    <a:pt x="128" y="0"/>
                  </a:cubicBezTo>
                  <a:cubicBezTo>
                    <a:pt x="124" y="0"/>
                    <a:pt x="121" y="3"/>
                    <a:pt x="121" y="7"/>
                  </a:cubicBezTo>
                  <a:cubicBezTo>
                    <a:pt x="121" y="79"/>
                    <a:pt x="121" y="79"/>
                    <a:pt x="121" y="79"/>
                  </a:cubicBezTo>
                  <a:cubicBezTo>
                    <a:pt x="121" y="86"/>
                    <a:pt x="118" y="92"/>
                    <a:pt x="112" y="95"/>
                  </a:cubicBezTo>
                  <a:cubicBezTo>
                    <a:pt x="106" y="99"/>
                    <a:pt x="99" y="99"/>
                    <a:pt x="93" y="95"/>
                  </a:cubicBezTo>
                  <a:cubicBezTo>
                    <a:pt x="49" y="70"/>
                    <a:pt x="49" y="70"/>
                    <a:pt x="49" y="70"/>
                  </a:cubicBezTo>
                  <a:cubicBezTo>
                    <a:pt x="38" y="64"/>
                    <a:pt x="26" y="64"/>
                    <a:pt x="16" y="70"/>
                  </a:cubicBezTo>
                  <a:cubicBezTo>
                    <a:pt x="6" y="75"/>
                    <a:pt x="0" y="86"/>
                    <a:pt x="0" y="9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90"/>
                    <a:pt x="6" y="201"/>
                    <a:pt x="16" y="206"/>
                  </a:cubicBezTo>
                  <a:cubicBezTo>
                    <a:pt x="125" y="269"/>
                    <a:pt x="125" y="269"/>
                    <a:pt x="125" y="269"/>
                  </a:cubicBezTo>
                  <a:cubicBezTo>
                    <a:pt x="126" y="270"/>
                    <a:pt x="127" y="270"/>
                    <a:pt x="128" y="270"/>
                  </a:cubicBezTo>
                </a:path>
              </a:pathLst>
            </a:custGeom>
            <a:solidFill>
              <a:srgbClr val="E6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027644D0-4A73-4107-B67A-EA7A2A17BEC5}"/>
                </a:ext>
              </a:extLst>
            </p:cNvPr>
            <p:cNvSpPr/>
            <p:nvPr/>
          </p:nvSpPr>
          <p:spPr bwMode="auto">
            <a:xfrm>
              <a:off x="5500688" y="3532188"/>
              <a:ext cx="361950" cy="185738"/>
            </a:xfrm>
            <a:custGeom>
              <a:avLst/>
              <a:gdLst>
                <a:gd name="T0" fmla="*/ 70 w 70"/>
                <a:gd name="T1" fmla="*/ 15 h 36"/>
                <a:gd name="T2" fmla="*/ 43 w 70"/>
                <a:gd name="T3" fmla="*/ 4 h 36"/>
                <a:gd name="T4" fmla="*/ 19 w 70"/>
                <a:gd name="T5" fmla="*/ 4 h 36"/>
                <a:gd name="T6" fmla="*/ 20 w 70"/>
                <a:gd name="T7" fmla="*/ 26 h 36"/>
                <a:gd name="T8" fmla="*/ 57 w 70"/>
                <a:gd name="T9" fmla="*/ 33 h 36"/>
                <a:gd name="T10" fmla="*/ 70 w 70"/>
                <a:gd name="T11" fmla="*/ 1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36">
                  <a:moveTo>
                    <a:pt x="70" y="15"/>
                  </a:moveTo>
                  <a:cubicBezTo>
                    <a:pt x="55" y="13"/>
                    <a:pt x="54" y="7"/>
                    <a:pt x="43" y="4"/>
                  </a:cubicBezTo>
                  <a:cubicBezTo>
                    <a:pt x="31" y="1"/>
                    <a:pt x="26" y="0"/>
                    <a:pt x="19" y="4"/>
                  </a:cubicBezTo>
                  <a:cubicBezTo>
                    <a:pt x="11" y="9"/>
                    <a:pt x="0" y="24"/>
                    <a:pt x="20" y="26"/>
                  </a:cubicBezTo>
                  <a:cubicBezTo>
                    <a:pt x="40" y="28"/>
                    <a:pt x="46" y="30"/>
                    <a:pt x="57" y="33"/>
                  </a:cubicBezTo>
                  <a:cubicBezTo>
                    <a:pt x="70" y="36"/>
                    <a:pt x="70" y="15"/>
                    <a:pt x="70" y="15"/>
                  </a:cubicBezTo>
                  <a:close/>
                </a:path>
              </a:pathLst>
            </a:custGeom>
            <a:solidFill>
              <a:srgbClr val="F8B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7577B623-FB2C-48BC-A7DF-2ADE05D5B98B}"/>
                </a:ext>
              </a:extLst>
            </p:cNvPr>
            <p:cNvSpPr/>
            <p:nvPr/>
          </p:nvSpPr>
          <p:spPr bwMode="auto">
            <a:xfrm>
              <a:off x="5702300" y="3128963"/>
              <a:ext cx="1355725" cy="671513"/>
            </a:xfrm>
            <a:custGeom>
              <a:avLst/>
              <a:gdLst>
                <a:gd name="T0" fmla="*/ 233 w 262"/>
                <a:gd name="T1" fmla="*/ 51 h 130"/>
                <a:gd name="T2" fmla="*/ 130 w 262"/>
                <a:gd name="T3" fmla="*/ 124 h 130"/>
                <a:gd name="T4" fmla="*/ 9 w 262"/>
                <a:gd name="T5" fmla="*/ 112 h 130"/>
                <a:gd name="T6" fmla="*/ 5 w 262"/>
                <a:gd name="T7" fmla="*/ 108 h 130"/>
                <a:gd name="T8" fmla="*/ 7 w 262"/>
                <a:gd name="T9" fmla="*/ 83 h 130"/>
                <a:gd name="T10" fmla="*/ 36 w 262"/>
                <a:gd name="T11" fmla="*/ 86 h 130"/>
                <a:gd name="T12" fmla="*/ 141 w 262"/>
                <a:gd name="T13" fmla="*/ 78 h 130"/>
                <a:gd name="T14" fmla="*/ 186 w 262"/>
                <a:gd name="T15" fmla="*/ 39 h 130"/>
                <a:gd name="T16" fmla="*/ 238 w 262"/>
                <a:gd name="T17" fmla="*/ 3 h 130"/>
                <a:gd name="T18" fmla="*/ 233 w 262"/>
                <a:gd name="T19" fmla="*/ 5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2" h="130">
                  <a:moveTo>
                    <a:pt x="233" y="51"/>
                  </a:moveTo>
                  <a:cubicBezTo>
                    <a:pt x="210" y="77"/>
                    <a:pt x="157" y="117"/>
                    <a:pt x="130" y="124"/>
                  </a:cubicBezTo>
                  <a:cubicBezTo>
                    <a:pt x="102" y="130"/>
                    <a:pt x="23" y="115"/>
                    <a:pt x="9" y="112"/>
                  </a:cubicBezTo>
                  <a:cubicBezTo>
                    <a:pt x="7" y="111"/>
                    <a:pt x="5" y="110"/>
                    <a:pt x="5" y="108"/>
                  </a:cubicBezTo>
                  <a:cubicBezTo>
                    <a:pt x="0" y="96"/>
                    <a:pt x="4" y="85"/>
                    <a:pt x="7" y="83"/>
                  </a:cubicBezTo>
                  <a:cubicBezTo>
                    <a:pt x="8" y="83"/>
                    <a:pt x="20" y="84"/>
                    <a:pt x="36" y="86"/>
                  </a:cubicBezTo>
                  <a:cubicBezTo>
                    <a:pt x="68" y="89"/>
                    <a:pt x="118" y="92"/>
                    <a:pt x="141" y="78"/>
                  </a:cubicBezTo>
                  <a:cubicBezTo>
                    <a:pt x="166" y="63"/>
                    <a:pt x="167" y="62"/>
                    <a:pt x="186" y="39"/>
                  </a:cubicBezTo>
                  <a:cubicBezTo>
                    <a:pt x="201" y="21"/>
                    <a:pt x="213" y="0"/>
                    <a:pt x="238" y="3"/>
                  </a:cubicBezTo>
                  <a:cubicBezTo>
                    <a:pt x="262" y="7"/>
                    <a:pt x="255" y="27"/>
                    <a:pt x="233" y="51"/>
                  </a:cubicBezTo>
                </a:path>
              </a:pathLst>
            </a:custGeom>
            <a:solidFill>
              <a:srgbClr val="F6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5B23D867-5974-42DE-87C0-7FA1B430635C}"/>
                </a:ext>
              </a:extLst>
            </p:cNvPr>
            <p:cNvSpPr/>
            <p:nvPr/>
          </p:nvSpPr>
          <p:spPr bwMode="auto">
            <a:xfrm>
              <a:off x="5072063" y="2705100"/>
              <a:ext cx="1257300" cy="744538"/>
            </a:xfrm>
            <a:custGeom>
              <a:avLst/>
              <a:gdLst>
                <a:gd name="T0" fmla="*/ 1 w 243"/>
                <a:gd name="T1" fmla="*/ 86 h 144"/>
                <a:gd name="T2" fmla="*/ 2 w 243"/>
                <a:gd name="T3" fmla="*/ 86 h 144"/>
                <a:gd name="T4" fmla="*/ 2 w 243"/>
                <a:gd name="T5" fmla="*/ 86 h 144"/>
                <a:gd name="T6" fmla="*/ 3 w 243"/>
                <a:gd name="T7" fmla="*/ 86 h 144"/>
                <a:gd name="T8" fmla="*/ 151 w 243"/>
                <a:gd name="T9" fmla="*/ 1 h 144"/>
                <a:gd name="T10" fmla="*/ 156 w 243"/>
                <a:gd name="T11" fmla="*/ 1 h 144"/>
                <a:gd name="T12" fmla="*/ 241 w 243"/>
                <a:gd name="T13" fmla="*/ 50 h 144"/>
                <a:gd name="T14" fmla="*/ 242 w 243"/>
                <a:gd name="T15" fmla="*/ 51 h 144"/>
                <a:gd name="T16" fmla="*/ 243 w 243"/>
                <a:gd name="T17" fmla="*/ 51 h 144"/>
                <a:gd name="T18" fmla="*/ 243 w 243"/>
                <a:gd name="T19" fmla="*/ 51 h 144"/>
                <a:gd name="T20" fmla="*/ 243 w 243"/>
                <a:gd name="T21" fmla="*/ 54 h 144"/>
                <a:gd name="T22" fmla="*/ 243 w 243"/>
                <a:gd name="T23" fmla="*/ 54 h 144"/>
                <a:gd name="T24" fmla="*/ 241 w 243"/>
                <a:gd name="T25" fmla="*/ 58 h 144"/>
                <a:gd name="T26" fmla="*/ 93 w 243"/>
                <a:gd name="T27" fmla="*/ 144 h 144"/>
                <a:gd name="T28" fmla="*/ 88 w 243"/>
                <a:gd name="T29" fmla="*/ 144 h 144"/>
                <a:gd name="T30" fmla="*/ 3 w 243"/>
                <a:gd name="T31" fmla="*/ 94 h 144"/>
                <a:gd name="T32" fmla="*/ 1 w 243"/>
                <a:gd name="T33" fmla="*/ 93 h 144"/>
                <a:gd name="T34" fmla="*/ 0 w 243"/>
                <a:gd name="T35" fmla="*/ 90 h 144"/>
                <a:gd name="T36" fmla="*/ 0 w 243"/>
                <a:gd name="T37" fmla="*/ 88 h 144"/>
                <a:gd name="T38" fmla="*/ 1 w 243"/>
                <a:gd name="T3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3" h="144">
                  <a:moveTo>
                    <a:pt x="1" y="86"/>
                  </a:move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152" y="0"/>
                    <a:pt x="154" y="0"/>
                    <a:pt x="156" y="1"/>
                  </a:cubicBezTo>
                  <a:cubicBezTo>
                    <a:pt x="241" y="50"/>
                    <a:pt x="241" y="50"/>
                    <a:pt x="241" y="50"/>
                  </a:cubicBezTo>
                  <a:cubicBezTo>
                    <a:pt x="241" y="50"/>
                    <a:pt x="242" y="51"/>
                    <a:pt x="242" y="51"/>
                  </a:cubicBezTo>
                  <a:cubicBezTo>
                    <a:pt x="243" y="51"/>
                    <a:pt x="243" y="51"/>
                    <a:pt x="243" y="51"/>
                  </a:cubicBezTo>
                  <a:cubicBezTo>
                    <a:pt x="243" y="51"/>
                    <a:pt x="243" y="51"/>
                    <a:pt x="243" y="51"/>
                  </a:cubicBezTo>
                  <a:cubicBezTo>
                    <a:pt x="243" y="54"/>
                    <a:pt x="243" y="54"/>
                    <a:pt x="243" y="54"/>
                  </a:cubicBezTo>
                  <a:cubicBezTo>
                    <a:pt x="243" y="54"/>
                    <a:pt x="243" y="54"/>
                    <a:pt x="243" y="54"/>
                  </a:cubicBezTo>
                  <a:cubicBezTo>
                    <a:pt x="243" y="56"/>
                    <a:pt x="242" y="57"/>
                    <a:pt x="241" y="58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91" y="144"/>
                    <a:pt x="89" y="144"/>
                    <a:pt x="88" y="144"/>
                  </a:cubicBezTo>
                  <a:cubicBezTo>
                    <a:pt x="3" y="94"/>
                    <a:pt x="3" y="94"/>
                    <a:pt x="3" y="94"/>
                  </a:cubicBezTo>
                  <a:cubicBezTo>
                    <a:pt x="2" y="94"/>
                    <a:pt x="2" y="94"/>
                    <a:pt x="1" y="93"/>
                  </a:cubicBezTo>
                  <a:cubicBezTo>
                    <a:pt x="1" y="92"/>
                    <a:pt x="0" y="91"/>
                    <a:pt x="0" y="9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0" y="86"/>
                    <a:pt x="1" y="86"/>
                  </a:cubicBezTo>
                  <a:close/>
                </a:path>
              </a:pathLst>
            </a:custGeom>
            <a:solidFill>
              <a:srgbClr val="C2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A2C6903C-8D5A-4795-9032-8739954906C3}"/>
                </a:ext>
              </a:extLst>
            </p:cNvPr>
            <p:cNvSpPr/>
            <p:nvPr/>
          </p:nvSpPr>
          <p:spPr bwMode="auto">
            <a:xfrm>
              <a:off x="5072063" y="2690813"/>
              <a:ext cx="1262063" cy="747713"/>
            </a:xfrm>
            <a:custGeom>
              <a:avLst/>
              <a:gdLst>
                <a:gd name="T0" fmla="*/ 0 w 244"/>
                <a:gd name="T1" fmla="*/ 91 h 145"/>
                <a:gd name="T2" fmla="*/ 1 w 244"/>
                <a:gd name="T3" fmla="*/ 92 h 145"/>
                <a:gd name="T4" fmla="*/ 2 w 244"/>
                <a:gd name="T5" fmla="*/ 95 h 145"/>
                <a:gd name="T6" fmla="*/ 3 w 244"/>
                <a:gd name="T7" fmla="*/ 95 h 145"/>
                <a:gd name="T8" fmla="*/ 88 w 244"/>
                <a:gd name="T9" fmla="*/ 144 h 145"/>
                <a:gd name="T10" fmla="*/ 93 w 244"/>
                <a:gd name="T11" fmla="*/ 144 h 145"/>
                <a:gd name="T12" fmla="*/ 241 w 244"/>
                <a:gd name="T13" fmla="*/ 58 h 145"/>
                <a:gd name="T14" fmla="*/ 243 w 244"/>
                <a:gd name="T15" fmla="*/ 56 h 145"/>
                <a:gd name="T16" fmla="*/ 241 w 244"/>
                <a:gd name="T17" fmla="*/ 50 h 145"/>
                <a:gd name="T18" fmla="*/ 156 w 244"/>
                <a:gd name="T19" fmla="*/ 1 h 145"/>
                <a:gd name="T20" fmla="*/ 151 w 244"/>
                <a:gd name="T21" fmla="*/ 1 h 145"/>
                <a:gd name="T22" fmla="*/ 3 w 244"/>
                <a:gd name="T23" fmla="*/ 87 h 145"/>
                <a:gd name="T24" fmla="*/ 1 w 244"/>
                <a:gd name="T25" fmla="*/ 89 h 145"/>
                <a:gd name="T26" fmla="*/ 0 w 244"/>
                <a:gd name="T27" fmla="*/ 9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145">
                  <a:moveTo>
                    <a:pt x="0" y="91"/>
                  </a:moveTo>
                  <a:cubicBezTo>
                    <a:pt x="0" y="91"/>
                    <a:pt x="0" y="92"/>
                    <a:pt x="1" y="92"/>
                  </a:cubicBezTo>
                  <a:cubicBezTo>
                    <a:pt x="1" y="93"/>
                    <a:pt x="1" y="94"/>
                    <a:pt x="2" y="95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89" y="145"/>
                    <a:pt x="91" y="145"/>
                    <a:pt x="93" y="144"/>
                  </a:cubicBezTo>
                  <a:cubicBezTo>
                    <a:pt x="241" y="58"/>
                    <a:pt x="241" y="58"/>
                    <a:pt x="241" y="58"/>
                  </a:cubicBezTo>
                  <a:cubicBezTo>
                    <a:pt x="242" y="58"/>
                    <a:pt x="243" y="57"/>
                    <a:pt x="243" y="56"/>
                  </a:cubicBezTo>
                  <a:cubicBezTo>
                    <a:pt x="244" y="54"/>
                    <a:pt x="243" y="51"/>
                    <a:pt x="241" y="50"/>
                  </a:cubicBezTo>
                  <a:cubicBezTo>
                    <a:pt x="156" y="1"/>
                    <a:pt x="156" y="1"/>
                    <a:pt x="156" y="1"/>
                  </a:cubicBezTo>
                  <a:cubicBezTo>
                    <a:pt x="154" y="0"/>
                    <a:pt x="152" y="0"/>
                    <a:pt x="151" y="1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2" y="87"/>
                    <a:pt x="1" y="88"/>
                    <a:pt x="1" y="89"/>
                  </a:cubicBezTo>
                  <a:cubicBezTo>
                    <a:pt x="0" y="89"/>
                    <a:pt x="0" y="90"/>
                    <a:pt x="0" y="91"/>
                  </a:cubicBezTo>
                  <a:close/>
                </a:path>
              </a:pathLst>
            </a:custGeom>
            <a:solidFill>
              <a:srgbClr val="E6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7478FB04-77A6-4174-ADD4-48FDCE7DA16D}"/>
                </a:ext>
              </a:extLst>
            </p:cNvPr>
            <p:cNvSpPr/>
            <p:nvPr/>
          </p:nvSpPr>
          <p:spPr bwMode="auto">
            <a:xfrm>
              <a:off x="5734050" y="3051175"/>
              <a:ext cx="247650" cy="155575"/>
            </a:xfrm>
            <a:custGeom>
              <a:avLst/>
              <a:gdLst>
                <a:gd name="T0" fmla="*/ 2 w 48"/>
                <a:gd name="T1" fmla="*/ 19 h 30"/>
                <a:gd name="T2" fmla="*/ 19 w 48"/>
                <a:gd name="T3" fmla="*/ 29 h 30"/>
                <a:gd name="T4" fmla="*/ 22 w 48"/>
                <a:gd name="T5" fmla="*/ 29 h 30"/>
                <a:gd name="T6" fmla="*/ 47 w 48"/>
                <a:gd name="T7" fmla="*/ 15 h 30"/>
                <a:gd name="T8" fmla="*/ 47 w 48"/>
                <a:gd name="T9" fmla="*/ 11 h 30"/>
                <a:gd name="T10" fmla="*/ 29 w 48"/>
                <a:gd name="T11" fmla="*/ 0 h 30"/>
                <a:gd name="T12" fmla="*/ 27 w 48"/>
                <a:gd name="T13" fmla="*/ 0 h 30"/>
                <a:gd name="T14" fmla="*/ 2 w 48"/>
                <a:gd name="T15" fmla="*/ 15 h 30"/>
                <a:gd name="T16" fmla="*/ 2 w 48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30">
                  <a:moveTo>
                    <a:pt x="2" y="19"/>
                  </a:moveTo>
                  <a:cubicBezTo>
                    <a:pt x="19" y="29"/>
                    <a:pt x="19" y="29"/>
                    <a:pt x="19" y="29"/>
                  </a:cubicBezTo>
                  <a:cubicBezTo>
                    <a:pt x="20" y="30"/>
                    <a:pt x="21" y="30"/>
                    <a:pt x="22" y="29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4"/>
                    <a:pt x="48" y="11"/>
                    <a:pt x="47" y="11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8" y="0"/>
                    <a:pt x="27" y="0"/>
                    <a:pt x="27" y="0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6"/>
                    <a:pt x="0" y="18"/>
                    <a:pt x="2" y="19"/>
                  </a:cubicBezTo>
                  <a:close/>
                </a:path>
              </a:pathLst>
            </a:custGeom>
            <a:solidFill>
              <a:srgbClr val="C2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8A8C7C04-AEAE-43D6-B31D-3E21291B47AF}"/>
                </a:ext>
              </a:extLst>
            </p:cNvPr>
            <p:cNvSpPr/>
            <p:nvPr/>
          </p:nvSpPr>
          <p:spPr bwMode="auto">
            <a:xfrm>
              <a:off x="5184775" y="2762250"/>
              <a:ext cx="879475" cy="517525"/>
            </a:xfrm>
            <a:custGeom>
              <a:avLst/>
              <a:gdLst>
                <a:gd name="T0" fmla="*/ 168 w 170"/>
                <a:gd name="T1" fmla="*/ 21 h 100"/>
                <a:gd name="T2" fmla="*/ 133 w 170"/>
                <a:gd name="T3" fmla="*/ 0 h 100"/>
                <a:gd name="T4" fmla="*/ 130 w 170"/>
                <a:gd name="T5" fmla="*/ 0 h 100"/>
                <a:gd name="T6" fmla="*/ 2 w 170"/>
                <a:gd name="T7" fmla="*/ 74 h 100"/>
                <a:gd name="T8" fmla="*/ 2 w 170"/>
                <a:gd name="T9" fmla="*/ 79 h 100"/>
                <a:gd name="T10" fmla="*/ 37 w 170"/>
                <a:gd name="T11" fmla="*/ 100 h 100"/>
                <a:gd name="T12" fmla="*/ 40 w 170"/>
                <a:gd name="T13" fmla="*/ 100 h 100"/>
                <a:gd name="T14" fmla="*/ 168 w 170"/>
                <a:gd name="T15" fmla="*/ 26 h 100"/>
                <a:gd name="T16" fmla="*/ 168 w 170"/>
                <a:gd name="T17" fmla="*/ 2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100">
                  <a:moveTo>
                    <a:pt x="168" y="21"/>
                  </a:moveTo>
                  <a:cubicBezTo>
                    <a:pt x="133" y="0"/>
                    <a:pt x="133" y="0"/>
                    <a:pt x="133" y="0"/>
                  </a:cubicBezTo>
                  <a:cubicBezTo>
                    <a:pt x="132" y="0"/>
                    <a:pt x="131" y="0"/>
                    <a:pt x="130" y="0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0" y="75"/>
                    <a:pt x="0" y="78"/>
                    <a:pt x="2" y="79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8" y="100"/>
                    <a:pt x="39" y="100"/>
                    <a:pt x="40" y="100"/>
                  </a:cubicBezTo>
                  <a:cubicBezTo>
                    <a:pt x="168" y="26"/>
                    <a:pt x="168" y="26"/>
                    <a:pt x="168" y="26"/>
                  </a:cubicBezTo>
                  <a:cubicBezTo>
                    <a:pt x="170" y="25"/>
                    <a:pt x="170" y="22"/>
                    <a:pt x="168" y="21"/>
                  </a:cubicBezTo>
                  <a:close/>
                </a:path>
              </a:pathLst>
            </a:custGeom>
            <a:solidFill>
              <a:srgbClr val="818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3C7465B5-615F-47CF-B04C-69849A8F3B91}"/>
                </a:ext>
              </a:extLst>
            </p:cNvPr>
            <p:cNvSpPr/>
            <p:nvPr/>
          </p:nvSpPr>
          <p:spPr bwMode="auto">
            <a:xfrm>
              <a:off x="5049838" y="2136775"/>
              <a:ext cx="812800" cy="1008063"/>
            </a:xfrm>
            <a:custGeom>
              <a:avLst/>
              <a:gdLst>
                <a:gd name="T0" fmla="*/ 157 w 157"/>
                <a:gd name="T1" fmla="*/ 6 h 195"/>
                <a:gd name="T2" fmla="*/ 157 w 157"/>
                <a:gd name="T3" fmla="*/ 104 h 195"/>
                <a:gd name="T4" fmla="*/ 155 w 157"/>
                <a:gd name="T5" fmla="*/ 108 h 195"/>
                <a:gd name="T6" fmla="*/ 7 w 157"/>
                <a:gd name="T7" fmla="*/ 194 h 195"/>
                <a:gd name="T8" fmla="*/ 0 w 157"/>
                <a:gd name="T9" fmla="*/ 189 h 195"/>
                <a:gd name="T10" fmla="*/ 0 w 157"/>
                <a:gd name="T11" fmla="*/ 91 h 195"/>
                <a:gd name="T12" fmla="*/ 2 w 157"/>
                <a:gd name="T13" fmla="*/ 87 h 195"/>
                <a:gd name="T14" fmla="*/ 150 w 157"/>
                <a:gd name="T15" fmla="*/ 1 h 195"/>
                <a:gd name="T16" fmla="*/ 157 w 157"/>
                <a:gd name="T17" fmla="*/ 6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7" h="195">
                  <a:moveTo>
                    <a:pt x="157" y="6"/>
                  </a:moveTo>
                  <a:cubicBezTo>
                    <a:pt x="157" y="104"/>
                    <a:pt x="157" y="104"/>
                    <a:pt x="157" y="104"/>
                  </a:cubicBezTo>
                  <a:cubicBezTo>
                    <a:pt x="157" y="106"/>
                    <a:pt x="156" y="107"/>
                    <a:pt x="155" y="108"/>
                  </a:cubicBezTo>
                  <a:cubicBezTo>
                    <a:pt x="7" y="194"/>
                    <a:pt x="7" y="194"/>
                    <a:pt x="7" y="194"/>
                  </a:cubicBezTo>
                  <a:cubicBezTo>
                    <a:pt x="4" y="195"/>
                    <a:pt x="0" y="193"/>
                    <a:pt x="0" y="18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89"/>
                    <a:pt x="0" y="88"/>
                    <a:pt x="2" y="87"/>
                  </a:cubicBezTo>
                  <a:cubicBezTo>
                    <a:pt x="150" y="1"/>
                    <a:pt x="150" y="1"/>
                    <a:pt x="150" y="1"/>
                  </a:cubicBezTo>
                  <a:cubicBezTo>
                    <a:pt x="153" y="0"/>
                    <a:pt x="157" y="2"/>
                    <a:pt x="157" y="6"/>
                  </a:cubicBezTo>
                  <a:close/>
                </a:path>
              </a:pathLst>
            </a:custGeom>
            <a:solidFill>
              <a:srgbClr val="99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92EB5912-959D-4F3C-9C69-E96B21703DAB}"/>
                </a:ext>
              </a:extLst>
            </p:cNvPr>
            <p:cNvSpPr/>
            <p:nvPr/>
          </p:nvSpPr>
          <p:spPr bwMode="auto">
            <a:xfrm>
              <a:off x="5092700" y="2198688"/>
              <a:ext cx="728663" cy="884238"/>
            </a:xfrm>
            <a:custGeom>
              <a:avLst/>
              <a:gdLst>
                <a:gd name="T0" fmla="*/ 141 w 141"/>
                <a:gd name="T1" fmla="*/ 86 h 171"/>
                <a:gd name="T2" fmla="*/ 141 w 141"/>
                <a:gd name="T3" fmla="*/ 3 h 171"/>
                <a:gd name="T4" fmla="*/ 138 w 141"/>
                <a:gd name="T5" fmla="*/ 1 h 171"/>
                <a:gd name="T6" fmla="*/ 3 w 141"/>
                <a:gd name="T7" fmla="*/ 79 h 171"/>
                <a:gd name="T8" fmla="*/ 0 w 141"/>
                <a:gd name="T9" fmla="*/ 85 h 171"/>
                <a:gd name="T10" fmla="*/ 0 w 141"/>
                <a:gd name="T11" fmla="*/ 169 h 171"/>
                <a:gd name="T12" fmla="*/ 2 w 141"/>
                <a:gd name="T13" fmla="*/ 170 h 171"/>
                <a:gd name="T14" fmla="*/ 138 w 141"/>
                <a:gd name="T15" fmla="*/ 92 h 171"/>
                <a:gd name="T16" fmla="*/ 141 w 141"/>
                <a:gd name="T17" fmla="*/ 8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171">
                  <a:moveTo>
                    <a:pt x="141" y="86"/>
                  </a:moveTo>
                  <a:cubicBezTo>
                    <a:pt x="141" y="3"/>
                    <a:pt x="141" y="3"/>
                    <a:pt x="141" y="3"/>
                  </a:cubicBezTo>
                  <a:cubicBezTo>
                    <a:pt x="141" y="1"/>
                    <a:pt x="140" y="0"/>
                    <a:pt x="138" y="1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1" y="80"/>
                    <a:pt x="0" y="83"/>
                    <a:pt x="0" y="85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70"/>
                    <a:pt x="1" y="171"/>
                    <a:pt x="2" y="170"/>
                  </a:cubicBezTo>
                  <a:cubicBezTo>
                    <a:pt x="138" y="92"/>
                    <a:pt x="138" y="92"/>
                    <a:pt x="138" y="92"/>
                  </a:cubicBezTo>
                  <a:cubicBezTo>
                    <a:pt x="140" y="91"/>
                    <a:pt x="141" y="88"/>
                    <a:pt x="141" y="86"/>
                  </a:cubicBezTo>
                  <a:close/>
                </a:path>
              </a:pathLst>
            </a:custGeom>
            <a:solidFill>
              <a:srgbClr val="FAF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1C91E87D-3DD7-4D29-8AA2-23F64A1670E3}"/>
                </a:ext>
              </a:extLst>
            </p:cNvPr>
            <p:cNvSpPr/>
            <p:nvPr/>
          </p:nvSpPr>
          <p:spPr bwMode="auto">
            <a:xfrm>
              <a:off x="5127625" y="2297113"/>
              <a:ext cx="657225" cy="687388"/>
            </a:xfrm>
            <a:custGeom>
              <a:avLst/>
              <a:gdLst>
                <a:gd name="T0" fmla="*/ 11 w 127"/>
                <a:gd name="T1" fmla="*/ 133 h 133"/>
                <a:gd name="T2" fmla="*/ 5 w 127"/>
                <a:gd name="T3" fmla="*/ 131 h 133"/>
                <a:gd name="T4" fmla="*/ 0 w 127"/>
                <a:gd name="T5" fmla="*/ 122 h 133"/>
                <a:gd name="T6" fmla="*/ 0 w 127"/>
                <a:gd name="T7" fmla="*/ 83 h 133"/>
                <a:gd name="T8" fmla="*/ 14 w 127"/>
                <a:gd name="T9" fmla="*/ 58 h 133"/>
                <a:gd name="T10" fmla="*/ 111 w 127"/>
                <a:gd name="T11" fmla="*/ 2 h 133"/>
                <a:gd name="T12" fmla="*/ 122 w 127"/>
                <a:gd name="T13" fmla="*/ 2 h 133"/>
                <a:gd name="T14" fmla="*/ 127 w 127"/>
                <a:gd name="T15" fmla="*/ 12 h 133"/>
                <a:gd name="T16" fmla="*/ 127 w 127"/>
                <a:gd name="T17" fmla="*/ 50 h 133"/>
                <a:gd name="T18" fmla="*/ 113 w 127"/>
                <a:gd name="T19" fmla="*/ 75 h 133"/>
                <a:gd name="T20" fmla="*/ 16 w 127"/>
                <a:gd name="T21" fmla="*/ 131 h 133"/>
                <a:gd name="T22" fmla="*/ 11 w 127"/>
                <a:gd name="T23" fmla="*/ 133 h 133"/>
                <a:gd name="T24" fmla="*/ 116 w 127"/>
                <a:gd name="T25" fmla="*/ 2 h 133"/>
                <a:gd name="T26" fmla="*/ 112 w 127"/>
                <a:gd name="T27" fmla="*/ 4 h 133"/>
                <a:gd name="T28" fmla="*/ 15 w 127"/>
                <a:gd name="T29" fmla="*/ 59 h 133"/>
                <a:gd name="T30" fmla="*/ 2 w 127"/>
                <a:gd name="T31" fmla="*/ 83 h 133"/>
                <a:gd name="T32" fmla="*/ 2 w 127"/>
                <a:gd name="T33" fmla="*/ 122 h 133"/>
                <a:gd name="T34" fmla="*/ 6 w 127"/>
                <a:gd name="T35" fmla="*/ 129 h 133"/>
                <a:gd name="T36" fmla="*/ 15 w 127"/>
                <a:gd name="T37" fmla="*/ 129 h 133"/>
                <a:gd name="T38" fmla="*/ 112 w 127"/>
                <a:gd name="T39" fmla="*/ 74 h 133"/>
                <a:gd name="T40" fmla="*/ 125 w 127"/>
                <a:gd name="T41" fmla="*/ 50 h 133"/>
                <a:gd name="T42" fmla="*/ 125 w 127"/>
                <a:gd name="T43" fmla="*/ 12 h 133"/>
                <a:gd name="T44" fmla="*/ 121 w 127"/>
                <a:gd name="T45" fmla="*/ 4 h 133"/>
                <a:gd name="T46" fmla="*/ 116 w 127"/>
                <a:gd name="T47" fmla="*/ 2 h 133"/>
                <a:gd name="T48" fmla="*/ 15 w 127"/>
                <a:gd name="T49" fmla="*/ 59 h 133"/>
                <a:gd name="T50" fmla="*/ 15 w 127"/>
                <a:gd name="T51" fmla="*/ 5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7" h="133">
                  <a:moveTo>
                    <a:pt x="11" y="133"/>
                  </a:moveTo>
                  <a:cubicBezTo>
                    <a:pt x="9" y="133"/>
                    <a:pt x="7" y="132"/>
                    <a:pt x="5" y="131"/>
                  </a:cubicBezTo>
                  <a:cubicBezTo>
                    <a:pt x="2" y="129"/>
                    <a:pt x="0" y="126"/>
                    <a:pt x="0" y="122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2"/>
                    <a:pt x="5" y="63"/>
                    <a:pt x="14" y="58"/>
                  </a:cubicBezTo>
                  <a:cubicBezTo>
                    <a:pt x="111" y="2"/>
                    <a:pt x="111" y="2"/>
                    <a:pt x="111" y="2"/>
                  </a:cubicBezTo>
                  <a:cubicBezTo>
                    <a:pt x="114" y="0"/>
                    <a:pt x="118" y="0"/>
                    <a:pt x="122" y="2"/>
                  </a:cubicBezTo>
                  <a:cubicBezTo>
                    <a:pt x="125" y="4"/>
                    <a:pt x="127" y="8"/>
                    <a:pt x="127" y="1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7" y="61"/>
                    <a:pt x="122" y="70"/>
                    <a:pt x="113" y="75"/>
                  </a:cubicBezTo>
                  <a:cubicBezTo>
                    <a:pt x="16" y="131"/>
                    <a:pt x="16" y="131"/>
                    <a:pt x="16" y="131"/>
                  </a:cubicBezTo>
                  <a:cubicBezTo>
                    <a:pt x="14" y="132"/>
                    <a:pt x="13" y="133"/>
                    <a:pt x="11" y="133"/>
                  </a:cubicBezTo>
                  <a:close/>
                  <a:moveTo>
                    <a:pt x="116" y="2"/>
                  </a:moveTo>
                  <a:cubicBezTo>
                    <a:pt x="115" y="2"/>
                    <a:pt x="113" y="3"/>
                    <a:pt x="112" y="4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7" y="64"/>
                    <a:pt x="2" y="73"/>
                    <a:pt x="2" y="83"/>
                  </a:cubicBezTo>
                  <a:cubicBezTo>
                    <a:pt x="2" y="122"/>
                    <a:pt x="2" y="122"/>
                    <a:pt x="2" y="122"/>
                  </a:cubicBezTo>
                  <a:cubicBezTo>
                    <a:pt x="2" y="125"/>
                    <a:pt x="3" y="128"/>
                    <a:pt x="6" y="129"/>
                  </a:cubicBezTo>
                  <a:cubicBezTo>
                    <a:pt x="9" y="131"/>
                    <a:pt x="12" y="131"/>
                    <a:pt x="15" y="129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20" y="69"/>
                    <a:pt x="125" y="60"/>
                    <a:pt x="125" y="50"/>
                  </a:cubicBezTo>
                  <a:cubicBezTo>
                    <a:pt x="125" y="12"/>
                    <a:pt x="125" y="12"/>
                    <a:pt x="125" y="12"/>
                  </a:cubicBezTo>
                  <a:cubicBezTo>
                    <a:pt x="125" y="8"/>
                    <a:pt x="124" y="5"/>
                    <a:pt x="121" y="4"/>
                  </a:cubicBezTo>
                  <a:cubicBezTo>
                    <a:pt x="119" y="3"/>
                    <a:pt x="118" y="2"/>
                    <a:pt x="116" y="2"/>
                  </a:cubicBezTo>
                  <a:close/>
                  <a:moveTo>
                    <a:pt x="15" y="59"/>
                  </a:moveTo>
                  <a:cubicBezTo>
                    <a:pt x="15" y="59"/>
                    <a:pt x="15" y="59"/>
                    <a:pt x="15" y="59"/>
                  </a:cubicBezTo>
                  <a:close/>
                </a:path>
              </a:pathLst>
            </a:custGeom>
            <a:solidFill>
              <a:srgbClr val="D8ED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6AFAE9AE-056C-4786-9AFD-B8F995149B70}"/>
                </a:ext>
              </a:extLst>
            </p:cNvPr>
            <p:cNvSpPr/>
            <p:nvPr/>
          </p:nvSpPr>
          <p:spPr bwMode="auto">
            <a:xfrm>
              <a:off x="6515100" y="2592388"/>
              <a:ext cx="1055688" cy="2174875"/>
            </a:xfrm>
            <a:custGeom>
              <a:avLst/>
              <a:gdLst>
                <a:gd name="T0" fmla="*/ 0 w 204"/>
                <a:gd name="T1" fmla="*/ 416 h 421"/>
                <a:gd name="T2" fmla="*/ 1 w 204"/>
                <a:gd name="T3" fmla="*/ 421 h 421"/>
                <a:gd name="T4" fmla="*/ 1 w 204"/>
                <a:gd name="T5" fmla="*/ 421 h 421"/>
                <a:gd name="T6" fmla="*/ 0 w 204"/>
                <a:gd name="T7" fmla="*/ 416 h 421"/>
                <a:gd name="T8" fmla="*/ 60 w 204"/>
                <a:gd name="T9" fmla="*/ 382 h 421"/>
                <a:gd name="T10" fmla="*/ 65 w 204"/>
                <a:gd name="T11" fmla="*/ 385 h 421"/>
                <a:gd name="T12" fmla="*/ 65 w 204"/>
                <a:gd name="T13" fmla="*/ 385 h 421"/>
                <a:gd name="T14" fmla="*/ 60 w 204"/>
                <a:gd name="T15" fmla="*/ 382 h 421"/>
                <a:gd name="T16" fmla="*/ 60 w 204"/>
                <a:gd name="T17" fmla="*/ 382 h 421"/>
                <a:gd name="T18" fmla="*/ 192 w 204"/>
                <a:gd name="T19" fmla="*/ 340 h 421"/>
                <a:gd name="T20" fmla="*/ 115 w 204"/>
                <a:gd name="T21" fmla="*/ 385 h 421"/>
                <a:gd name="T22" fmla="*/ 115 w 204"/>
                <a:gd name="T23" fmla="*/ 385 h 421"/>
                <a:gd name="T24" fmla="*/ 192 w 204"/>
                <a:gd name="T25" fmla="*/ 340 h 421"/>
                <a:gd name="T26" fmla="*/ 204 w 204"/>
                <a:gd name="T27" fmla="*/ 259 h 421"/>
                <a:gd name="T28" fmla="*/ 182 w 204"/>
                <a:gd name="T29" fmla="*/ 272 h 421"/>
                <a:gd name="T30" fmla="*/ 204 w 204"/>
                <a:gd name="T31" fmla="*/ 259 h 421"/>
                <a:gd name="T32" fmla="*/ 204 w 204"/>
                <a:gd name="T33" fmla="*/ 259 h 421"/>
                <a:gd name="T34" fmla="*/ 135 w 204"/>
                <a:gd name="T35" fmla="*/ 225 h 421"/>
                <a:gd name="T36" fmla="*/ 137 w 204"/>
                <a:gd name="T37" fmla="*/ 250 h 421"/>
                <a:gd name="T38" fmla="*/ 137 w 204"/>
                <a:gd name="T39" fmla="*/ 250 h 421"/>
                <a:gd name="T40" fmla="*/ 135 w 204"/>
                <a:gd name="T41" fmla="*/ 225 h 421"/>
                <a:gd name="T42" fmla="*/ 135 w 204"/>
                <a:gd name="T43" fmla="*/ 225 h 421"/>
                <a:gd name="T44" fmla="*/ 135 w 204"/>
                <a:gd name="T45" fmla="*/ 225 h 421"/>
                <a:gd name="T46" fmla="*/ 135 w 204"/>
                <a:gd name="T47" fmla="*/ 225 h 421"/>
                <a:gd name="T48" fmla="*/ 198 w 204"/>
                <a:gd name="T49" fmla="*/ 216 h 421"/>
                <a:gd name="T50" fmla="*/ 198 w 204"/>
                <a:gd name="T51" fmla="*/ 216 h 421"/>
                <a:gd name="T52" fmla="*/ 138 w 204"/>
                <a:gd name="T53" fmla="*/ 251 h 421"/>
                <a:gd name="T54" fmla="*/ 138 w 204"/>
                <a:gd name="T55" fmla="*/ 251 h 421"/>
                <a:gd name="T56" fmla="*/ 198 w 204"/>
                <a:gd name="T57" fmla="*/ 216 h 421"/>
                <a:gd name="T58" fmla="*/ 198 w 204"/>
                <a:gd name="T59" fmla="*/ 216 h 421"/>
                <a:gd name="T60" fmla="*/ 134 w 204"/>
                <a:gd name="T61" fmla="*/ 0 h 421"/>
                <a:gd name="T62" fmla="*/ 134 w 204"/>
                <a:gd name="T63" fmla="*/ 0 h 421"/>
                <a:gd name="T64" fmla="*/ 134 w 204"/>
                <a:gd name="T6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4" h="421">
                  <a:moveTo>
                    <a:pt x="0" y="416"/>
                  </a:moveTo>
                  <a:cubicBezTo>
                    <a:pt x="0" y="418"/>
                    <a:pt x="1" y="420"/>
                    <a:pt x="1" y="421"/>
                  </a:cubicBezTo>
                  <a:cubicBezTo>
                    <a:pt x="1" y="421"/>
                    <a:pt x="1" y="421"/>
                    <a:pt x="1" y="421"/>
                  </a:cubicBezTo>
                  <a:cubicBezTo>
                    <a:pt x="1" y="420"/>
                    <a:pt x="0" y="418"/>
                    <a:pt x="0" y="416"/>
                  </a:cubicBezTo>
                  <a:moveTo>
                    <a:pt x="60" y="382"/>
                  </a:moveTo>
                  <a:cubicBezTo>
                    <a:pt x="65" y="385"/>
                    <a:pt x="65" y="385"/>
                    <a:pt x="65" y="385"/>
                  </a:cubicBezTo>
                  <a:cubicBezTo>
                    <a:pt x="65" y="385"/>
                    <a:pt x="65" y="385"/>
                    <a:pt x="65" y="385"/>
                  </a:cubicBezTo>
                  <a:cubicBezTo>
                    <a:pt x="60" y="382"/>
                    <a:pt x="60" y="382"/>
                    <a:pt x="60" y="382"/>
                  </a:cubicBezTo>
                  <a:cubicBezTo>
                    <a:pt x="60" y="382"/>
                    <a:pt x="60" y="382"/>
                    <a:pt x="60" y="382"/>
                  </a:cubicBezTo>
                  <a:moveTo>
                    <a:pt x="192" y="340"/>
                  </a:moveTo>
                  <a:cubicBezTo>
                    <a:pt x="115" y="385"/>
                    <a:pt x="115" y="385"/>
                    <a:pt x="115" y="385"/>
                  </a:cubicBezTo>
                  <a:cubicBezTo>
                    <a:pt x="115" y="385"/>
                    <a:pt x="115" y="385"/>
                    <a:pt x="115" y="385"/>
                  </a:cubicBezTo>
                  <a:cubicBezTo>
                    <a:pt x="192" y="340"/>
                    <a:pt x="192" y="340"/>
                    <a:pt x="192" y="340"/>
                  </a:cubicBezTo>
                  <a:moveTo>
                    <a:pt x="204" y="259"/>
                  </a:moveTo>
                  <a:cubicBezTo>
                    <a:pt x="182" y="272"/>
                    <a:pt x="182" y="272"/>
                    <a:pt x="182" y="272"/>
                  </a:cubicBezTo>
                  <a:cubicBezTo>
                    <a:pt x="204" y="259"/>
                    <a:pt x="204" y="259"/>
                    <a:pt x="204" y="259"/>
                  </a:cubicBezTo>
                  <a:cubicBezTo>
                    <a:pt x="204" y="259"/>
                    <a:pt x="204" y="259"/>
                    <a:pt x="204" y="259"/>
                  </a:cubicBezTo>
                  <a:moveTo>
                    <a:pt x="135" y="225"/>
                  </a:moveTo>
                  <a:cubicBezTo>
                    <a:pt x="135" y="225"/>
                    <a:pt x="136" y="238"/>
                    <a:pt x="137" y="250"/>
                  </a:cubicBezTo>
                  <a:cubicBezTo>
                    <a:pt x="137" y="250"/>
                    <a:pt x="137" y="250"/>
                    <a:pt x="137" y="250"/>
                  </a:cubicBezTo>
                  <a:cubicBezTo>
                    <a:pt x="136" y="238"/>
                    <a:pt x="135" y="225"/>
                    <a:pt x="135" y="225"/>
                  </a:cubicBezTo>
                  <a:moveTo>
                    <a:pt x="135" y="225"/>
                  </a:moveTo>
                  <a:cubicBezTo>
                    <a:pt x="135" y="225"/>
                    <a:pt x="135" y="225"/>
                    <a:pt x="135" y="225"/>
                  </a:cubicBezTo>
                  <a:cubicBezTo>
                    <a:pt x="135" y="225"/>
                    <a:pt x="135" y="225"/>
                    <a:pt x="135" y="225"/>
                  </a:cubicBezTo>
                  <a:moveTo>
                    <a:pt x="198" y="216"/>
                  </a:moveTo>
                  <a:cubicBezTo>
                    <a:pt x="198" y="216"/>
                    <a:pt x="198" y="216"/>
                    <a:pt x="198" y="216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98" y="216"/>
                    <a:pt x="198" y="216"/>
                    <a:pt x="198" y="216"/>
                  </a:cubicBezTo>
                  <a:cubicBezTo>
                    <a:pt x="198" y="216"/>
                    <a:pt x="198" y="216"/>
                    <a:pt x="198" y="216"/>
                  </a:cubicBezTo>
                  <a:moveTo>
                    <a:pt x="134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0"/>
                    <a:pt x="134" y="0"/>
                    <a:pt x="134" y="0"/>
                  </a:cubicBezTo>
                </a:path>
              </a:pathLst>
            </a:custGeom>
            <a:solidFill>
              <a:srgbClr val="ADCB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A2CC530D-8E8D-4DAA-9458-78B0AAD355CB}"/>
                </a:ext>
              </a:extLst>
            </p:cNvPr>
            <p:cNvSpPr/>
            <p:nvPr/>
          </p:nvSpPr>
          <p:spPr bwMode="auto">
            <a:xfrm>
              <a:off x="6096000" y="3883025"/>
              <a:ext cx="1133475" cy="889000"/>
            </a:xfrm>
            <a:custGeom>
              <a:avLst/>
              <a:gdLst>
                <a:gd name="T0" fmla="*/ 6 w 219"/>
                <a:gd name="T1" fmla="*/ 172 h 172"/>
                <a:gd name="T2" fmla="*/ 6 w 219"/>
                <a:gd name="T3" fmla="*/ 172 h 172"/>
                <a:gd name="T4" fmla="*/ 6 w 219"/>
                <a:gd name="T5" fmla="*/ 172 h 172"/>
                <a:gd name="T6" fmla="*/ 5 w 219"/>
                <a:gd name="T7" fmla="*/ 172 h 172"/>
                <a:gd name="T8" fmla="*/ 5 w 219"/>
                <a:gd name="T9" fmla="*/ 172 h 172"/>
                <a:gd name="T10" fmla="*/ 5 w 219"/>
                <a:gd name="T11" fmla="*/ 172 h 172"/>
                <a:gd name="T12" fmla="*/ 5 w 219"/>
                <a:gd name="T13" fmla="*/ 171 h 172"/>
                <a:gd name="T14" fmla="*/ 5 w 219"/>
                <a:gd name="T15" fmla="*/ 172 h 172"/>
                <a:gd name="T16" fmla="*/ 5 w 219"/>
                <a:gd name="T17" fmla="*/ 171 h 172"/>
                <a:gd name="T18" fmla="*/ 5 w 219"/>
                <a:gd name="T19" fmla="*/ 171 h 172"/>
                <a:gd name="T20" fmla="*/ 5 w 219"/>
                <a:gd name="T21" fmla="*/ 171 h 172"/>
                <a:gd name="T22" fmla="*/ 5 w 219"/>
                <a:gd name="T23" fmla="*/ 171 h 172"/>
                <a:gd name="T24" fmla="*/ 3 w 219"/>
                <a:gd name="T25" fmla="*/ 169 h 172"/>
                <a:gd name="T26" fmla="*/ 5 w 219"/>
                <a:gd name="T27" fmla="*/ 171 h 172"/>
                <a:gd name="T28" fmla="*/ 3 w 219"/>
                <a:gd name="T29" fmla="*/ 169 h 172"/>
                <a:gd name="T30" fmla="*/ 2 w 219"/>
                <a:gd name="T31" fmla="*/ 169 h 172"/>
                <a:gd name="T32" fmla="*/ 3 w 219"/>
                <a:gd name="T33" fmla="*/ 169 h 172"/>
                <a:gd name="T34" fmla="*/ 2 w 219"/>
                <a:gd name="T35" fmla="*/ 169 h 172"/>
                <a:gd name="T36" fmla="*/ 2 w 219"/>
                <a:gd name="T37" fmla="*/ 169 h 172"/>
                <a:gd name="T38" fmla="*/ 2 w 219"/>
                <a:gd name="T39" fmla="*/ 169 h 172"/>
                <a:gd name="T40" fmla="*/ 2 w 219"/>
                <a:gd name="T41" fmla="*/ 169 h 172"/>
                <a:gd name="T42" fmla="*/ 2 w 219"/>
                <a:gd name="T43" fmla="*/ 169 h 172"/>
                <a:gd name="T44" fmla="*/ 2 w 219"/>
                <a:gd name="T45" fmla="*/ 169 h 172"/>
                <a:gd name="T46" fmla="*/ 2 w 219"/>
                <a:gd name="T47" fmla="*/ 169 h 172"/>
                <a:gd name="T48" fmla="*/ 2 w 219"/>
                <a:gd name="T49" fmla="*/ 168 h 172"/>
                <a:gd name="T50" fmla="*/ 2 w 219"/>
                <a:gd name="T51" fmla="*/ 168 h 172"/>
                <a:gd name="T52" fmla="*/ 2 w 219"/>
                <a:gd name="T53" fmla="*/ 168 h 172"/>
                <a:gd name="T54" fmla="*/ 5 w 219"/>
                <a:gd name="T55" fmla="*/ 159 h 172"/>
                <a:gd name="T56" fmla="*/ 2 w 219"/>
                <a:gd name="T57" fmla="*/ 168 h 172"/>
                <a:gd name="T58" fmla="*/ 5 w 219"/>
                <a:gd name="T59" fmla="*/ 159 h 172"/>
                <a:gd name="T60" fmla="*/ 75 w 219"/>
                <a:gd name="T61" fmla="*/ 100 h 172"/>
                <a:gd name="T62" fmla="*/ 73 w 219"/>
                <a:gd name="T63" fmla="*/ 100 h 172"/>
                <a:gd name="T64" fmla="*/ 74 w 219"/>
                <a:gd name="T65" fmla="*/ 100 h 172"/>
                <a:gd name="T66" fmla="*/ 75 w 219"/>
                <a:gd name="T67" fmla="*/ 100 h 172"/>
                <a:gd name="T68" fmla="*/ 79 w 219"/>
                <a:gd name="T69" fmla="*/ 100 h 172"/>
                <a:gd name="T70" fmla="*/ 79 w 219"/>
                <a:gd name="T71" fmla="*/ 100 h 172"/>
                <a:gd name="T72" fmla="*/ 75 w 219"/>
                <a:gd name="T73" fmla="*/ 100 h 172"/>
                <a:gd name="T74" fmla="*/ 218 w 219"/>
                <a:gd name="T75" fmla="*/ 0 h 172"/>
                <a:gd name="T76" fmla="*/ 218 w 219"/>
                <a:gd name="T77" fmla="*/ 1 h 172"/>
                <a:gd name="T78" fmla="*/ 219 w 219"/>
                <a:gd name="T79" fmla="*/ 1 h 172"/>
                <a:gd name="T80" fmla="*/ 219 w 219"/>
                <a:gd name="T81" fmla="*/ 1 h 172"/>
                <a:gd name="T82" fmla="*/ 218 w 219"/>
                <a:gd name="T83" fmla="*/ 1 h 172"/>
                <a:gd name="T84" fmla="*/ 218 w 219"/>
                <a:gd name="T85" fmla="*/ 0 h 172"/>
                <a:gd name="T86" fmla="*/ 218 w 219"/>
                <a:gd name="T87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9" h="172">
                  <a:moveTo>
                    <a:pt x="6" y="172"/>
                  </a:moveTo>
                  <a:cubicBezTo>
                    <a:pt x="6" y="172"/>
                    <a:pt x="6" y="172"/>
                    <a:pt x="6" y="172"/>
                  </a:cubicBezTo>
                  <a:cubicBezTo>
                    <a:pt x="6" y="172"/>
                    <a:pt x="6" y="172"/>
                    <a:pt x="6" y="172"/>
                  </a:cubicBezTo>
                  <a:moveTo>
                    <a:pt x="5" y="172"/>
                  </a:moveTo>
                  <a:cubicBezTo>
                    <a:pt x="5" y="172"/>
                    <a:pt x="5" y="172"/>
                    <a:pt x="5" y="172"/>
                  </a:cubicBezTo>
                  <a:cubicBezTo>
                    <a:pt x="5" y="172"/>
                    <a:pt x="5" y="172"/>
                    <a:pt x="5" y="172"/>
                  </a:cubicBezTo>
                  <a:moveTo>
                    <a:pt x="5" y="171"/>
                  </a:moveTo>
                  <a:cubicBezTo>
                    <a:pt x="5" y="171"/>
                    <a:pt x="5" y="171"/>
                    <a:pt x="5" y="172"/>
                  </a:cubicBezTo>
                  <a:cubicBezTo>
                    <a:pt x="5" y="171"/>
                    <a:pt x="5" y="171"/>
                    <a:pt x="5" y="171"/>
                  </a:cubicBezTo>
                  <a:moveTo>
                    <a:pt x="5" y="171"/>
                  </a:moveTo>
                  <a:cubicBezTo>
                    <a:pt x="5" y="171"/>
                    <a:pt x="5" y="171"/>
                    <a:pt x="5" y="171"/>
                  </a:cubicBezTo>
                  <a:cubicBezTo>
                    <a:pt x="5" y="171"/>
                    <a:pt x="5" y="171"/>
                    <a:pt x="5" y="171"/>
                  </a:cubicBezTo>
                  <a:moveTo>
                    <a:pt x="3" y="169"/>
                  </a:moveTo>
                  <a:cubicBezTo>
                    <a:pt x="3" y="170"/>
                    <a:pt x="4" y="170"/>
                    <a:pt x="5" y="171"/>
                  </a:cubicBezTo>
                  <a:cubicBezTo>
                    <a:pt x="4" y="170"/>
                    <a:pt x="3" y="170"/>
                    <a:pt x="3" y="169"/>
                  </a:cubicBezTo>
                  <a:moveTo>
                    <a:pt x="2" y="169"/>
                  </a:moveTo>
                  <a:cubicBezTo>
                    <a:pt x="3" y="169"/>
                    <a:pt x="3" y="169"/>
                    <a:pt x="3" y="169"/>
                  </a:cubicBezTo>
                  <a:cubicBezTo>
                    <a:pt x="3" y="169"/>
                    <a:pt x="3" y="169"/>
                    <a:pt x="2" y="169"/>
                  </a:cubicBezTo>
                  <a:moveTo>
                    <a:pt x="2" y="169"/>
                  </a:moveTo>
                  <a:cubicBezTo>
                    <a:pt x="2" y="169"/>
                    <a:pt x="2" y="169"/>
                    <a:pt x="2" y="169"/>
                  </a:cubicBezTo>
                  <a:cubicBezTo>
                    <a:pt x="2" y="169"/>
                    <a:pt x="2" y="169"/>
                    <a:pt x="2" y="169"/>
                  </a:cubicBezTo>
                  <a:moveTo>
                    <a:pt x="2" y="169"/>
                  </a:moveTo>
                  <a:cubicBezTo>
                    <a:pt x="2" y="169"/>
                    <a:pt x="2" y="169"/>
                    <a:pt x="2" y="169"/>
                  </a:cubicBezTo>
                  <a:cubicBezTo>
                    <a:pt x="2" y="169"/>
                    <a:pt x="2" y="169"/>
                    <a:pt x="2" y="169"/>
                  </a:cubicBezTo>
                  <a:moveTo>
                    <a:pt x="2" y="168"/>
                  </a:moveTo>
                  <a:cubicBezTo>
                    <a:pt x="2" y="168"/>
                    <a:pt x="2" y="168"/>
                    <a:pt x="2" y="168"/>
                  </a:cubicBezTo>
                  <a:cubicBezTo>
                    <a:pt x="2" y="168"/>
                    <a:pt x="2" y="168"/>
                    <a:pt x="2" y="168"/>
                  </a:cubicBezTo>
                  <a:moveTo>
                    <a:pt x="5" y="159"/>
                  </a:moveTo>
                  <a:cubicBezTo>
                    <a:pt x="1" y="162"/>
                    <a:pt x="0" y="165"/>
                    <a:pt x="2" y="168"/>
                  </a:cubicBezTo>
                  <a:cubicBezTo>
                    <a:pt x="0" y="165"/>
                    <a:pt x="1" y="162"/>
                    <a:pt x="5" y="159"/>
                  </a:cubicBezTo>
                  <a:moveTo>
                    <a:pt x="75" y="100"/>
                  </a:moveTo>
                  <a:cubicBezTo>
                    <a:pt x="75" y="100"/>
                    <a:pt x="74" y="100"/>
                    <a:pt x="73" y="100"/>
                  </a:cubicBezTo>
                  <a:cubicBezTo>
                    <a:pt x="74" y="100"/>
                    <a:pt x="74" y="100"/>
                    <a:pt x="74" y="100"/>
                  </a:cubicBezTo>
                  <a:cubicBezTo>
                    <a:pt x="74" y="100"/>
                    <a:pt x="75" y="100"/>
                    <a:pt x="75" y="100"/>
                  </a:cubicBezTo>
                  <a:cubicBezTo>
                    <a:pt x="76" y="100"/>
                    <a:pt x="78" y="100"/>
                    <a:pt x="79" y="100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8" y="100"/>
                    <a:pt x="76" y="100"/>
                    <a:pt x="75" y="100"/>
                  </a:cubicBezTo>
                  <a:moveTo>
                    <a:pt x="218" y="0"/>
                  </a:moveTo>
                  <a:cubicBezTo>
                    <a:pt x="218" y="1"/>
                    <a:pt x="218" y="1"/>
                    <a:pt x="218" y="1"/>
                  </a:cubicBezTo>
                  <a:cubicBezTo>
                    <a:pt x="219" y="1"/>
                    <a:pt x="219" y="1"/>
                    <a:pt x="219" y="1"/>
                  </a:cubicBezTo>
                  <a:cubicBezTo>
                    <a:pt x="219" y="1"/>
                    <a:pt x="219" y="1"/>
                    <a:pt x="219" y="1"/>
                  </a:cubicBezTo>
                  <a:cubicBezTo>
                    <a:pt x="218" y="1"/>
                    <a:pt x="218" y="1"/>
                    <a:pt x="218" y="1"/>
                  </a:cubicBezTo>
                  <a:cubicBezTo>
                    <a:pt x="218" y="1"/>
                    <a:pt x="218" y="1"/>
                    <a:pt x="218" y="0"/>
                  </a:cubicBezTo>
                  <a:cubicBezTo>
                    <a:pt x="218" y="0"/>
                    <a:pt x="218" y="0"/>
                    <a:pt x="218" y="0"/>
                  </a:cubicBezTo>
                </a:path>
              </a:pathLst>
            </a:custGeom>
            <a:solidFill>
              <a:srgbClr val="577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4831FC65-6095-41C7-8DAB-71FA9E9E376F}"/>
                </a:ext>
              </a:extLst>
            </p:cNvPr>
            <p:cNvSpPr/>
            <p:nvPr/>
          </p:nvSpPr>
          <p:spPr bwMode="auto">
            <a:xfrm>
              <a:off x="7007225" y="2844800"/>
              <a:ext cx="227013" cy="350838"/>
            </a:xfrm>
            <a:custGeom>
              <a:avLst/>
              <a:gdLst>
                <a:gd name="T0" fmla="*/ 32 w 44"/>
                <a:gd name="T1" fmla="*/ 53 h 68"/>
                <a:gd name="T2" fmla="*/ 44 w 44"/>
                <a:gd name="T3" fmla="*/ 68 h 68"/>
                <a:gd name="T4" fmla="*/ 31 w 44"/>
                <a:gd name="T5" fmla="*/ 52 h 68"/>
                <a:gd name="T6" fmla="*/ 31 w 44"/>
                <a:gd name="T7" fmla="*/ 52 h 68"/>
                <a:gd name="T8" fmla="*/ 31 w 44"/>
                <a:gd name="T9" fmla="*/ 52 h 68"/>
                <a:gd name="T10" fmla="*/ 31 w 44"/>
                <a:gd name="T11" fmla="*/ 52 h 68"/>
                <a:gd name="T12" fmla="*/ 31 w 44"/>
                <a:gd name="T13" fmla="*/ 52 h 68"/>
                <a:gd name="T14" fmla="*/ 30 w 44"/>
                <a:gd name="T15" fmla="*/ 52 h 68"/>
                <a:gd name="T16" fmla="*/ 30 w 44"/>
                <a:gd name="T17" fmla="*/ 52 h 68"/>
                <a:gd name="T18" fmla="*/ 30 w 44"/>
                <a:gd name="T19" fmla="*/ 52 h 68"/>
                <a:gd name="T20" fmla="*/ 30 w 44"/>
                <a:gd name="T21" fmla="*/ 52 h 68"/>
                <a:gd name="T22" fmla="*/ 30 w 44"/>
                <a:gd name="T23" fmla="*/ 52 h 68"/>
                <a:gd name="T24" fmla="*/ 30 w 44"/>
                <a:gd name="T25" fmla="*/ 52 h 68"/>
                <a:gd name="T26" fmla="*/ 30 w 44"/>
                <a:gd name="T27" fmla="*/ 51 h 68"/>
                <a:gd name="T28" fmla="*/ 30 w 44"/>
                <a:gd name="T29" fmla="*/ 51 h 68"/>
                <a:gd name="T30" fmla="*/ 7 w 44"/>
                <a:gd name="T31" fmla="*/ 45 h 68"/>
                <a:gd name="T32" fmla="*/ 7 w 44"/>
                <a:gd name="T33" fmla="*/ 45 h 68"/>
                <a:gd name="T34" fmla="*/ 30 w 44"/>
                <a:gd name="T35" fmla="*/ 51 h 68"/>
                <a:gd name="T36" fmla="*/ 2 w 44"/>
                <a:gd name="T37" fmla="*/ 41 h 68"/>
                <a:gd name="T38" fmla="*/ 3 w 44"/>
                <a:gd name="T39" fmla="*/ 44 h 68"/>
                <a:gd name="T40" fmla="*/ 5 w 44"/>
                <a:gd name="T41" fmla="*/ 46 h 68"/>
                <a:gd name="T42" fmla="*/ 2 w 44"/>
                <a:gd name="T43" fmla="*/ 41 h 68"/>
                <a:gd name="T44" fmla="*/ 0 w 44"/>
                <a:gd name="T45" fmla="*/ 33 h 68"/>
                <a:gd name="T46" fmla="*/ 1 w 44"/>
                <a:gd name="T47" fmla="*/ 37 h 68"/>
                <a:gd name="T48" fmla="*/ 29 w 44"/>
                <a:gd name="T49" fmla="*/ 1 h 68"/>
                <a:gd name="T50" fmla="*/ 29 w 44"/>
                <a:gd name="T51" fmla="*/ 1 h 68"/>
                <a:gd name="T52" fmla="*/ 29 w 44"/>
                <a:gd name="T53" fmla="*/ 0 h 68"/>
                <a:gd name="T54" fmla="*/ 29 w 44"/>
                <a:gd name="T55" fmla="*/ 0 h 68"/>
                <a:gd name="T56" fmla="*/ 29 w 44"/>
                <a:gd name="T57" fmla="*/ 0 h 68"/>
                <a:gd name="T58" fmla="*/ 29 w 44"/>
                <a:gd name="T59" fmla="*/ 0 h 68"/>
                <a:gd name="T60" fmla="*/ 29 w 44"/>
                <a:gd name="T61" fmla="*/ 0 h 68"/>
                <a:gd name="T62" fmla="*/ 29 w 44"/>
                <a:gd name="T63" fmla="*/ 0 h 68"/>
                <a:gd name="T64" fmla="*/ 29 w 44"/>
                <a:gd name="T65" fmla="*/ 0 h 68"/>
                <a:gd name="T66" fmla="*/ 29 w 44"/>
                <a:gd name="T67" fmla="*/ 0 h 68"/>
                <a:gd name="T68" fmla="*/ 29 w 44"/>
                <a:gd name="T6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" h="68">
                  <a:moveTo>
                    <a:pt x="31" y="52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8" y="57"/>
                    <a:pt x="42" y="63"/>
                    <a:pt x="44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2" y="63"/>
                    <a:pt x="38" y="57"/>
                    <a:pt x="32" y="53"/>
                  </a:cubicBezTo>
                  <a:cubicBezTo>
                    <a:pt x="32" y="53"/>
                    <a:pt x="32" y="53"/>
                    <a:pt x="31" y="52"/>
                  </a:cubicBezTo>
                  <a:moveTo>
                    <a:pt x="31" y="52"/>
                  </a:move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moveTo>
                    <a:pt x="31" y="52"/>
                  </a:move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moveTo>
                    <a:pt x="31" y="52"/>
                  </a:move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moveTo>
                    <a:pt x="30" y="52"/>
                  </a:moveTo>
                  <a:cubicBezTo>
                    <a:pt x="30" y="52"/>
                    <a:pt x="31" y="52"/>
                    <a:pt x="31" y="52"/>
                  </a:cubicBezTo>
                  <a:cubicBezTo>
                    <a:pt x="31" y="52"/>
                    <a:pt x="30" y="52"/>
                    <a:pt x="30" y="52"/>
                  </a:cubicBezTo>
                  <a:moveTo>
                    <a:pt x="30" y="52"/>
                  </a:move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moveTo>
                    <a:pt x="30" y="52"/>
                  </a:move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moveTo>
                    <a:pt x="30" y="51"/>
                  </a:moveTo>
                  <a:cubicBezTo>
                    <a:pt x="30" y="51"/>
                    <a:pt x="30" y="51"/>
                    <a:pt x="30" y="52"/>
                  </a:cubicBezTo>
                  <a:cubicBezTo>
                    <a:pt x="30" y="51"/>
                    <a:pt x="30" y="51"/>
                    <a:pt x="30" y="51"/>
                  </a:cubicBezTo>
                  <a:moveTo>
                    <a:pt x="30" y="51"/>
                  </a:move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moveTo>
                    <a:pt x="9" y="45"/>
                  </a:moveTo>
                  <a:cubicBezTo>
                    <a:pt x="8" y="45"/>
                    <a:pt x="8" y="45"/>
                    <a:pt x="7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9" y="45"/>
                  </a:cubicBezTo>
                  <a:cubicBezTo>
                    <a:pt x="15" y="45"/>
                    <a:pt x="24" y="48"/>
                    <a:pt x="30" y="51"/>
                  </a:cubicBezTo>
                  <a:cubicBezTo>
                    <a:pt x="24" y="48"/>
                    <a:pt x="15" y="45"/>
                    <a:pt x="9" y="45"/>
                  </a:cubicBezTo>
                  <a:moveTo>
                    <a:pt x="2" y="41"/>
                  </a:moveTo>
                  <a:cubicBezTo>
                    <a:pt x="2" y="41"/>
                    <a:pt x="2" y="41"/>
                    <a:pt x="2" y="41"/>
                  </a:cubicBezTo>
                  <a:cubicBezTo>
                    <a:pt x="2" y="42"/>
                    <a:pt x="3" y="43"/>
                    <a:pt x="3" y="44"/>
                  </a:cubicBezTo>
                  <a:cubicBezTo>
                    <a:pt x="4" y="45"/>
                    <a:pt x="4" y="45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5"/>
                    <a:pt x="4" y="45"/>
                    <a:pt x="3" y="44"/>
                  </a:cubicBezTo>
                  <a:cubicBezTo>
                    <a:pt x="3" y="43"/>
                    <a:pt x="2" y="42"/>
                    <a:pt x="2" y="41"/>
                  </a:cubicBezTo>
                  <a:cubicBezTo>
                    <a:pt x="2" y="41"/>
                    <a:pt x="2" y="41"/>
                    <a:pt x="2" y="41"/>
                  </a:cubicBezTo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1" y="34"/>
                    <a:pt x="1" y="35"/>
                    <a:pt x="1" y="37"/>
                  </a:cubicBezTo>
                  <a:cubicBezTo>
                    <a:pt x="1" y="35"/>
                    <a:pt x="1" y="34"/>
                    <a:pt x="0" y="33"/>
                  </a:cubicBezTo>
                  <a:moveTo>
                    <a:pt x="29" y="1"/>
                  </a:move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moveTo>
                    <a:pt x="29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solidFill>
              <a:srgbClr val="ADCB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876A8EEA-333E-4352-83B5-270E722F31DC}"/>
                </a:ext>
              </a:extLst>
            </p:cNvPr>
            <p:cNvSpPr/>
            <p:nvPr/>
          </p:nvSpPr>
          <p:spPr bwMode="auto">
            <a:xfrm>
              <a:off x="6519863" y="4581525"/>
              <a:ext cx="1123950" cy="407988"/>
            </a:xfrm>
            <a:custGeom>
              <a:avLst/>
              <a:gdLst>
                <a:gd name="T0" fmla="*/ 1 w 217"/>
                <a:gd name="T1" fmla="*/ 47 h 79"/>
                <a:gd name="T2" fmla="*/ 1 w 217"/>
                <a:gd name="T3" fmla="*/ 47 h 79"/>
                <a:gd name="T4" fmla="*/ 1 w 217"/>
                <a:gd name="T5" fmla="*/ 47 h 79"/>
                <a:gd name="T6" fmla="*/ 1 w 217"/>
                <a:gd name="T7" fmla="*/ 47 h 79"/>
                <a:gd name="T8" fmla="*/ 1 w 217"/>
                <a:gd name="T9" fmla="*/ 47 h 79"/>
                <a:gd name="T10" fmla="*/ 1 w 217"/>
                <a:gd name="T11" fmla="*/ 47 h 79"/>
                <a:gd name="T12" fmla="*/ 1 w 217"/>
                <a:gd name="T13" fmla="*/ 46 h 79"/>
                <a:gd name="T14" fmla="*/ 1 w 217"/>
                <a:gd name="T15" fmla="*/ 46 h 79"/>
                <a:gd name="T16" fmla="*/ 1 w 217"/>
                <a:gd name="T17" fmla="*/ 46 h 79"/>
                <a:gd name="T18" fmla="*/ 0 w 217"/>
                <a:gd name="T19" fmla="*/ 36 h 79"/>
                <a:gd name="T20" fmla="*/ 1 w 217"/>
                <a:gd name="T21" fmla="*/ 44 h 79"/>
                <a:gd name="T22" fmla="*/ 31 w 217"/>
                <a:gd name="T23" fmla="*/ 33 h 79"/>
                <a:gd name="T24" fmla="*/ 31 w 217"/>
                <a:gd name="T25" fmla="*/ 33 h 79"/>
                <a:gd name="T26" fmla="*/ 18 w 217"/>
                <a:gd name="T27" fmla="*/ 31 h 79"/>
                <a:gd name="T28" fmla="*/ 18 w 217"/>
                <a:gd name="T29" fmla="*/ 31 h 79"/>
                <a:gd name="T30" fmla="*/ 18 w 217"/>
                <a:gd name="T31" fmla="*/ 31 h 79"/>
                <a:gd name="T32" fmla="*/ 17 w 217"/>
                <a:gd name="T33" fmla="*/ 31 h 79"/>
                <a:gd name="T34" fmla="*/ 17 w 217"/>
                <a:gd name="T35" fmla="*/ 31 h 79"/>
                <a:gd name="T36" fmla="*/ 31 w 217"/>
                <a:gd name="T37" fmla="*/ 33 h 79"/>
                <a:gd name="T38" fmla="*/ 47 w 217"/>
                <a:gd name="T39" fmla="*/ 25 h 79"/>
                <a:gd name="T40" fmla="*/ 47 w 217"/>
                <a:gd name="T41" fmla="*/ 25 h 79"/>
                <a:gd name="T42" fmla="*/ 47 w 217"/>
                <a:gd name="T43" fmla="*/ 25 h 79"/>
                <a:gd name="T44" fmla="*/ 96 w 217"/>
                <a:gd name="T45" fmla="*/ 21 h 79"/>
                <a:gd name="T46" fmla="*/ 96 w 217"/>
                <a:gd name="T47" fmla="*/ 21 h 79"/>
                <a:gd name="T48" fmla="*/ 96 w 217"/>
                <a:gd name="T49" fmla="*/ 21 h 79"/>
                <a:gd name="T50" fmla="*/ 95 w 217"/>
                <a:gd name="T51" fmla="*/ 21 h 79"/>
                <a:gd name="T52" fmla="*/ 95 w 217"/>
                <a:gd name="T53" fmla="*/ 21 h 79"/>
                <a:gd name="T54" fmla="*/ 48 w 217"/>
                <a:gd name="T55" fmla="*/ 20 h 79"/>
                <a:gd name="T56" fmla="*/ 47 w 217"/>
                <a:gd name="T57" fmla="*/ 14 h 79"/>
                <a:gd name="T58" fmla="*/ 48 w 217"/>
                <a:gd name="T59" fmla="*/ 20 h 79"/>
                <a:gd name="T60" fmla="*/ 47 w 217"/>
                <a:gd name="T61" fmla="*/ 14 h 79"/>
                <a:gd name="T62" fmla="*/ 47 w 217"/>
                <a:gd name="T63" fmla="*/ 14 h 79"/>
                <a:gd name="T64" fmla="*/ 47 w 217"/>
                <a:gd name="T65" fmla="*/ 14 h 79"/>
                <a:gd name="T66" fmla="*/ 47 w 217"/>
                <a:gd name="T67" fmla="*/ 14 h 79"/>
                <a:gd name="T68" fmla="*/ 47 w 217"/>
                <a:gd name="T69" fmla="*/ 14 h 79"/>
                <a:gd name="T70" fmla="*/ 47 w 217"/>
                <a:gd name="T71" fmla="*/ 14 h 79"/>
                <a:gd name="T72" fmla="*/ 47 w 217"/>
                <a:gd name="T73" fmla="*/ 14 h 79"/>
                <a:gd name="T74" fmla="*/ 47 w 217"/>
                <a:gd name="T75" fmla="*/ 14 h 79"/>
                <a:gd name="T76" fmla="*/ 47 w 217"/>
                <a:gd name="T77" fmla="*/ 14 h 79"/>
                <a:gd name="T78" fmla="*/ 47 w 217"/>
                <a:gd name="T79" fmla="*/ 14 h 79"/>
                <a:gd name="T80" fmla="*/ 47 w 217"/>
                <a:gd name="T81" fmla="*/ 14 h 79"/>
                <a:gd name="T82" fmla="*/ 77 w 217"/>
                <a:gd name="T83" fmla="*/ 8 h 79"/>
                <a:gd name="T84" fmla="*/ 114 w 217"/>
                <a:gd name="T85" fmla="*/ 0 h 79"/>
                <a:gd name="T86" fmla="*/ 105 w 217"/>
                <a:gd name="T87" fmla="*/ 11 h 79"/>
                <a:gd name="T88" fmla="*/ 217 w 217"/>
                <a:gd name="T89" fmla="*/ 79 h 79"/>
                <a:gd name="T90" fmla="*/ 105 w 217"/>
                <a:gd name="T91" fmla="*/ 11 h 79"/>
                <a:gd name="T92" fmla="*/ 114 w 217"/>
                <a:gd name="T93" fmla="*/ 0 h 79"/>
                <a:gd name="T94" fmla="*/ 64 w 217"/>
                <a:gd name="T95" fmla="*/ 0 h 79"/>
                <a:gd name="T96" fmla="*/ 77 w 217"/>
                <a:gd name="T97" fmla="*/ 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7" h="79">
                  <a:moveTo>
                    <a:pt x="1" y="47"/>
                  </a:move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moveTo>
                    <a:pt x="1" y="47"/>
                  </a:move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moveTo>
                    <a:pt x="1" y="47"/>
                  </a:move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moveTo>
                    <a:pt x="1" y="46"/>
                  </a:moveTo>
                  <a:cubicBezTo>
                    <a:pt x="1" y="46"/>
                    <a:pt x="1" y="47"/>
                    <a:pt x="1" y="47"/>
                  </a:cubicBezTo>
                  <a:cubicBezTo>
                    <a:pt x="1" y="47"/>
                    <a:pt x="1" y="46"/>
                    <a:pt x="1" y="46"/>
                  </a:cubicBezTo>
                  <a:moveTo>
                    <a:pt x="1" y="46"/>
                  </a:moveTo>
                  <a:cubicBezTo>
                    <a:pt x="1" y="46"/>
                    <a:pt x="1" y="46"/>
                    <a:pt x="1" y="46"/>
                  </a:cubicBezTo>
                  <a:cubicBezTo>
                    <a:pt x="1" y="46"/>
                    <a:pt x="1" y="46"/>
                    <a:pt x="1" y="46"/>
                  </a:cubicBezTo>
                  <a:moveTo>
                    <a:pt x="1" y="46"/>
                  </a:moveTo>
                  <a:cubicBezTo>
                    <a:pt x="1" y="46"/>
                    <a:pt x="1" y="46"/>
                    <a:pt x="1" y="46"/>
                  </a:cubicBezTo>
                  <a:cubicBezTo>
                    <a:pt x="1" y="46"/>
                    <a:pt x="1" y="46"/>
                    <a:pt x="1" y="46"/>
                  </a:cubicBezTo>
                  <a:moveTo>
                    <a:pt x="0" y="36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" y="40"/>
                    <a:pt x="1" y="42"/>
                    <a:pt x="1" y="44"/>
                  </a:cubicBezTo>
                  <a:cubicBezTo>
                    <a:pt x="1" y="42"/>
                    <a:pt x="1" y="40"/>
                    <a:pt x="0" y="36"/>
                  </a:cubicBezTo>
                  <a:moveTo>
                    <a:pt x="31" y="33"/>
                  </a:move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moveTo>
                    <a:pt x="18" y="31"/>
                  </a:move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moveTo>
                    <a:pt x="17" y="31"/>
                  </a:moveTo>
                  <a:cubicBezTo>
                    <a:pt x="17" y="31"/>
                    <a:pt x="17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moveTo>
                    <a:pt x="17" y="31"/>
                  </a:move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moveTo>
                    <a:pt x="47" y="25"/>
                  </a:moveTo>
                  <a:cubicBezTo>
                    <a:pt x="45" y="29"/>
                    <a:pt x="40" y="33"/>
                    <a:pt x="31" y="33"/>
                  </a:cubicBezTo>
                  <a:cubicBezTo>
                    <a:pt x="40" y="33"/>
                    <a:pt x="45" y="29"/>
                    <a:pt x="47" y="25"/>
                  </a:cubicBezTo>
                  <a:moveTo>
                    <a:pt x="47" y="25"/>
                  </a:move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7" y="25"/>
                    <a:pt x="47" y="25"/>
                  </a:cubicBezTo>
                  <a:moveTo>
                    <a:pt x="47" y="25"/>
                  </a:move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7" y="25"/>
                    <a:pt x="47" y="25"/>
                  </a:cubicBezTo>
                  <a:moveTo>
                    <a:pt x="96" y="21"/>
                  </a:moveTo>
                  <a:cubicBezTo>
                    <a:pt x="96" y="21"/>
                    <a:pt x="97" y="22"/>
                    <a:pt x="98" y="22"/>
                  </a:cubicBezTo>
                  <a:cubicBezTo>
                    <a:pt x="97" y="22"/>
                    <a:pt x="96" y="21"/>
                    <a:pt x="96" y="21"/>
                  </a:cubicBezTo>
                  <a:moveTo>
                    <a:pt x="96" y="21"/>
                  </a:moveTo>
                  <a:cubicBezTo>
                    <a:pt x="96" y="21"/>
                    <a:pt x="96" y="21"/>
                    <a:pt x="96" y="21"/>
                  </a:cubicBezTo>
                  <a:cubicBezTo>
                    <a:pt x="96" y="21"/>
                    <a:pt x="96" y="21"/>
                    <a:pt x="96" y="21"/>
                  </a:cubicBezTo>
                  <a:moveTo>
                    <a:pt x="95" y="21"/>
                  </a:moveTo>
                  <a:cubicBezTo>
                    <a:pt x="95" y="21"/>
                    <a:pt x="95" y="21"/>
                    <a:pt x="96" y="21"/>
                  </a:cubicBezTo>
                  <a:cubicBezTo>
                    <a:pt x="95" y="21"/>
                    <a:pt x="95" y="21"/>
                    <a:pt x="95" y="21"/>
                  </a:cubicBezTo>
                  <a:moveTo>
                    <a:pt x="48" y="2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48" y="20"/>
                    <a:pt x="48" y="20"/>
                    <a:pt x="48" y="20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7"/>
                    <a:pt x="48" y="18"/>
                    <a:pt x="48" y="20"/>
                  </a:cubicBezTo>
                  <a:cubicBezTo>
                    <a:pt x="48" y="18"/>
                    <a:pt x="47" y="17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47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moveTo>
                    <a:pt x="77" y="8"/>
                  </a:moveTo>
                  <a:cubicBezTo>
                    <a:pt x="77" y="8"/>
                    <a:pt x="77" y="8"/>
                    <a:pt x="77" y="8"/>
                  </a:cubicBezTo>
                  <a:cubicBezTo>
                    <a:pt x="77" y="8"/>
                    <a:pt x="77" y="8"/>
                    <a:pt x="77" y="8"/>
                  </a:cubicBezTo>
                  <a:moveTo>
                    <a:pt x="114" y="0"/>
                  </a:moveTo>
                  <a:cubicBezTo>
                    <a:pt x="101" y="7"/>
                    <a:pt x="101" y="7"/>
                    <a:pt x="101" y="7"/>
                  </a:cubicBezTo>
                  <a:cubicBezTo>
                    <a:pt x="102" y="9"/>
                    <a:pt x="104" y="10"/>
                    <a:pt x="105" y="11"/>
                  </a:cubicBezTo>
                  <a:cubicBezTo>
                    <a:pt x="214" y="73"/>
                    <a:pt x="214" y="73"/>
                    <a:pt x="214" y="73"/>
                  </a:cubicBezTo>
                  <a:cubicBezTo>
                    <a:pt x="216" y="75"/>
                    <a:pt x="217" y="77"/>
                    <a:pt x="217" y="79"/>
                  </a:cubicBezTo>
                  <a:cubicBezTo>
                    <a:pt x="217" y="77"/>
                    <a:pt x="216" y="75"/>
                    <a:pt x="214" y="73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4" y="10"/>
                    <a:pt x="102" y="9"/>
                    <a:pt x="101" y="7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0"/>
                    <a:pt x="114" y="0"/>
                    <a:pt x="114" y="0"/>
                  </a:cubicBezTo>
                  <a:moveTo>
                    <a:pt x="64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64" y="0"/>
                    <a:pt x="64" y="0"/>
                    <a:pt x="64" y="0"/>
                  </a:cubicBezTo>
                </a:path>
              </a:pathLst>
            </a:custGeom>
            <a:solidFill>
              <a:srgbClr val="577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EA441159-9C63-4BBD-9C48-2A4628B9F75E}"/>
                </a:ext>
              </a:extLst>
            </p:cNvPr>
            <p:cNvSpPr/>
            <p:nvPr/>
          </p:nvSpPr>
          <p:spPr bwMode="auto">
            <a:xfrm>
              <a:off x="6965950" y="3646488"/>
              <a:ext cx="677863" cy="1377950"/>
            </a:xfrm>
            <a:custGeom>
              <a:avLst/>
              <a:gdLst>
                <a:gd name="T0" fmla="*/ 15 w 131"/>
                <a:gd name="T1" fmla="*/ 188 h 267"/>
                <a:gd name="T2" fmla="*/ 15 w 131"/>
                <a:gd name="T3" fmla="*/ 189 h 267"/>
                <a:gd name="T4" fmla="*/ 3 w 131"/>
                <a:gd name="T5" fmla="*/ 192 h 267"/>
                <a:gd name="T6" fmla="*/ 0 w 131"/>
                <a:gd name="T7" fmla="*/ 192 h 267"/>
                <a:gd name="T8" fmla="*/ 9 w 131"/>
                <a:gd name="T9" fmla="*/ 202 h 267"/>
                <a:gd name="T10" fmla="*/ 10 w 131"/>
                <a:gd name="T11" fmla="*/ 202 h 267"/>
                <a:gd name="T12" fmla="*/ 10 w 131"/>
                <a:gd name="T13" fmla="*/ 202 h 267"/>
                <a:gd name="T14" fmla="*/ 10 w 131"/>
                <a:gd name="T15" fmla="*/ 202 h 267"/>
                <a:gd name="T16" fmla="*/ 10 w 131"/>
                <a:gd name="T17" fmla="*/ 202 h 267"/>
                <a:gd name="T18" fmla="*/ 12 w 131"/>
                <a:gd name="T19" fmla="*/ 203 h 267"/>
                <a:gd name="T20" fmla="*/ 12 w 131"/>
                <a:gd name="T21" fmla="*/ 203 h 267"/>
                <a:gd name="T22" fmla="*/ 121 w 131"/>
                <a:gd name="T23" fmla="*/ 266 h 267"/>
                <a:gd name="T24" fmla="*/ 124 w 131"/>
                <a:gd name="T25" fmla="*/ 267 h 267"/>
                <a:gd name="T26" fmla="*/ 130 w 131"/>
                <a:gd name="T27" fmla="*/ 264 h 267"/>
                <a:gd name="T28" fmla="*/ 131 w 131"/>
                <a:gd name="T29" fmla="*/ 260 h 267"/>
                <a:gd name="T30" fmla="*/ 128 w 131"/>
                <a:gd name="T31" fmla="*/ 254 h 267"/>
                <a:gd name="T32" fmla="*/ 19 w 131"/>
                <a:gd name="T33" fmla="*/ 192 h 267"/>
                <a:gd name="T34" fmla="*/ 15 w 131"/>
                <a:gd name="T35" fmla="*/ 188 h 267"/>
                <a:gd name="T36" fmla="*/ 124 w 131"/>
                <a:gd name="T37" fmla="*/ 0 h 267"/>
                <a:gd name="T38" fmla="*/ 117 w 131"/>
                <a:gd name="T39" fmla="*/ 7 h 267"/>
                <a:gd name="T40" fmla="*/ 117 w 131"/>
                <a:gd name="T41" fmla="*/ 12 h 267"/>
                <a:gd name="T42" fmla="*/ 120 w 131"/>
                <a:gd name="T43" fmla="*/ 13 h 267"/>
                <a:gd name="T44" fmla="*/ 120 w 131"/>
                <a:gd name="T45" fmla="*/ 13 h 267"/>
                <a:gd name="T46" fmla="*/ 122 w 131"/>
                <a:gd name="T47" fmla="*/ 19 h 267"/>
                <a:gd name="T48" fmla="*/ 122 w 131"/>
                <a:gd name="T49" fmla="*/ 48 h 267"/>
                <a:gd name="T50" fmla="*/ 122 w 131"/>
                <a:gd name="T51" fmla="*/ 48 h 267"/>
                <a:gd name="T52" fmla="*/ 118 w 131"/>
                <a:gd name="T53" fmla="*/ 55 h 267"/>
                <a:gd name="T54" fmla="*/ 117 w 131"/>
                <a:gd name="T55" fmla="*/ 55 h 267"/>
                <a:gd name="T56" fmla="*/ 117 w 131"/>
                <a:gd name="T57" fmla="*/ 55 h 267"/>
                <a:gd name="T58" fmla="*/ 117 w 131"/>
                <a:gd name="T59" fmla="*/ 79 h 267"/>
                <a:gd name="T60" fmla="*/ 117 w 131"/>
                <a:gd name="T61" fmla="*/ 79 h 267"/>
                <a:gd name="T62" fmla="*/ 108 w 131"/>
                <a:gd name="T63" fmla="*/ 96 h 267"/>
                <a:gd name="T64" fmla="*/ 99 w 131"/>
                <a:gd name="T65" fmla="*/ 98 h 267"/>
                <a:gd name="T66" fmla="*/ 89 w 131"/>
                <a:gd name="T67" fmla="*/ 96 h 267"/>
                <a:gd name="T68" fmla="*/ 89 w 131"/>
                <a:gd name="T69" fmla="*/ 96 h 267"/>
                <a:gd name="T70" fmla="*/ 68 w 131"/>
                <a:gd name="T71" fmla="*/ 84 h 267"/>
                <a:gd name="T72" fmla="*/ 64 w 131"/>
                <a:gd name="T73" fmla="*/ 86 h 267"/>
                <a:gd name="T74" fmla="*/ 105 w 131"/>
                <a:gd name="T75" fmla="*/ 109 h 267"/>
                <a:gd name="T76" fmla="*/ 108 w 131"/>
                <a:gd name="T77" fmla="*/ 111 h 267"/>
                <a:gd name="T78" fmla="*/ 115 w 131"/>
                <a:gd name="T79" fmla="*/ 108 h 267"/>
                <a:gd name="T80" fmla="*/ 131 w 131"/>
                <a:gd name="T81" fmla="*/ 79 h 267"/>
                <a:gd name="T82" fmla="*/ 131 w 131"/>
                <a:gd name="T83" fmla="*/ 7 h 267"/>
                <a:gd name="T84" fmla="*/ 124 w 131"/>
                <a:gd name="T8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1" h="267">
                  <a:moveTo>
                    <a:pt x="15" y="188"/>
                  </a:moveTo>
                  <a:cubicBezTo>
                    <a:pt x="15" y="189"/>
                    <a:pt x="15" y="189"/>
                    <a:pt x="15" y="189"/>
                  </a:cubicBezTo>
                  <a:cubicBezTo>
                    <a:pt x="11" y="191"/>
                    <a:pt x="7" y="192"/>
                    <a:pt x="3" y="192"/>
                  </a:cubicBezTo>
                  <a:cubicBezTo>
                    <a:pt x="2" y="192"/>
                    <a:pt x="1" y="192"/>
                    <a:pt x="0" y="192"/>
                  </a:cubicBezTo>
                  <a:cubicBezTo>
                    <a:pt x="3" y="195"/>
                    <a:pt x="6" y="199"/>
                    <a:pt x="9" y="202"/>
                  </a:cubicBezTo>
                  <a:cubicBezTo>
                    <a:pt x="9" y="202"/>
                    <a:pt x="9" y="202"/>
                    <a:pt x="10" y="202"/>
                  </a:cubicBezTo>
                  <a:cubicBezTo>
                    <a:pt x="10" y="202"/>
                    <a:pt x="10" y="202"/>
                    <a:pt x="10" y="202"/>
                  </a:cubicBezTo>
                  <a:cubicBezTo>
                    <a:pt x="10" y="202"/>
                    <a:pt x="10" y="202"/>
                    <a:pt x="10" y="202"/>
                  </a:cubicBezTo>
                  <a:cubicBezTo>
                    <a:pt x="10" y="202"/>
                    <a:pt x="10" y="202"/>
                    <a:pt x="10" y="202"/>
                  </a:cubicBezTo>
                  <a:cubicBezTo>
                    <a:pt x="10" y="202"/>
                    <a:pt x="11" y="203"/>
                    <a:pt x="12" y="203"/>
                  </a:cubicBezTo>
                  <a:cubicBezTo>
                    <a:pt x="12" y="203"/>
                    <a:pt x="12" y="203"/>
                    <a:pt x="12" y="203"/>
                  </a:cubicBezTo>
                  <a:cubicBezTo>
                    <a:pt x="121" y="266"/>
                    <a:pt x="121" y="266"/>
                    <a:pt x="121" y="266"/>
                  </a:cubicBezTo>
                  <a:cubicBezTo>
                    <a:pt x="122" y="267"/>
                    <a:pt x="123" y="267"/>
                    <a:pt x="124" y="267"/>
                  </a:cubicBezTo>
                  <a:cubicBezTo>
                    <a:pt x="126" y="267"/>
                    <a:pt x="129" y="266"/>
                    <a:pt x="130" y="264"/>
                  </a:cubicBezTo>
                  <a:cubicBezTo>
                    <a:pt x="131" y="263"/>
                    <a:pt x="131" y="261"/>
                    <a:pt x="131" y="260"/>
                  </a:cubicBezTo>
                  <a:cubicBezTo>
                    <a:pt x="131" y="258"/>
                    <a:pt x="130" y="256"/>
                    <a:pt x="128" y="254"/>
                  </a:cubicBezTo>
                  <a:cubicBezTo>
                    <a:pt x="19" y="192"/>
                    <a:pt x="19" y="192"/>
                    <a:pt x="19" y="192"/>
                  </a:cubicBezTo>
                  <a:cubicBezTo>
                    <a:pt x="18" y="191"/>
                    <a:pt x="16" y="190"/>
                    <a:pt x="15" y="188"/>
                  </a:cubicBezTo>
                  <a:moveTo>
                    <a:pt x="124" y="0"/>
                  </a:moveTo>
                  <a:cubicBezTo>
                    <a:pt x="120" y="0"/>
                    <a:pt x="117" y="3"/>
                    <a:pt x="117" y="7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8" y="12"/>
                    <a:pt x="119" y="13"/>
                    <a:pt x="120" y="13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121" y="15"/>
                    <a:pt x="122" y="17"/>
                    <a:pt x="122" y="19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51"/>
                    <a:pt x="121" y="53"/>
                    <a:pt x="118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79"/>
                    <a:pt x="117" y="79"/>
                    <a:pt x="117" y="79"/>
                  </a:cubicBezTo>
                  <a:cubicBezTo>
                    <a:pt x="117" y="79"/>
                    <a:pt x="117" y="79"/>
                    <a:pt x="117" y="79"/>
                  </a:cubicBezTo>
                  <a:cubicBezTo>
                    <a:pt x="117" y="86"/>
                    <a:pt x="114" y="92"/>
                    <a:pt x="108" y="96"/>
                  </a:cubicBezTo>
                  <a:cubicBezTo>
                    <a:pt x="105" y="97"/>
                    <a:pt x="102" y="98"/>
                    <a:pt x="99" y="98"/>
                  </a:cubicBezTo>
                  <a:cubicBezTo>
                    <a:pt x="95" y="98"/>
                    <a:pt x="92" y="97"/>
                    <a:pt x="89" y="96"/>
                  </a:cubicBezTo>
                  <a:cubicBezTo>
                    <a:pt x="89" y="96"/>
                    <a:pt x="89" y="96"/>
                    <a:pt x="89" y="96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64" y="86"/>
                    <a:pt x="64" y="86"/>
                    <a:pt x="64" y="86"/>
                  </a:cubicBezTo>
                  <a:cubicBezTo>
                    <a:pt x="105" y="109"/>
                    <a:pt x="105" y="109"/>
                    <a:pt x="105" y="109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10" y="110"/>
                    <a:pt x="112" y="109"/>
                    <a:pt x="115" y="108"/>
                  </a:cubicBezTo>
                  <a:cubicBezTo>
                    <a:pt x="125" y="102"/>
                    <a:pt x="131" y="91"/>
                    <a:pt x="131" y="79"/>
                  </a:cubicBezTo>
                  <a:cubicBezTo>
                    <a:pt x="131" y="7"/>
                    <a:pt x="131" y="7"/>
                    <a:pt x="131" y="7"/>
                  </a:cubicBezTo>
                  <a:cubicBezTo>
                    <a:pt x="131" y="3"/>
                    <a:pt x="128" y="0"/>
                    <a:pt x="124" y="0"/>
                  </a:cubicBezTo>
                </a:path>
              </a:pathLst>
            </a:custGeom>
            <a:solidFill>
              <a:srgbClr val="9CBE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A82B0686-44AE-4FFE-B770-94A07406F065}"/>
                </a:ext>
              </a:extLst>
            </p:cNvPr>
            <p:cNvSpPr/>
            <p:nvPr/>
          </p:nvSpPr>
          <p:spPr bwMode="auto">
            <a:xfrm>
              <a:off x="6499225" y="4529138"/>
              <a:ext cx="269875" cy="222250"/>
            </a:xfrm>
            <a:custGeom>
              <a:avLst/>
              <a:gdLst>
                <a:gd name="T0" fmla="*/ 0 w 52"/>
                <a:gd name="T1" fmla="*/ 0 h 43"/>
                <a:gd name="T2" fmla="*/ 3 w 52"/>
                <a:gd name="T3" fmla="*/ 33 h 43"/>
                <a:gd name="T4" fmla="*/ 21 w 52"/>
                <a:gd name="T5" fmla="*/ 41 h 43"/>
                <a:gd name="T6" fmla="*/ 21 w 52"/>
                <a:gd name="T7" fmla="*/ 41 h 43"/>
                <a:gd name="T8" fmla="*/ 21 w 52"/>
                <a:gd name="T9" fmla="*/ 41 h 43"/>
                <a:gd name="T10" fmla="*/ 21 w 52"/>
                <a:gd name="T11" fmla="*/ 41 h 43"/>
                <a:gd name="T12" fmla="*/ 22 w 52"/>
                <a:gd name="T13" fmla="*/ 41 h 43"/>
                <a:gd name="T14" fmla="*/ 22 w 52"/>
                <a:gd name="T15" fmla="*/ 41 h 43"/>
                <a:gd name="T16" fmla="*/ 22 w 52"/>
                <a:gd name="T17" fmla="*/ 41 h 43"/>
                <a:gd name="T18" fmla="*/ 35 w 52"/>
                <a:gd name="T19" fmla="*/ 43 h 43"/>
                <a:gd name="T20" fmla="*/ 35 w 52"/>
                <a:gd name="T21" fmla="*/ 43 h 43"/>
                <a:gd name="T22" fmla="*/ 35 w 52"/>
                <a:gd name="T23" fmla="*/ 43 h 43"/>
                <a:gd name="T24" fmla="*/ 51 w 52"/>
                <a:gd name="T25" fmla="*/ 35 h 43"/>
                <a:gd name="T26" fmla="*/ 51 w 52"/>
                <a:gd name="T27" fmla="*/ 35 h 43"/>
                <a:gd name="T28" fmla="*/ 51 w 52"/>
                <a:gd name="T29" fmla="*/ 35 h 43"/>
                <a:gd name="T30" fmla="*/ 51 w 52"/>
                <a:gd name="T31" fmla="*/ 35 h 43"/>
                <a:gd name="T32" fmla="*/ 51 w 52"/>
                <a:gd name="T33" fmla="*/ 35 h 43"/>
                <a:gd name="T34" fmla="*/ 51 w 52"/>
                <a:gd name="T35" fmla="*/ 35 h 43"/>
                <a:gd name="T36" fmla="*/ 52 w 52"/>
                <a:gd name="T37" fmla="*/ 30 h 43"/>
                <a:gd name="T38" fmla="*/ 52 w 52"/>
                <a:gd name="T39" fmla="*/ 30 h 43"/>
                <a:gd name="T40" fmla="*/ 52 w 52"/>
                <a:gd name="T41" fmla="*/ 30 h 43"/>
                <a:gd name="T42" fmla="*/ 51 w 52"/>
                <a:gd name="T43" fmla="*/ 24 h 43"/>
                <a:gd name="T44" fmla="*/ 38 w 52"/>
                <a:gd name="T45" fmla="*/ 33 h 43"/>
                <a:gd name="T46" fmla="*/ 16 w 52"/>
                <a:gd name="T47" fmla="*/ 18 h 43"/>
                <a:gd name="T48" fmla="*/ 9 w 52"/>
                <a:gd name="T49" fmla="*/ 1 h 43"/>
                <a:gd name="T50" fmla="*/ 0 w 52"/>
                <a:gd name="T5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2" h="43">
                  <a:moveTo>
                    <a:pt x="0" y="0"/>
                  </a:moveTo>
                  <a:cubicBezTo>
                    <a:pt x="1" y="13"/>
                    <a:pt x="3" y="25"/>
                    <a:pt x="3" y="33"/>
                  </a:cubicBezTo>
                  <a:cubicBezTo>
                    <a:pt x="8" y="36"/>
                    <a:pt x="14" y="39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7" y="43"/>
                    <a:pt x="31" y="43"/>
                    <a:pt x="35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44" y="43"/>
                    <a:pt x="49" y="39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3"/>
                    <a:pt x="52" y="31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28"/>
                    <a:pt x="51" y="27"/>
                    <a:pt x="51" y="24"/>
                  </a:cubicBezTo>
                  <a:cubicBezTo>
                    <a:pt x="48" y="30"/>
                    <a:pt x="44" y="33"/>
                    <a:pt x="38" y="33"/>
                  </a:cubicBezTo>
                  <a:cubicBezTo>
                    <a:pt x="31" y="33"/>
                    <a:pt x="23" y="28"/>
                    <a:pt x="16" y="18"/>
                  </a:cubicBezTo>
                  <a:cubicBezTo>
                    <a:pt x="14" y="15"/>
                    <a:pt x="11" y="9"/>
                    <a:pt x="9" y="1"/>
                  </a:cubicBezTo>
                  <a:cubicBezTo>
                    <a:pt x="6" y="1"/>
                    <a:pt x="2" y="0"/>
                    <a:pt x="0" y="0"/>
                  </a:cubicBezTo>
                </a:path>
              </a:pathLst>
            </a:custGeom>
            <a:solidFill>
              <a:srgbClr val="923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5F632CF2-FBEB-45DE-B70E-A74C4D3010B4}"/>
                </a:ext>
              </a:extLst>
            </p:cNvPr>
            <p:cNvSpPr/>
            <p:nvPr/>
          </p:nvSpPr>
          <p:spPr bwMode="auto">
            <a:xfrm>
              <a:off x="6503988" y="4400550"/>
              <a:ext cx="265113" cy="298450"/>
            </a:xfrm>
            <a:custGeom>
              <a:avLst/>
              <a:gdLst>
                <a:gd name="T0" fmla="*/ 0 w 51"/>
                <a:gd name="T1" fmla="*/ 0 h 58"/>
                <a:gd name="T2" fmla="*/ 0 w 51"/>
                <a:gd name="T3" fmla="*/ 0 h 58"/>
                <a:gd name="T4" fmla="*/ 0 w 51"/>
                <a:gd name="T5" fmla="*/ 0 h 58"/>
                <a:gd name="T6" fmla="*/ 8 w 51"/>
                <a:gd name="T7" fmla="*/ 26 h 58"/>
                <a:gd name="T8" fmla="*/ 8 w 51"/>
                <a:gd name="T9" fmla="*/ 26 h 58"/>
                <a:gd name="T10" fmla="*/ 15 w 51"/>
                <a:gd name="T11" fmla="*/ 43 h 58"/>
                <a:gd name="T12" fmla="*/ 37 w 51"/>
                <a:gd name="T13" fmla="*/ 58 h 58"/>
                <a:gd name="T14" fmla="*/ 50 w 51"/>
                <a:gd name="T15" fmla="*/ 49 h 58"/>
                <a:gd name="T16" fmla="*/ 50 w 51"/>
                <a:gd name="T17" fmla="*/ 49 h 58"/>
                <a:gd name="T18" fmla="*/ 50 w 51"/>
                <a:gd name="T19" fmla="*/ 49 h 58"/>
                <a:gd name="T20" fmla="*/ 50 w 51"/>
                <a:gd name="T21" fmla="*/ 49 h 58"/>
                <a:gd name="T22" fmla="*/ 50 w 51"/>
                <a:gd name="T23" fmla="*/ 49 h 58"/>
                <a:gd name="T24" fmla="*/ 50 w 51"/>
                <a:gd name="T25" fmla="*/ 49 h 58"/>
                <a:gd name="T26" fmla="*/ 50 w 51"/>
                <a:gd name="T27" fmla="*/ 49 h 58"/>
                <a:gd name="T28" fmla="*/ 50 w 51"/>
                <a:gd name="T29" fmla="*/ 49 h 58"/>
                <a:gd name="T30" fmla="*/ 50 w 51"/>
                <a:gd name="T31" fmla="*/ 49 h 58"/>
                <a:gd name="T32" fmla="*/ 50 w 51"/>
                <a:gd name="T33" fmla="*/ 49 h 58"/>
                <a:gd name="T34" fmla="*/ 50 w 51"/>
                <a:gd name="T35" fmla="*/ 49 h 58"/>
                <a:gd name="T36" fmla="*/ 50 w 51"/>
                <a:gd name="T37" fmla="*/ 49 h 58"/>
                <a:gd name="T38" fmla="*/ 50 w 51"/>
                <a:gd name="T39" fmla="*/ 49 h 58"/>
                <a:gd name="T40" fmla="*/ 50 w 51"/>
                <a:gd name="T41" fmla="*/ 49 h 58"/>
                <a:gd name="T42" fmla="*/ 50 w 51"/>
                <a:gd name="T43" fmla="*/ 49 h 58"/>
                <a:gd name="T44" fmla="*/ 50 w 51"/>
                <a:gd name="T45" fmla="*/ 49 h 58"/>
                <a:gd name="T46" fmla="*/ 50 w 51"/>
                <a:gd name="T47" fmla="*/ 49 h 58"/>
                <a:gd name="T48" fmla="*/ 50 w 51"/>
                <a:gd name="T49" fmla="*/ 49 h 58"/>
                <a:gd name="T50" fmla="*/ 50 w 51"/>
                <a:gd name="T51" fmla="*/ 28 h 58"/>
                <a:gd name="T52" fmla="*/ 50 w 51"/>
                <a:gd name="T53" fmla="*/ 28 h 58"/>
                <a:gd name="T54" fmla="*/ 6 w 51"/>
                <a:gd name="T55" fmla="*/ 2 h 58"/>
                <a:gd name="T56" fmla="*/ 0 w 51"/>
                <a:gd name="T5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1" h="5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0"/>
                    <a:pt x="5" y="19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10" y="34"/>
                    <a:pt x="13" y="40"/>
                    <a:pt x="15" y="43"/>
                  </a:cubicBezTo>
                  <a:cubicBezTo>
                    <a:pt x="22" y="53"/>
                    <a:pt x="30" y="58"/>
                    <a:pt x="37" y="58"/>
                  </a:cubicBezTo>
                  <a:cubicBezTo>
                    <a:pt x="43" y="58"/>
                    <a:pt x="47" y="55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1" y="45"/>
                    <a:pt x="51" y="38"/>
                    <a:pt x="50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rgbClr val="3112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9CCBE248-4774-4FE0-A95A-A728462F77F8}"/>
                </a:ext>
              </a:extLst>
            </p:cNvPr>
            <p:cNvSpPr/>
            <p:nvPr/>
          </p:nvSpPr>
          <p:spPr bwMode="auto">
            <a:xfrm>
              <a:off x="6096000" y="4664075"/>
              <a:ext cx="428625" cy="206375"/>
            </a:xfrm>
            <a:custGeom>
              <a:avLst/>
              <a:gdLst>
                <a:gd name="T0" fmla="*/ 81 w 83"/>
                <a:gd name="T1" fmla="*/ 13 h 40"/>
                <a:gd name="T2" fmla="*/ 80 w 83"/>
                <a:gd name="T3" fmla="*/ 16 h 40"/>
                <a:gd name="T4" fmla="*/ 67 w 83"/>
                <a:gd name="T5" fmla="*/ 26 h 40"/>
                <a:gd name="T6" fmla="*/ 56 w 83"/>
                <a:gd name="T7" fmla="*/ 22 h 40"/>
                <a:gd name="T8" fmla="*/ 56 w 83"/>
                <a:gd name="T9" fmla="*/ 40 h 40"/>
                <a:gd name="T10" fmla="*/ 56 w 83"/>
                <a:gd name="T11" fmla="*/ 40 h 40"/>
                <a:gd name="T12" fmla="*/ 56 w 83"/>
                <a:gd name="T13" fmla="*/ 40 h 40"/>
                <a:gd name="T14" fmla="*/ 63 w 83"/>
                <a:gd name="T15" fmla="*/ 40 h 40"/>
                <a:gd name="T16" fmla="*/ 83 w 83"/>
                <a:gd name="T17" fmla="*/ 31 h 40"/>
                <a:gd name="T18" fmla="*/ 83 w 83"/>
                <a:gd name="T19" fmla="*/ 31 h 40"/>
                <a:gd name="T20" fmla="*/ 83 w 83"/>
                <a:gd name="T21" fmla="*/ 31 h 40"/>
                <a:gd name="T22" fmla="*/ 83 w 83"/>
                <a:gd name="T23" fmla="*/ 31 h 40"/>
                <a:gd name="T24" fmla="*/ 83 w 83"/>
                <a:gd name="T25" fmla="*/ 31 h 40"/>
                <a:gd name="T26" fmla="*/ 83 w 83"/>
                <a:gd name="T27" fmla="*/ 31 h 40"/>
                <a:gd name="T28" fmla="*/ 83 w 83"/>
                <a:gd name="T29" fmla="*/ 31 h 40"/>
                <a:gd name="T30" fmla="*/ 83 w 83"/>
                <a:gd name="T31" fmla="*/ 30 h 40"/>
                <a:gd name="T32" fmla="*/ 83 w 83"/>
                <a:gd name="T33" fmla="*/ 30 h 40"/>
                <a:gd name="T34" fmla="*/ 83 w 83"/>
                <a:gd name="T35" fmla="*/ 30 h 40"/>
                <a:gd name="T36" fmla="*/ 83 w 83"/>
                <a:gd name="T37" fmla="*/ 30 h 40"/>
                <a:gd name="T38" fmla="*/ 83 w 83"/>
                <a:gd name="T39" fmla="*/ 30 h 40"/>
                <a:gd name="T40" fmla="*/ 83 w 83"/>
                <a:gd name="T41" fmla="*/ 28 h 40"/>
                <a:gd name="T42" fmla="*/ 82 w 83"/>
                <a:gd name="T43" fmla="*/ 20 h 40"/>
                <a:gd name="T44" fmla="*/ 81 w 83"/>
                <a:gd name="T45" fmla="*/ 15 h 40"/>
                <a:gd name="T46" fmla="*/ 81 w 83"/>
                <a:gd name="T47" fmla="*/ 13 h 40"/>
                <a:gd name="T48" fmla="*/ 33 w 83"/>
                <a:gd name="T49" fmla="*/ 0 h 40"/>
                <a:gd name="T50" fmla="*/ 5 w 83"/>
                <a:gd name="T51" fmla="*/ 8 h 40"/>
                <a:gd name="T52" fmla="*/ 2 w 83"/>
                <a:gd name="T53" fmla="*/ 17 h 40"/>
                <a:gd name="T54" fmla="*/ 2 w 83"/>
                <a:gd name="T55" fmla="*/ 17 h 40"/>
                <a:gd name="T56" fmla="*/ 2 w 83"/>
                <a:gd name="T57" fmla="*/ 17 h 40"/>
                <a:gd name="T58" fmla="*/ 2 w 83"/>
                <a:gd name="T59" fmla="*/ 17 h 40"/>
                <a:gd name="T60" fmla="*/ 2 w 83"/>
                <a:gd name="T61" fmla="*/ 18 h 40"/>
                <a:gd name="T62" fmla="*/ 2 w 83"/>
                <a:gd name="T63" fmla="*/ 18 h 40"/>
                <a:gd name="T64" fmla="*/ 2 w 83"/>
                <a:gd name="T65" fmla="*/ 18 h 40"/>
                <a:gd name="T66" fmla="*/ 2 w 83"/>
                <a:gd name="T67" fmla="*/ 18 h 40"/>
                <a:gd name="T68" fmla="*/ 2 w 83"/>
                <a:gd name="T69" fmla="*/ 18 h 40"/>
                <a:gd name="T70" fmla="*/ 3 w 83"/>
                <a:gd name="T71" fmla="*/ 18 h 40"/>
                <a:gd name="T72" fmla="*/ 3 w 83"/>
                <a:gd name="T73" fmla="*/ 18 h 40"/>
                <a:gd name="T74" fmla="*/ 5 w 83"/>
                <a:gd name="T75" fmla="*/ 20 h 40"/>
                <a:gd name="T76" fmla="*/ 5 w 83"/>
                <a:gd name="T77" fmla="*/ 20 h 40"/>
                <a:gd name="T78" fmla="*/ 5 w 83"/>
                <a:gd name="T79" fmla="*/ 20 h 40"/>
                <a:gd name="T80" fmla="*/ 5 w 83"/>
                <a:gd name="T81" fmla="*/ 20 h 40"/>
                <a:gd name="T82" fmla="*/ 5 w 83"/>
                <a:gd name="T83" fmla="*/ 21 h 40"/>
                <a:gd name="T84" fmla="*/ 5 w 83"/>
                <a:gd name="T85" fmla="*/ 21 h 40"/>
                <a:gd name="T86" fmla="*/ 5 w 83"/>
                <a:gd name="T87" fmla="*/ 21 h 40"/>
                <a:gd name="T88" fmla="*/ 6 w 83"/>
                <a:gd name="T89" fmla="*/ 21 h 40"/>
                <a:gd name="T90" fmla="*/ 6 w 83"/>
                <a:gd name="T91" fmla="*/ 21 h 40"/>
                <a:gd name="T92" fmla="*/ 43 w 83"/>
                <a:gd name="T93" fmla="*/ 37 h 40"/>
                <a:gd name="T94" fmla="*/ 43 w 83"/>
                <a:gd name="T95" fmla="*/ 7 h 40"/>
                <a:gd name="T96" fmla="*/ 40 w 83"/>
                <a:gd name="T97" fmla="*/ 1 h 40"/>
                <a:gd name="T98" fmla="*/ 33 w 83"/>
                <a:gd name="T9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3" h="40">
                  <a:moveTo>
                    <a:pt x="81" y="13"/>
                  </a:moveTo>
                  <a:cubicBezTo>
                    <a:pt x="81" y="14"/>
                    <a:pt x="80" y="16"/>
                    <a:pt x="80" y="16"/>
                  </a:cubicBezTo>
                  <a:cubicBezTo>
                    <a:pt x="78" y="22"/>
                    <a:pt x="73" y="26"/>
                    <a:pt x="67" y="26"/>
                  </a:cubicBezTo>
                  <a:cubicBezTo>
                    <a:pt x="64" y="26"/>
                    <a:pt x="60" y="25"/>
                    <a:pt x="56" y="22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9" y="40"/>
                    <a:pt x="61" y="40"/>
                    <a:pt x="63" y="40"/>
                  </a:cubicBezTo>
                  <a:cubicBezTo>
                    <a:pt x="77" y="40"/>
                    <a:pt x="83" y="34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29"/>
                    <a:pt x="83" y="28"/>
                  </a:cubicBezTo>
                  <a:cubicBezTo>
                    <a:pt x="83" y="26"/>
                    <a:pt x="83" y="24"/>
                    <a:pt x="82" y="20"/>
                  </a:cubicBezTo>
                  <a:cubicBezTo>
                    <a:pt x="82" y="19"/>
                    <a:pt x="81" y="17"/>
                    <a:pt x="81" y="15"/>
                  </a:cubicBezTo>
                  <a:cubicBezTo>
                    <a:pt x="81" y="14"/>
                    <a:pt x="81" y="13"/>
                    <a:pt x="81" y="13"/>
                  </a:cubicBezTo>
                  <a:moveTo>
                    <a:pt x="33" y="0"/>
                  </a:moveTo>
                  <a:cubicBezTo>
                    <a:pt x="23" y="0"/>
                    <a:pt x="11" y="4"/>
                    <a:pt x="5" y="8"/>
                  </a:cubicBezTo>
                  <a:cubicBezTo>
                    <a:pt x="1" y="11"/>
                    <a:pt x="0" y="14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9"/>
                    <a:pt x="4" y="19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14" y="27"/>
                    <a:pt x="29" y="33"/>
                    <a:pt x="43" y="3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5"/>
                    <a:pt x="41" y="3"/>
                    <a:pt x="40" y="1"/>
                  </a:cubicBezTo>
                  <a:cubicBezTo>
                    <a:pt x="38" y="1"/>
                    <a:pt x="36" y="0"/>
                    <a:pt x="33" y="0"/>
                  </a:cubicBezTo>
                </a:path>
              </a:pathLst>
            </a:custGeom>
            <a:solidFill>
              <a:srgbClr val="A248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ECD45A2C-FE67-4148-9332-FCCB4729872E}"/>
                </a:ext>
              </a:extLst>
            </p:cNvPr>
            <p:cNvSpPr/>
            <p:nvPr/>
          </p:nvSpPr>
          <p:spPr bwMode="auto">
            <a:xfrm>
              <a:off x="6157913" y="4059238"/>
              <a:ext cx="357188" cy="738188"/>
            </a:xfrm>
            <a:custGeom>
              <a:avLst/>
              <a:gdLst>
                <a:gd name="T0" fmla="*/ 61 w 69"/>
                <a:gd name="T1" fmla="*/ 66 h 143"/>
                <a:gd name="T2" fmla="*/ 54 w 69"/>
                <a:gd name="T3" fmla="*/ 68 h 143"/>
                <a:gd name="T4" fmla="*/ 44 w 69"/>
                <a:gd name="T5" fmla="*/ 85 h 143"/>
                <a:gd name="T6" fmla="*/ 44 w 69"/>
                <a:gd name="T7" fmla="*/ 139 h 143"/>
                <a:gd name="T8" fmla="*/ 55 w 69"/>
                <a:gd name="T9" fmla="*/ 143 h 143"/>
                <a:gd name="T10" fmla="*/ 68 w 69"/>
                <a:gd name="T11" fmla="*/ 133 h 143"/>
                <a:gd name="T12" fmla="*/ 69 w 69"/>
                <a:gd name="T13" fmla="*/ 130 h 143"/>
                <a:gd name="T14" fmla="*/ 69 w 69"/>
                <a:gd name="T15" fmla="*/ 130 h 143"/>
                <a:gd name="T16" fmla="*/ 69 w 69"/>
                <a:gd name="T17" fmla="*/ 124 h 143"/>
                <a:gd name="T18" fmla="*/ 69 w 69"/>
                <a:gd name="T19" fmla="*/ 124 h 143"/>
                <a:gd name="T20" fmla="*/ 66 w 69"/>
                <a:gd name="T21" fmla="*/ 91 h 143"/>
                <a:gd name="T22" fmla="*/ 66 w 69"/>
                <a:gd name="T23" fmla="*/ 91 h 143"/>
                <a:gd name="T24" fmla="*/ 62 w 69"/>
                <a:gd name="T25" fmla="*/ 66 h 143"/>
                <a:gd name="T26" fmla="*/ 62 w 69"/>
                <a:gd name="T27" fmla="*/ 66 h 143"/>
                <a:gd name="T28" fmla="*/ 61 w 69"/>
                <a:gd name="T29" fmla="*/ 66 h 143"/>
                <a:gd name="T30" fmla="*/ 5 w 69"/>
                <a:gd name="T31" fmla="*/ 0 h 143"/>
                <a:gd name="T32" fmla="*/ 0 w 69"/>
                <a:gd name="T33" fmla="*/ 3 h 143"/>
                <a:gd name="T34" fmla="*/ 28 w 69"/>
                <a:gd name="T35" fmla="*/ 118 h 143"/>
                <a:gd name="T36" fmla="*/ 28 w 69"/>
                <a:gd name="T37" fmla="*/ 118 h 143"/>
                <a:gd name="T38" fmla="*/ 31 w 69"/>
                <a:gd name="T39" fmla="*/ 124 h 143"/>
                <a:gd name="T40" fmla="*/ 31 w 69"/>
                <a:gd name="T41" fmla="*/ 85 h 143"/>
                <a:gd name="T42" fmla="*/ 47 w 69"/>
                <a:gd name="T43" fmla="*/ 57 h 143"/>
                <a:gd name="T44" fmla="*/ 53 w 69"/>
                <a:gd name="T45" fmla="*/ 54 h 143"/>
                <a:gd name="T46" fmla="*/ 45 w 69"/>
                <a:gd name="T47" fmla="*/ 49 h 143"/>
                <a:gd name="T48" fmla="*/ 42 w 69"/>
                <a:gd name="T49" fmla="*/ 45 h 143"/>
                <a:gd name="T50" fmla="*/ 42 w 69"/>
                <a:gd name="T51" fmla="*/ 40 h 143"/>
                <a:gd name="T52" fmla="*/ 42 w 69"/>
                <a:gd name="T53" fmla="*/ 40 h 143"/>
                <a:gd name="T54" fmla="*/ 42 w 69"/>
                <a:gd name="T55" fmla="*/ 40 h 143"/>
                <a:gd name="T56" fmla="*/ 45 w 69"/>
                <a:gd name="T57" fmla="*/ 36 h 143"/>
                <a:gd name="T58" fmla="*/ 51 w 69"/>
                <a:gd name="T59" fmla="*/ 32 h 143"/>
                <a:gd name="T60" fmla="*/ 5 w 69"/>
                <a:gd name="T61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9" h="143">
                  <a:moveTo>
                    <a:pt x="61" y="66"/>
                  </a:moveTo>
                  <a:cubicBezTo>
                    <a:pt x="59" y="66"/>
                    <a:pt x="56" y="67"/>
                    <a:pt x="54" y="68"/>
                  </a:cubicBezTo>
                  <a:cubicBezTo>
                    <a:pt x="48" y="72"/>
                    <a:pt x="44" y="78"/>
                    <a:pt x="44" y="85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8" y="142"/>
                    <a:pt x="52" y="143"/>
                    <a:pt x="55" y="143"/>
                  </a:cubicBezTo>
                  <a:cubicBezTo>
                    <a:pt x="61" y="143"/>
                    <a:pt x="66" y="139"/>
                    <a:pt x="68" y="133"/>
                  </a:cubicBezTo>
                  <a:cubicBezTo>
                    <a:pt x="68" y="133"/>
                    <a:pt x="69" y="131"/>
                    <a:pt x="69" y="130"/>
                  </a:cubicBezTo>
                  <a:cubicBezTo>
                    <a:pt x="69" y="130"/>
                    <a:pt x="69" y="130"/>
                    <a:pt x="69" y="130"/>
                  </a:cubicBezTo>
                  <a:cubicBezTo>
                    <a:pt x="69" y="128"/>
                    <a:pt x="69" y="126"/>
                    <a:pt x="69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69" y="116"/>
                    <a:pt x="67" y="104"/>
                    <a:pt x="66" y="91"/>
                  </a:cubicBezTo>
                  <a:cubicBezTo>
                    <a:pt x="66" y="91"/>
                    <a:pt x="66" y="91"/>
                    <a:pt x="66" y="91"/>
                  </a:cubicBezTo>
                  <a:cubicBezTo>
                    <a:pt x="64" y="83"/>
                    <a:pt x="63" y="74"/>
                    <a:pt x="62" y="66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62" y="66"/>
                    <a:pt x="62" y="66"/>
                    <a:pt x="61" y="66"/>
                  </a:cubicBezTo>
                  <a:moveTo>
                    <a:pt x="5" y="0"/>
                  </a:moveTo>
                  <a:cubicBezTo>
                    <a:pt x="3" y="1"/>
                    <a:pt x="1" y="2"/>
                    <a:pt x="0" y="3"/>
                  </a:cubicBezTo>
                  <a:cubicBezTo>
                    <a:pt x="5" y="35"/>
                    <a:pt x="18" y="93"/>
                    <a:pt x="28" y="118"/>
                  </a:cubicBezTo>
                  <a:cubicBezTo>
                    <a:pt x="28" y="118"/>
                    <a:pt x="28" y="118"/>
                    <a:pt x="28" y="118"/>
                  </a:cubicBezTo>
                  <a:cubicBezTo>
                    <a:pt x="29" y="120"/>
                    <a:pt x="30" y="122"/>
                    <a:pt x="31" y="124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1" y="73"/>
                    <a:pt x="37" y="62"/>
                    <a:pt x="47" y="57"/>
                  </a:cubicBezTo>
                  <a:cubicBezTo>
                    <a:pt x="49" y="55"/>
                    <a:pt x="51" y="55"/>
                    <a:pt x="53" y="54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3" y="48"/>
                    <a:pt x="42" y="47"/>
                    <a:pt x="42" y="45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39"/>
                    <a:pt x="43" y="37"/>
                    <a:pt x="45" y="36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34" y="22"/>
                    <a:pt x="15" y="10"/>
                    <a:pt x="5" y="0"/>
                  </a:cubicBezTo>
                </a:path>
              </a:pathLst>
            </a:custGeom>
            <a:solidFill>
              <a:srgbClr val="421C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71FE34F0-07C6-43CD-A888-AB32F178D499}"/>
                </a:ext>
              </a:extLst>
            </p:cNvPr>
            <p:cNvSpPr/>
            <p:nvPr/>
          </p:nvSpPr>
          <p:spPr bwMode="auto">
            <a:xfrm>
              <a:off x="6375400" y="4265613"/>
              <a:ext cx="1211263" cy="371475"/>
            </a:xfrm>
            <a:custGeom>
              <a:avLst/>
              <a:gdLst>
                <a:gd name="T0" fmla="*/ 0 w 234"/>
                <a:gd name="T1" fmla="*/ 0 h 72"/>
                <a:gd name="T2" fmla="*/ 0 w 234"/>
                <a:gd name="T3" fmla="*/ 0 h 72"/>
                <a:gd name="T4" fmla="*/ 0 w 234"/>
                <a:gd name="T5" fmla="*/ 5 h 72"/>
                <a:gd name="T6" fmla="*/ 3 w 234"/>
                <a:gd name="T7" fmla="*/ 9 h 72"/>
                <a:gd name="T8" fmla="*/ 11 w 234"/>
                <a:gd name="T9" fmla="*/ 14 h 72"/>
                <a:gd name="T10" fmla="*/ 17 w 234"/>
                <a:gd name="T11" fmla="*/ 12 h 72"/>
                <a:gd name="T12" fmla="*/ 16 w 234"/>
                <a:gd name="T13" fmla="*/ 12 h 72"/>
                <a:gd name="T14" fmla="*/ 3 w 234"/>
                <a:gd name="T15" fmla="*/ 4 h 72"/>
                <a:gd name="T16" fmla="*/ 1 w 234"/>
                <a:gd name="T17" fmla="*/ 3 h 72"/>
                <a:gd name="T18" fmla="*/ 0 w 234"/>
                <a:gd name="T19" fmla="*/ 0 h 72"/>
                <a:gd name="T20" fmla="*/ 234 w 234"/>
                <a:gd name="T21" fmla="*/ 0 h 72"/>
                <a:gd name="T22" fmla="*/ 233 w 234"/>
                <a:gd name="T23" fmla="*/ 3 h 72"/>
                <a:gd name="T24" fmla="*/ 231 w 234"/>
                <a:gd name="T25" fmla="*/ 4 h 72"/>
                <a:gd name="T26" fmla="*/ 219 w 234"/>
                <a:gd name="T27" fmla="*/ 11 h 72"/>
                <a:gd name="T28" fmla="*/ 129 w 234"/>
                <a:gd name="T29" fmla="*/ 63 h 72"/>
                <a:gd name="T30" fmla="*/ 117 w 234"/>
                <a:gd name="T31" fmla="*/ 67 h 72"/>
                <a:gd name="T32" fmla="*/ 105 w 234"/>
                <a:gd name="T33" fmla="*/ 63 h 72"/>
                <a:gd name="T34" fmla="*/ 96 w 234"/>
                <a:gd name="T35" fmla="*/ 58 h 72"/>
                <a:gd name="T36" fmla="*/ 91 w 234"/>
                <a:gd name="T37" fmla="*/ 58 h 72"/>
                <a:gd name="T38" fmla="*/ 87 w 234"/>
                <a:gd name="T39" fmla="*/ 58 h 72"/>
                <a:gd name="T40" fmla="*/ 92 w 234"/>
                <a:gd name="T41" fmla="*/ 61 h 72"/>
                <a:gd name="T42" fmla="*/ 105 w 234"/>
                <a:gd name="T43" fmla="*/ 69 h 72"/>
                <a:gd name="T44" fmla="*/ 105 w 234"/>
                <a:gd name="T45" fmla="*/ 69 h 72"/>
                <a:gd name="T46" fmla="*/ 105 w 234"/>
                <a:gd name="T47" fmla="*/ 69 h 72"/>
                <a:gd name="T48" fmla="*/ 114 w 234"/>
                <a:gd name="T49" fmla="*/ 71 h 72"/>
                <a:gd name="T50" fmla="*/ 114 w 234"/>
                <a:gd name="T51" fmla="*/ 72 h 72"/>
                <a:gd name="T52" fmla="*/ 117 w 234"/>
                <a:gd name="T53" fmla="*/ 72 h 72"/>
                <a:gd name="T54" fmla="*/ 129 w 234"/>
                <a:gd name="T55" fmla="*/ 69 h 72"/>
                <a:gd name="T56" fmla="*/ 129 w 234"/>
                <a:gd name="T57" fmla="*/ 68 h 72"/>
                <a:gd name="T58" fmla="*/ 142 w 234"/>
                <a:gd name="T59" fmla="*/ 61 h 72"/>
                <a:gd name="T60" fmla="*/ 219 w 234"/>
                <a:gd name="T61" fmla="*/ 16 h 72"/>
                <a:gd name="T62" fmla="*/ 231 w 234"/>
                <a:gd name="T63" fmla="*/ 9 h 72"/>
                <a:gd name="T64" fmla="*/ 234 w 234"/>
                <a:gd name="T65" fmla="*/ 5 h 72"/>
                <a:gd name="T66" fmla="*/ 234 w 234"/>
                <a:gd name="T67" fmla="*/ 0 h 72"/>
                <a:gd name="T68" fmla="*/ 234 w 234"/>
                <a:gd name="T6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4" h="7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1" y="8"/>
                    <a:pt x="3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1" y="3"/>
                    <a:pt x="1" y="3"/>
                  </a:cubicBezTo>
                  <a:cubicBezTo>
                    <a:pt x="1" y="2"/>
                    <a:pt x="0" y="1"/>
                    <a:pt x="0" y="0"/>
                  </a:cubicBezTo>
                  <a:moveTo>
                    <a:pt x="234" y="0"/>
                  </a:moveTo>
                  <a:cubicBezTo>
                    <a:pt x="234" y="1"/>
                    <a:pt x="233" y="2"/>
                    <a:pt x="233" y="3"/>
                  </a:cubicBezTo>
                  <a:cubicBezTo>
                    <a:pt x="232" y="3"/>
                    <a:pt x="232" y="4"/>
                    <a:pt x="231" y="4"/>
                  </a:cubicBezTo>
                  <a:cubicBezTo>
                    <a:pt x="219" y="11"/>
                    <a:pt x="219" y="11"/>
                    <a:pt x="219" y="11"/>
                  </a:cubicBezTo>
                  <a:cubicBezTo>
                    <a:pt x="129" y="63"/>
                    <a:pt x="129" y="63"/>
                    <a:pt x="129" y="63"/>
                  </a:cubicBezTo>
                  <a:cubicBezTo>
                    <a:pt x="125" y="66"/>
                    <a:pt x="121" y="67"/>
                    <a:pt x="117" y="67"/>
                  </a:cubicBezTo>
                  <a:cubicBezTo>
                    <a:pt x="113" y="67"/>
                    <a:pt x="109" y="66"/>
                    <a:pt x="105" y="63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4" y="58"/>
                    <a:pt x="93" y="58"/>
                    <a:pt x="91" y="58"/>
                  </a:cubicBezTo>
                  <a:cubicBezTo>
                    <a:pt x="90" y="58"/>
                    <a:pt x="88" y="58"/>
                    <a:pt x="87" y="58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8" y="70"/>
                    <a:pt x="111" y="71"/>
                    <a:pt x="114" y="71"/>
                  </a:cubicBezTo>
                  <a:cubicBezTo>
                    <a:pt x="114" y="71"/>
                    <a:pt x="114" y="72"/>
                    <a:pt x="114" y="72"/>
                  </a:cubicBezTo>
                  <a:cubicBezTo>
                    <a:pt x="115" y="72"/>
                    <a:pt x="116" y="72"/>
                    <a:pt x="117" y="72"/>
                  </a:cubicBezTo>
                  <a:cubicBezTo>
                    <a:pt x="121" y="72"/>
                    <a:pt x="125" y="71"/>
                    <a:pt x="129" y="69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42" y="61"/>
                    <a:pt x="142" y="61"/>
                    <a:pt x="142" y="61"/>
                  </a:cubicBezTo>
                  <a:cubicBezTo>
                    <a:pt x="219" y="16"/>
                    <a:pt x="219" y="16"/>
                    <a:pt x="219" y="16"/>
                  </a:cubicBezTo>
                  <a:cubicBezTo>
                    <a:pt x="231" y="9"/>
                    <a:pt x="231" y="9"/>
                    <a:pt x="231" y="9"/>
                  </a:cubicBezTo>
                  <a:cubicBezTo>
                    <a:pt x="233" y="8"/>
                    <a:pt x="234" y="7"/>
                    <a:pt x="234" y="5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4" y="0"/>
                    <a:pt x="234" y="0"/>
                    <a:pt x="234" y="0"/>
                  </a:cubicBezTo>
                </a:path>
              </a:pathLst>
            </a:custGeom>
            <a:solidFill>
              <a:srgbClr val="8AA2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41640C8B-28A6-4585-8A98-C12FD1022C1E}"/>
                </a:ext>
              </a:extLst>
            </p:cNvPr>
            <p:cNvSpPr/>
            <p:nvPr/>
          </p:nvSpPr>
          <p:spPr bwMode="auto">
            <a:xfrm>
              <a:off x="6375400" y="4089400"/>
              <a:ext cx="1211263" cy="522288"/>
            </a:xfrm>
            <a:custGeom>
              <a:avLst/>
              <a:gdLst>
                <a:gd name="T0" fmla="*/ 9 w 234"/>
                <a:gd name="T1" fmla="*/ 26 h 101"/>
                <a:gd name="T2" fmla="*/ 3 w 234"/>
                <a:gd name="T3" fmla="*/ 30 h 101"/>
                <a:gd name="T4" fmla="*/ 0 w 234"/>
                <a:gd name="T5" fmla="*/ 34 h 101"/>
                <a:gd name="T6" fmla="*/ 0 w 234"/>
                <a:gd name="T7" fmla="*/ 34 h 101"/>
                <a:gd name="T8" fmla="*/ 1 w 234"/>
                <a:gd name="T9" fmla="*/ 37 h 101"/>
                <a:gd name="T10" fmla="*/ 3 w 234"/>
                <a:gd name="T11" fmla="*/ 38 h 101"/>
                <a:gd name="T12" fmla="*/ 16 w 234"/>
                <a:gd name="T13" fmla="*/ 46 h 101"/>
                <a:gd name="T14" fmla="*/ 17 w 234"/>
                <a:gd name="T15" fmla="*/ 46 h 101"/>
                <a:gd name="T16" fmla="*/ 21 w 234"/>
                <a:gd name="T17" fmla="*/ 46 h 101"/>
                <a:gd name="T18" fmla="*/ 38 w 234"/>
                <a:gd name="T19" fmla="*/ 51 h 101"/>
                <a:gd name="T20" fmla="*/ 82 w 234"/>
                <a:gd name="T21" fmla="*/ 76 h 101"/>
                <a:gd name="T22" fmla="*/ 91 w 234"/>
                <a:gd name="T23" fmla="*/ 79 h 101"/>
                <a:gd name="T24" fmla="*/ 101 w 234"/>
                <a:gd name="T25" fmla="*/ 76 h 101"/>
                <a:gd name="T26" fmla="*/ 110 w 234"/>
                <a:gd name="T27" fmla="*/ 60 h 101"/>
                <a:gd name="T28" fmla="*/ 110 w 234"/>
                <a:gd name="T29" fmla="*/ 58 h 101"/>
                <a:gd name="T30" fmla="*/ 106 w 234"/>
                <a:gd name="T31" fmla="*/ 58 h 101"/>
                <a:gd name="T32" fmla="*/ 88 w 234"/>
                <a:gd name="T33" fmla="*/ 56 h 101"/>
                <a:gd name="T34" fmla="*/ 38 w 234"/>
                <a:gd name="T35" fmla="*/ 43 h 101"/>
                <a:gd name="T36" fmla="*/ 34 w 234"/>
                <a:gd name="T37" fmla="*/ 41 h 101"/>
                <a:gd name="T38" fmla="*/ 9 w 234"/>
                <a:gd name="T39" fmla="*/ 26 h 101"/>
                <a:gd name="T40" fmla="*/ 178 w 234"/>
                <a:gd name="T41" fmla="*/ 0 h 101"/>
                <a:gd name="T42" fmla="*/ 172 w 234"/>
                <a:gd name="T43" fmla="*/ 3 h 101"/>
                <a:gd name="T44" fmla="*/ 167 w 234"/>
                <a:gd name="T45" fmla="*/ 35 h 101"/>
                <a:gd name="T46" fmla="*/ 124 w 234"/>
                <a:gd name="T47" fmla="*/ 56 h 101"/>
                <a:gd name="T48" fmla="*/ 124 w 234"/>
                <a:gd name="T49" fmla="*/ 60 h 101"/>
                <a:gd name="T50" fmla="*/ 108 w 234"/>
                <a:gd name="T51" fmla="*/ 88 h 101"/>
                <a:gd name="T52" fmla="*/ 96 w 234"/>
                <a:gd name="T53" fmla="*/ 92 h 101"/>
                <a:gd name="T54" fmla="*/ 105 w 234"/>
                <a:gd name="T55" fmla="*/ 97 h 101"/>
                <a:gd name="T56" fmla="*/ 117 w 234"/>
                <a:gd name="T57" fmla="*/ 101 h 101"/>
                <a:gd name="T58" fmla="*/ 129 w 234"/>
                <a:gd name="T59" fmla="*/ 97 h 101"/>
                <a:gd name="T60" fmla="*/ 219 w 234"/>
                <a:gd name="T61" fmla="*/ 45 h 101"/>
                <a:gd name="T62" fmla="*/ 231 w 234"/>
                <a:gd name="T63" fmla="*/ 38 h 101"/>
                <a:gd name="T64" fmla="*/ 233 w 234"/>
                <a:gd name="T65" fmla="*/ 37 h 101"/>
                <a:gd name="T66" fmla="*/ 234 w 234"/>
                <a:gd name="T67" fmla="*/ 34 h 101"/>
                <a:gd name="T68" fmla="*/ 234 w 234"/>
                <a:gd name="T69" fmla="*/ 34 h 101"/>
                <a:gd name="T70" fmla="*/ 231 w 234"/>
                <a:gd name="T71" fmla="*/ 30 h 101"/>
                <a:gd name="T72" fmla="*/ 231 w 234"/>
                <a:gd name="T73" fmla="*/ 30 h 101"/>
                <a:gd name="T74" fmla="*/ 222 w 234"/>
                <a:gd name="T75" fmla="*/ 25 h 101"/>
                <a:gd name="T76" fmla="*/ 222 w 234"/>
                <a:gd name="T77" fmla="*/ 25 h 101"/>
                <a:gd name="T78" fmla="*/ 219 w 234"/>
                <a:gd name="T79" fmla="*/ 23 h 101"/>
                <a:gd name="T80" fmla="*/ 178 w 234"/>
                <a:gd name="T8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4" h="101">
                  <a:moveTo>
                    <a:pt x="9" y="26"/>
                  </a:moveTo>
                  <a:cubicBezTo>
                    <a:pt x="3" y="30"/>
                    <a:pt x="3" y="30"/>
                    <a:pt x="3" y="30"/>
                  </a:cubicBezTo>
                  <a:cubicBezTo>
                    <a:pt x="1" y="31"/>
                    <a:pt x="0" y="33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6"/>
                    <a:pt x="1" y="37"/>
                  </a:cubicBezTo>
                  <a:cubicBezTo>
                    <a:pt x="1" y="37"/>
                    <a:pt x="2" y="38"/>
                    <a:pt x="3" y="38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20" y="46"/>
                    <a:pt x="21" y="46"/>
                  </a:cubicBezTo>
                  <a:cubicBezTo>
                    <a:pt x="27" y="46"/>
                    <a:pt x="32" y="48"/>
                    <a:pt x="38" y="51"/>
                  </a:cubicBezTo>
                  <a:cubicBezTo>
                    <a:pt x="82" y="76"/>
                    <a:pt x="82" y="76"/>
                    <a:pt x="82" y="76"/>
                  </a:cubicBezTo>
                  <a:cubicBezTo>
                    <a:pt x="85" y="78"/>
                    <a:pt x="88" y="79"/>
                    <a:pt x="91" y="79"/>
                  </a:cubicBezTo>
                  <a:cubicBezTo>
                    <a:pt x="95" y="79"/>
                    <a:pt x="98" y="78"/>
                    <a:pt x="101" y="76"/>
                  </a:cubicBezTo>
                  <a:cubicBezTo>
                    <a:pt x="107" y="73"/>
                    <a:pt x="110" y="67"/>
                    <a:pt x="110" y="60"/>
                  </a:cubicBezTo>
                  <a:cubicBezTo>
                    <a:pt x="110" y="58"/>
                    <a:pt x="110" y="58"/>
                    <a:pt x="110" y="58"/>
                  </a:cubicBezTo>
                  <a:cubicBezTo>
                    <a:pt x="109" y="58"/>
                    <a:pt x="107" y="58"/>
                    <a:pt x="106" y="58"/>
                  </a:cubicBezTo>
                  <a:cubicBezTo>
                    <a:pt x="100" y="58"/>
                    <a:pt x="94" y="57"/>
                    <a:pt x="88" y="56"/>
                  </a:cubicBezTo>
                  <a:cubicBezTo>
                    <a:pt x="67" y="53"/>
                    <a:pt x="50" y="48"/>
                    <a:pt x="38" y="43"/>
                  </a:cubicBezTo>
                  <a:cubicBezTo>
                    <a:pt x="37" y="42"/>
                    <a:pt x="35" y="42"/>
                    <a:pt x="34" y="41"/>
                  </a:cubicBezTo>
                  <a:cubicBezTo>
                    <a:pt x="27" y="36"/>
                    <a:pt x="18" y="32"/>
                    <a:pt x="9" y="26"/>
                  </a:cubicBezTo>
                  <a:moveTo>
                    <a:pt x="178" y="0"/>
                  </a:moveTo>
                  <a:cubicBezTo>
                    <a:pt x="172" y="3"/>
                    <a:pt x="172" y="3"/>
                    <a:pt x="172" y="3"/>
                  </a:cubicBezTo>
                  <a:cubicBezTo>
                    <a:pt x="174" y="16"/>
                    <a:pt x="174" y="28"/>
                    <a:pt x="167" y="35"/>
                  </a:cubicBezTo>
                  <a:cubicBezTo>
                    <a:pt x="161" y="42"/>
                    <a:pt x="146" y="52"/>
                    <a:pt x="124" y="5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72"/>
                    <a:pt x="118" y="82"/>
                    <a:pt x="108" y="88"/>
                  </a:cubicBezTo>
                  <a:cubicBezTo>
                    <a:pt x="104" y="90"/>
                    <a:pt x="100" y="91"/>
                    <a:pt x="96" y="92"/>
                  </a:cubicBezTo>
                  <a:cubicBezTo>
                    <a:pt x="105" y="97"/>
                    <a:pt x="105" y="97"/>
                    <a:pt x="105" y="97"/>
                  </a:cubicBezTo>
                  <a:cubicBezTo>
                    <a:pt x="109" y="100"/>
                    <a:pt x="113" y="101"/>
                    <a:pt x="117" y="101"/>
                  </a:cubicBezTo>
                  <a:cubicBezTo>
                    <a:pt x="121" y="101"/>
                    <a:pt x="125" y="100"/>
                    <a:pt x="129" y="97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31" y="38"/>
                    <a:pt x="231" y="38"/>
                    <a:pt x="231" y="38"/>
                  </a:cubicBezTo>
                  <a:cubicBezTo>
                    <a:pt x="232" y="38"/>
                    <a:pt x="232" y="37"/>
                    <a:pt x="233" y="37"/>
                  </a:cubicBezTo>
                  <a:cubicBezTo>
                    <a:pt x="233" y="36"/>
                    <a:pt x="234" y="35"/>
                    <a:pt x="234" y="34"/>
                  </a:cubicBezTo>
                  <a:cubicBezTo>
                    <a:pt x="234" y="34"/>
                    <a:pt x="234" y="34"/>
                    <a:pt x="234" y="34"/>
                  </a:cubicBezTo>
                  <a:cubicBezTo>
                    <a:pt x="234" y="33"/>
                    <a:pt x="233" y="31"/>
                    <a:pt x="231" y="30"/>
                  </a:cubicBezTo>
                  <a:cubicBezTo>
                    <a:pt x="231" y="30"/>
                    <a:pt x="231" y="30"/>
                    <a:pt x="231" y="30"/>
                  </a:cubicBezTo>
                  <a:cubicBezTo>
                    <a:pt x="222" y="25"/>
                    <a:pt x="222" y="25"/>
                    <a:pt x="222" y="25"/>
                  </a:cubicBezTo>
                  <a:cubicBezTo>
                    <a:pt x="222" y="25"/>
                    <a:pt x="222" y="25"/>
                    <a:pt x="222" y="25"/>
                  </a:cubicBezTo>
                  <a:cubicBezTo>
                    <a:pt x="219" y="23"/>
                    <a:pt x="219" y="23"/>
                    <a:pt x="219" y="23"/>
                  </a:cubicBezTo>
                  <a:cubicBezTo>
                    <a:pt x="178" y="0"/>
                    <a:pt x="178" y="0"/>
                    <a:pt x="178" y="0"/>
                  </a:cubicBezTo>
                </a:path>
              </a:pathLst>
            </a:custGeom>
            <a:solidFill>
              <a:srgbClr val="ADCB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898CD2DE-6DAA-411A-B3C0-2097BC5E3198}"/>
                </a:ext>
              </a:extLst>
            </p:cNvPr>
            <p:cNvSpPr/>
            <p:nvPr/>
          </p:nvSpPr>
          <p:spPr bwMode="auto">
            <a:xfrm>
              <a:off x="6856413" y="3016250"/>
              <a:ext cx="176213" cy="117475"/>
            </a:xfrm>
            <a:custGeom>
              <a:avLst/>
              <a:gdLst>
                <a:gd name="T0" fmla="*/ 29 w 34"/>
                <a:gd name="T1" fmla="*/ 0 h 23"/>
                <a:gd name="T2" fmla="*/ 26 w 34"/>
                <a:gd name="T3" fmla="*/ 1 h 23"/>
                <a:gd name="T4" fmla="*/ 0 w 34"/>
                <a:gd name="T5" fmla="*/ 6 h 23"/>
                <a:gd name="T6" fmla="*/ 4 w 34"/>
                <a:gd name="T7" fmla="*/ 23 h 23"/>
                <a:gd name="T8" fmla="*/ 34 w 34"/>
                <a:gd name="T9" fmla="*/ 13 h 23"/>
                <a:gd name="T10" fmla="*/ 32 w 34"/>
                <a:gd name="T11" fmla="*/ 11 h 23"/>
                <a:gd name="T12" fmla="*/ 31 w 34"/>
                <a:gd name="T13" fmla="*/ 8 h 23"/>
                <a:gd name="T14" fmla="*/ 31 w 34"/>
                <a:gd name="T15" fmla="*/ 8 h 23"/>
                <a:gd name="T16" fmla="*/ 30 w 34"/>
                <a:gd name="T17" fmla="*/ 4 h 23"/>
                <a:gd name="T18" fmla="*/ 29 w 34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23">
                  <a:moveTo>
                    <a:pt x="29" y="0"/>
                  </a:moveTo>
                  <a:cubicBezTo>
                    <a:pt x="28" y="0"/>
                    <a:pt x="28" y="0"/>
                    <a:pt x="26" y="1"/>
                  </a:cubicBezTo>
                  <a:cubicBezTo>
                    <a:pt x="18" y="4"/>
                    <a:pt x="8" y="6"/>
                    <a:pt x="0" y="6"/>
                  </a:cubicBezTo>
                  <a:cubicBezTo>
                    <a:pt x="1" y="11"/>
                    <a:pt x="3" y="17"/>
                    <a:pt x="4" y="23"/>
                  </a:cubicBezTo>
                  <a:cubicBezTo>
                    <a:pt x="14" y="18"/>
                    <a:pt x="24" y="15"/>
                    <a:pt x="34" y="13"/>
                  </a:cubicBezTo>
                  <a:cubicBezTo>
                    <a:pt x="33" y="12"/>
                    <a:pt x="33" y="12"/>
                    <a:pt x="32" y="11"/>
                  </a:cubicBezTo>
                  <a:cubicBezTo>
                    <a:pt x="32" y="10"/>
                    <a:pt x="31" y="9"/>
                    <a:pt x="31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5"/>
                    <a:pt x="30" y="4"/>
                  </a:cubicBezTo>
                  <a:cubicBezTo>
                    <a:pt x="30" y="2"/>
                    <a:pt x="30" y="1"/>
                    <a:pt x="29" y="0"/>
                  </a:cubicBezTo>
                </a:path>
              </a:pathLst>
            </a:custGeom>
            <a:solidFill>
              <a:srgbClr val="A892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C25319A5-D767-4DC5-81A3-AD792324F7C7}"/>
                </a:ext>
              </a:extLst>
            </p:cNvPr>
            <p:cNvSpPr/>
            <p:nvPr/>
          </p:nvSpPr>
          <p:spPr bwMode="auto">
            <a:xfrm>
              <a:off x="6810375" y="2911475"/>
              <a:ext cx="180975" cy="134938"/>
            </a:xfrm>
            <a:custGeom>
              <a:avLst/>
              <a:gdLst>
                <a:gd name="T0" fmla="*/ 3 w 35"/>
                <a:gd name="T1" fmla="*/ 0 h 26"/>
                <a:gd name="T2" fmla="*/ 0 w 35"/>
                <a:gd name="T3" fmla="*/ 3 h 26"/>
                <a:gd name="T4" fmla="*/ 3 w 35"/>
                <a:gd name="T5" fmla="*/ 14 h 26"/>
                <a:gd name="T6" fmla="*/ 9 w 35"/>
                <a:gd name="T7" fmla="*/ 26 h 26"/>
                <a:gd name="T8" fmla="*/ 35 w 35"/>
                <a:gd name="T9" fmla="*/ 21 h 26"/>
                <a:gd name="T10" fmla="*/ 35 w 35"/>
                <a:gd name="T11" fmla="*/ 21 h 26"/>
                <a:gd name="T12" fmla="*/ 31 w 35"/>
                <a:gd name="T13" fmla="*/ 21 h 26"/>
                <a:gd name="T14" fmla="*/ 4 w 35"/>
                <a:gd name="T15" fmla="*/ 2 h 26"/>
                <a:gd name="T16" fmla="*/ 3 w 35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26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1" y="7"/>
                    <a:pt x="2" y="11"/>
                    <a:pt x="3" y="14"/>
                  </a:cubicBezTo>
                  <a:cubicBezTo>
                    <a:pt x="5" y="17"/>
                    <a:pt x="7" y="22"/>
                    <a:pt x="9" y="26"/>
                  </a:cubicBezTo>
                  <a:cubicBezTo>
                    <a:pt x="17" y="26"/>
                    <a:pt x="27" y="24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2" y="21"/>
                    <a:pt x="31" y="21"/>
                  </a:cubicBezTo>
                  <a:cubicBezTo>
                    <a:pt x="21" y="21"/>
                    <a:pt x="9" y="13"/>
                    <a:pt x="4" y="2"/>
                  </a:cubicBezTo>
                  <a:cubicBezTo>
                    <a:pt x="4" y="1"/>
                    <a:pt x="3" y="1"/>
                    <a:pt x="3" y="0"/>
                  </a:cubicBezTo>
                </a:path>
              </a:pathLst>
            </a:custGeom>
            <a:solidFill>
              <a:srgbClr val="A892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537510B1-CD5A-4C88-93BF-81B862AB0F4E}"/>
                </a:ext>
              </a:extLst>
            </p:cNvPr>
            <p:cNvSpPr/>
            <p:nvPr/>
          </p:nvSpPr>
          <p:spPr bwMode="auto">
            <a:xfrm>
              <a:off x="6810375" y="2540000"/>
              <a:ext cx="398463" cy="481013"/>
            </a:xfrm>
            <a:custGeom>
              <a:avLst/>
              <a:gdLst>
                <a:gd name="T0" fmla="*/ 62 w 77"/>
                <a:gd name="T1" fmla="*/ 0 h 93"/>
                <a:gd name="T2" fmla="*/ 42 w 77"/>
                <a:gd name="T3" fmla="*/ 1 h 93"/>
                <a:gd name="T4" fmla="*/ 15 w 77"/>
                <a:gd name="T5" fmla="*/ 14 h 93"/>
                <a:gd name="T6" fmla="*/ 11 w 77"/>
                <a:gd name="T7" fmla="*/ 20 h 93"/>
                <a:gd name="T8" fmla="*/ 0 w 77"/>
                <a:gd name="T9" fmla="*/ 50 h 93"/>
                <a:gd name="T10" fmla="*/ 6 w 77"/>
                <a:gd name="T11" fmla="*/ 61 h 93"/>
                <a:gd name="T12" fmla="*/ 3 w 77"/>
                <a:gd name="T13" fmla="*/ 72 h 93"/>
                <a:gd name="T14" fmla="*/ 4 w 77"/>
                <a:gd name="T15" fmla="*/ 74 h 93"/>
                <a:gd name="T16" fmla="*/ 31 w 77"/>
                <a:gd name="T17" fmla="*/ 93 h 93"/>
                <a:gd name="T18" fmla="*/ 35 w 77"/>
                <a:gd name="T19" fmla="*/ 93 h 93"/>
                <a:gd name="T20" fmla="*/ 35 w 77"/>
                <a:gd name="T21" fmla="*/ 93 h 93"/>
                <a:gd name="T22" fmla="*/ 38 w 77"/>
                <a:gd name="T23" fmla="*/ 92 h 93"/>
                <a:gd name="T24" fmla="*/ 38 w 77"/>
                <a:gd name="T25" fmla="*/ 92 h 93"/>
                <a:gd name="T26" fmla="*/ 38 w 77"/>
                <a:gd name="T27" fmla="*/ 92 h 93"/>
                <a:gd name="T28" fmla="*/ 67 w 77"/>
                <a:gd name="T29" fmla="*/ 60 h 93"/>
                <a:gd name="T30" fmla="*/ 67 w 77"/>
                <a:gd name="T31" fmla="*/ 60 h 93"/>
                <a:gd name="T32" fmla="*/ 67 w 77"/>
                <a:gd name="T33" fmla="*/ 59 h 93"/>
                <a:gd name="T34" fmla="*/ 67 w 77"/>
                <a:gd name="T35" fmla="*/ 59 h 93"/>
                <a:gd name="T36" fmla="*/ 67 w 77"/>
                <a:gd name="T37" fmla="*/ 59 h 93"/>
                <a:gd name="T38" fmla="*/ 67 w 77"/>
                <a:gd name="T39" fmla="*/ 59 h 93"/>
                <a:gd name="T40" fmla="*/ 67 w 77"/>
                <a:gd name="T41" fmla="*/ 59 h 93"/>
                <a:gd name="T42" fmla="*/ 67 w 77"/>
                <a:gd name="T43" fmla="*/ 59 h 93"/>
                <a:gd name="T44" fmla="*/ 67 w 77"/>
                <a:gd name="T45" fmla="*/ 59 h 93"/>
                <a:gd name="T46" fmla="*/ 67 w 77"/>
                <a:gd name="T47" fmla="*/ 59 h 93"/>
                <a:gd name="T48" fmla="*/ 67 w 77"/>
                <a:gd name="T49" fmla="*/ 59 h 93"/>
                <a:gd name="T50" fmla="*/ 67 w 77"/>
                <a:gd name="T51" fmla="*/ 59 h 93"/>
                <a:gd name="T52" fmla="*/ 67 w 77"/>
                <a:gd name="T53" fmla="*/ 59 h 93"/>
                <a:gd name="T54" fmla="*/ 67 w 77"/>
                <a:gd name="T55" fmla="*/ 59 h 93"/>
                <a:gd name="T56" fmla="*/ 68 w 77"/>
                <a:gd name="T57" fmla="*/ 59 h 93"/>
                <a:gd name="T58" fmla="*/ 77 w 77"/>
                <a:gd name="T59" fmla="*/ 21 h 93"/>
                <a:gd name="T60" fmla="*/ 77 w 77"/>
                <a:gd name="T61" fmla="*/ 10 h 93"/>
                <a:gd name="T62" fmla="*/ 77 w 77"/>
                <a:gd name="T63" fmla="*/ 10 h 93"/>
                <a:gd name="T64" fmla="*/ 77 w 77"/>
                <a:gd name="T65" fmla="*/ 10 h 93"/>
                <a:gd name="T66" fmla="*/ 77 w 77"/>
                <a:gd name="T67" fmla="*/ 10 h 93"/>
                <a:gd name="T68" fmla="*/ 71 w 77"/>
                <a:gd name="T69" fmla="*/ 0 h 93"/>
                <a:gd name="T70" fmla="*/ 62 w 77"/>
                <a:gd name="T7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7" h="93">
                  <a:moveTo>
                    <a:pt x="62" y="0"/>
                  </a:moveTo>
                  <a:cubicBezTo>
                    <a:pt x="55" y="0"/>
                    <a:pt x="48" y="0"/>
                    <a:pt x="42" y="1"/>
                  </a:cubicBezTo>
                  <a:cubicBezTo>
                    <a:pt x="34" y="6"/>
                    <a:pt x="24" y="11"/>
                    <a:pt x="15" y="14"/>
                  </a:cubicBezTo>
                  <a:cubicBezTo>
                    <a:pt x="14" y="16"/>
                    <a:pt x="12" y="18"/>
                    <a:pt x="11" y="20"/>
                  </a:cubicBezTo>
                  <a:cubicBezTo>
                    <a:pt x="5" y="30"/>
                    <a:pt x="2" y="40"/>
                    <a:pt x="0" y="50"/>
                  </a:cubicBezTo>
                  <a:cubicBezTo>
                    <a:pt x="3" y="52"/>
                    <a:pt x="6" y="56"/>
                    <a:pt x="6" y="61"/>
                  </a:cubicBezTo>
                  <a:cubicBezTo>
                    <a:pt x="7" y="65"/>
                    <a:pt x="5" y="69"/>
                    <a:pt x="3" y="72"/>
                  </a:cubicBezTo>
                  <a:cubicBezTo>
                    <a:pt x="3" y="73"/>
                    <a:pt x="4" y="73"/>
                    <a:pt x="4" y="74"/>
                  </a:cubicBezTo>
                  <a:cubicBezTo>
                    <a:pt x="9" y="85"/>
                    <a:pt x="21" y="93"/>
                    <a:pt x="31" y="93"/>
                  </a:cubicBezTo>
                  <a:cubicBezTo>
                    <a:pt x="32" y="93"/>
                    <a:pt x="34" y="93"/>
                    <a:pt x="35" y="93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37" y="92"/>
                    <a:pt x="37" y="92"/>
                    <a:pt x="38" y="92"/>
                  </a:cubicBezTo>
                  <a:cubicBezTo>
                    <a:pt x="38" y="92"/>
                    <a:pt x="38" y="92"/>
                    <a:pt x="38" y="92"/>
                  </a:cubicBezTo>
                  <a:cubicBezTo>
                    <a:pt x="38" y="92"/>
                    <a:pt x="38" y="92"/>
                    <a:pt x="38" y="92"/>
                  </a:cubicBezTo>
                  <a:cubicBezTo>
                    <a:pt x="55" y="86"/>
                    <a:pt x="57" y="79"/>
                    <a:pt x="67" y="60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67" y="60"/>
                    <a:pt x="67" y="60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72" y="51"/>
                    <a:pt x="77" y="39"/>
                    <a:pt x="77" y="21"/>
                  </a:cubicBezTo>
                  <a:cubicBezTo>
                    <a:pt x="77" y="18"/>
                    <a:pt x="77" y="14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6" y="7"/>
                    <a:pt x="74" y="3"/>
                    <a:pt x="71" y="0"/>
                  </a:cubicBezTo>
                  <a:cubicBezTo>
                    <a:pt x="68" y="0"/>
                    <a:pt x="65" y="0"/>
                    <a:pt x="62" y="0"/>
                  </a:cubicBezTo>
                </a:path>
              </a:pathLst>
            </a:custGeom>
            <a:solidFill>
              <a:srgbClr val="131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42969A4B-C15D-498D-95AB-36BB741E551A}"/>
                </a:ext>
              </a:extLst>
            </p:cNvPr>
            <p:cNvSpPr/>
            <p:nvPr/>
          </p:nvSpPr>
          <p:spPr bwMode="auto">
            <a:xfrm>
              <a:off x="6805613" y="2798763"/>
              <a:ext cx="41275" cy="128588"/>
            </a:xfrm>
            <a:custGeom>
              <a:avLst/>
              <a:gdLst>
                <a:gd name="T0" fmla="*/ 1 w 8"/>
                <a:gd name="T1" fmla="*/ 0 h 25"/>
                <a:gd name="T2" fmla="*/ 1 w 8"/>
                <a:gd name="T3" fmla="*/ 25 h 25"/>
                <a:gd name="T4" fmla="*/ 4 w 8"/>
                <a:gd name="T5" fmla="*/ 22 h 25"/>
                <a:gd name="T6" fmla="*/ 7 w 8"/>
                <a:gd name="T7" fmla="*/ 11 h 25"/>
                <a:gd name="T8" fmla="*/ 1 w 8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5">
                  <a:moveTo>
                    <a:pt x="1" y="0"/>
                  </a:moveTo>
                  <a:cubicBezTo>
                    <a:pt x="0" y="9"/>
                    <a:pt x="0" y="18"/>
                    <a:pt x="1" y="25"/>
                  </a:cubicBezTo>
                  <a:cubicBezTo>
                    <a:pt x="2" y="24"/>
                    <a:pt x="3" y="23"/>
                    <a:pt x="4" y="22"/>
                  </a:cubicBezTo>
                  <a:cubicBezTo>
                    <a:pt x="6" y="19"/>
                    <a:pt x="8" y="15"/>
                    <a:pt x="7" y="11"/>
                  </a:cubicBezTo>
                  <a:cubicBezTo>
                    <a:pt x="7" y="6"/>
                    <a:pt x="4" y="2"/>
                    <a:pt x="1" y="0"/>
                  </a:cubicBezTo>
                </a:path>
              </a:pathLst>
            </a:custGeom>
            <a:solidFill>
              <a:srgbClr val="A892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CF449BFC-D85D-4D8E-A6BB-A07DAB4DDDA4}"/>
                </a:ext>
              </a:extLst>
            </p:cNvPr>
            <p:cNvSpPr/>
            <p:nvPr/>
          </p:nvSpPr>
          <p:spPr bwMode="auto">
            <a:xfrm>
              <a:off x="6888163" y="2544763"/>
              <a:ext cx="139700" cy="68263"/>
            </a:xfrm>
            <a:custGeom>
              <a:avLst/>
              <a:gdLst>
                <a:gd name="T0" fmla="*/ 27 w 27"/>
                <a:gd name="T1" fmla="*/ 0 h 13"/>
                <a:gd name="T2" fmla="*/ 0 w 27"/>
                <a:gd name="T3" fmla="*/ 13 h 13"/>
                <a:gd name="T4" fmla="*/ 27 w 27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3">
                  <a:moveTo>
                    <a:pt x="27" y="0"/>
                  </a:moveTo>
                  <a:cubicBezTo>
                    <a:pt x="16" y="2"/>
                    <a:pt x="6" y="7"/>
                    <a:pt x="0" y="13"/>
                  </a:cubicBezTo>
                  <a:cubicBezTo>
                    <a:pt x="9" y="10"/>
                    <a:pt x="19" y="5"/>
                    <a:pt x="27" y="0"/>
                  </a:cubicBezTo>
                </a:path>
              </a:pathLst>
            </a:custGeom>
            <a:solidFill>
              <a:srgbClr val="131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FB80F24D-7B6F-4DE6-8935-408A7102E916}"/>
                </a:ext>
              </a:extLst>
            </p:cNvPr>
            <p:cNvSpPr/>
            <p:nvPr/>
          </p:nvSpPr>
          <p:spPr bwMode="auto">
            <a:xfrm>
              <a:off x="6572250" y="4105275"/>
              <a:ext cx="703263" cy="284163"/>
            </a:xfrm>
            <a:custGeom>
              <a:avLst/>
              <a:gdLst>
                <a:gd name="T0" fmla="*/ 38 w 136"/>
                <a:gd name="T1" fmla="*/ 19 h 55"/>
                <a:gd name="T2" fmla="*/ 8 w 136"/>
                <a:gd name="T3" fmla="*/ 41 h 55"/>
                <a:gd name="T4" fmla="*/ 0 w 136"/>
                <a:gd name="T5" fmla="*/ 40 h 55"/>
                <a:gd name="T6" fmla="*/ 50 w 136"/>
                <a:gd name="T7" fmla="*/ 53 h 55"/>
                <a:gd name="T8" fmla="*/ 68 w 136"/>
                <a:gd name="T9" fmla="*/ 55 h 55"/>
                <a:gd name="T10" fmla="*/ 72 w 136"/>
                <a:gd name="T11" fmla="*/ 55 h 55"/>
                <a:gd name="T12" fmla="*/ 72 w 136"/>
                <a:gd name="T13" fmla="*/ 23 h 55"/>
                <a:gd name="T14" fmla="*/ 66 w 136"/>
                <a:gd name="T15" fmla="*/ 23 h 55"/>
                <a:gd name="T16" fmla="*/ 41 w 136"/>
                <a:gd name="T17" fmla="*/ 20 h 55"/>
                <a:gd name="T18" fmla="*/ 38 w 136"/>
                <a:gd name="T19" fmla="*/ 19 h 55"/>
                <a:gd name="T20" fmla="*/ 134 w 136"/>
                <a:gd name="T21" fmla="*/ 0 h 55"/>
                <a:gd name="T22" fmla="*/ 89 w 136"/>
                <a:gd name="T23" fmla="*/ 27 h 55"/>
                <a:gd name="T24" fmla="*/ 86 w 136"/>
                <a:gd name="T25" fmla="*/ 28 h 55"/>
                <a:gd name="T26" fmla="*/ 86 w 136"/>
                <a:gd name="T27" fmla="*/ 53 h 55"/>
                <a:gd name="T28" fmla="*/ 129 w 136"/>
                <a:gd name="T29" fmla="*/ 32 h 55"/>
                <a:gd name="T30" fmla="*/ 134 w 136"/>
                <a:gd name="T3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6" h="55">
                  <a:moveTo>
                    <a:pt x="38" y="19"/>
                  </a:moveTo>
                  <a:cubicBezTo>
                    <a:pt x="31" y="31"/>
                    <a:pt x="20" y="41"/>
                    <a:pt x="8" y="41"/>
                  </a:cubicBezTo>
                  <a:cubicBezTo>
                    <a:pt x="5" y="41"/>
                    <a:pt x="3" y="41"/>
                    <a:pt x="0" y="40"/>
                  </a:cubicBezTo>
                  <a:cubicBezTo>
                    <a:pt x="12" y="45"/>
                    <a:pt x="29" y="50"/>
                    <a:pt x="50" y="53"/>
                  </a:cubicBezTo>
                  <a:cubicBezTo>
                    <a:pt x="56" y="54"/>
                    <a:pt x="62" y="55"/>
                    <a:pt x="68" y="55"/>
                  </a:cubicBezTo>
                  <a:cubicBezTo>
                    <a:pt x="69" y="55"/>
                    <a:pt x="71" y="55"/>
                    <a:pt x="72" y="55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70" y="23"/>
                    <a:pt x="68" y="23"/>
                    <a:pt x="66" y="23"/>
                  </a:cubicBezTo>
                  <a:cubicBezTo>
                    <a:pt x="58" y="23"/>
                    <a:pt x="49" y="22"/>
                    <a:pt x="41" y="20"/>
                  </a:cubicBezTo>
                  <a:cubicBezTo>
                    <a:pt x="40" y="20"/>
                    <a:pt x="39" y="20"/>
                    <a:pt x="38" y="19"/>
                  </a:cubicBezTo>
                  <a:moveTo>
                    <a:pt x="134" y="0"/>
                  </a:moveTo>
                  <a:cubicBezTo>
                    <a:pt x="89" y="27"/>
                    <a:pt x="89" y="27"/>
                    <a:pt x="89" y="27"/>
                  </a:cubicBezTo>
                  <a:cubicBezTo>
                    <a:pt x="88" y="27"/>
                    <a:pt x="87" y="27"/>
                    <a:pt x="86" y="28"/>
                  </a:cubicBezTo>
                  <a:cubicBezTo>
                    <a:pt x="86" y="53"/>
                    <a:pt x="86" y="53"/>
                    <a:pt x="86" y="53"/>
                  </a:cubicBezTo>
                  <a:cubicBezTo>
                    <a:pt x="108" y="49"/>
                    <a:pt x="123" y="39"/>
                    <a:pt x="129" y="32"/>
                  </a:cubicBezTo>
                  <a:cubicBezTo>
                    <a:pt x="136" y="25"/>
                    <a:pt x="136" y="13"/>
                    <a:pt x="134" y="0"/>
                  </a:cubicBezTo>
                </a:path>
              </a:pathLst>
            </a:custGeom>
            <a:solidFill>
              <a:srgbClr val="421C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A9B06BD8-CD63-4985-8A65-7F539ED76D2E}"/>
                </a:ext>
              </a:extLst>
            </p:cNvPr>
            <p:cNvSpPr/>
            <p:nvPr/>
          </p:nvSpPr>
          <p:spPr bwMode="auto">
            <a:xfrm>
              <a:off x="6183313" y="4038600"/>
              <a:ext cx="585788" cy="279400"/>
            </a:xfrm>
            <a:custGeom>
              <a:avLst/>
              <a:gdLst>
                <a:gd name="T0" fmla="*/ 18 w 113"/>
                <a:gd name="T1" fmla="*/ 0 h 54"/>
                <a:gd name="T2" fmla="*/ 0 w 113"/>
                <a:gd name="T3" fmla="*/ 4 h 54"/>
                <a:gd name="T4" fmla="*/ 46 w 113"/>
                <a:gd name="T5" fmla="*/ 36 h 54"/>
                <a:gd name="T6" fmla="*/ 71 w 113"/>
                <a:gd name="T7" fmla="*/ 51 h 54"/>
                <a:gd name="T8" fmla="*/ 75 w 113"/>
                <a:gd name="T9" fmla="*/ 53 h 54"/>
                <a:gd name="T10" fmla="*/ 83 w 113"/>
                <a:gd name="T11" fmla="*/ 54 h 54"/>
                <a:gd name="T12" fmla="*/ 113 w 113"/>
                <a:gd name="T13" fmla="*/ 32 h 54"/>
                <a:gd name="T14" fmla="*/ 99 w 113"/>
                <a:gd name="T15" fmla="*/ 25 h 54"/>
                <a:gd name="T16" fmla="*/ 67 w 113"/>
                <a:gd name="T17" fmla="*/ 13 h 54"/>
                <a:gd name="T18" fmla="*/ 18 w 113"/>
                <a:gd name="T1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" h="54">
                  <a:moveTo>
                    <a:pt x="18" y="0"/>
                  </a:moveTo>
                  <a:cubicBezTo>
                    <a:pt x="11" y="0"/>
                    <a:pt x="5" y="1"/>
                    <a:pt x="0" y="4"/>
                  </a:cubicBezTo>
                  <a:cubicBezTo>
                    <a:pt x="10" y="14"/>
                    <a:pt x="29" y="26"/>
                    <a:pt x="46" y="36"/>
                  </a:cubicBezTo>
                  <a:cubicBezTo>
                    <a:pt x="55" y="42"/>
                    <a:pt x="64" y="46"/>
                    <a:pt x="71" y="51"/>
                  </a:cubicBezTo>
                  <a:cubicBezTo>
                    <a:pt x="72" y="52"/>
                    <a:pt x="74" y="52"/>
                    <a:pt x="75" y="53"/>
                  </a:cubicBezTo>
                  <a:cubicBezTo>
                    <a:pt x="78" y="54"/>
                    <a:pt x="80" y="54"/>
                    <a:pt x="83" y="54"/>
                  </a:cubicBezTo>
                  <a:cubicBezTo>
                    <a:pt x="95" y="54"/>
                    <a:pt x="106" y="44"/>
                    <a:pt x="113" y="32"/>
                  </a:cubicBezTo>
                  <a:cubicBezTo>
                    <a:pt x="107" y="31"/>
                    <a:pt x="102" y="28"/>
                    <a:pt x="99" y="25"/>
                  </a:cubicBezTo>
                  <a:cubicBezTo>
                    <a:pt x="91" y="23"/>
                    <a:pt x="80" y="18"/>
                    <a:pt x="67" y="13"/>
                  </a:cubicBezTo>
                  <a:cubicBezTo>
                    <a:pt x="51" y="6"/>
                    <a:pt x="33" y="0"/>
                    <a:pt x="18" y="0"/>
                  </a:cubicBezTo>
                </a:path>
              </a:pathLst>
            </a:custGeom>
            <a:solidFill>
              <a:srgbClr val="421C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1FEC7A1C-31BB-4913-AAA6-398226D4A382}"/>
                </a:ext>
              </a:extLst>
            </p:cNvPr>
            <p:cNvSpPr/>
            <p:nvPr/>
          </p:nvSpPr>
          <p:spPr bwMode="auto">
            <a:xfrm>
              <a:off x="6696075" y="3078163"/>
              <a:ext cx="569913" cy="1146175"/>
            </a:xfrm>
            <a:custGeom>
              <a:avLst/>
              <a:gdLst>
                <a:gd name="T0" fmla="*/ 69 w 110"/>
                <a:gd name="T1" fmla="*/ 0 h 222"/>
                <a:gd name="T2" fmla="*/ 67 w 110"/>
                <a:gd name="T3" fmla="*/ 0 h 222"/>
                <a:gd name="T4" fmla="*/ 67 w 110"/>
                <a:gd name="T5" fmla="*/ 0 h 222"/>
                <a:gd name="T6" fmla="*/ 65 w 110"/>
                <a:gd name="T7" fmla="*/ 1 h 222"/>
                <a:gd name="T8" fmla="*/ 65 w 110"/>
                <a:gd name="T9" fmla="*/ 1 h 222"/>
                <a:gd name="T10" fmla="*/ 65 w 110"/>
                <a:gd name="T11" fmla="*/ 1 h 222"/>
                <a:gd name="T12" fmla="*/ 35 w 110"/>
                <a:gd name="T13" fmla="*/ 11 h 222"/>
                <a:gd name="T14" fmla="*/ 35 w 110"/>
                <a:gd name="T15" fmla="*/ 13 h 222"/>
                <a:gd name="T16" fmla="*/ 40 w 110"/>
                <a:gd name="T17" fmla="*/ 13 h 222"/>
                <a:gd name="T18" fmla="*/ 46 w 110"/>
                <a:gd name="T19" fmla="*/ 13 h 222"/>
                <a:gd name="T20" fmla="*/ 41 w 110"/>
                <a:gd name="T21" fmla="*/ 61 h 222"/>
                <a:gd name="T22" fmla="*/ 32 w 110"/>
                <a:gd name="T23" fmla="*/ 70 h 222"/>
                <a:gd name="T24" fmla="*/ 22 w 110"/>
                <a:gd name="T25" fmla="*/ 96 h 222"/>
                <a:gd name="T26" fmla="*/ 5 w 110"/>
                <a:gd name="T27" fmla="*/ 126 h 222"/>
                <a:gd name="T28" fmla="*/ 6 w 110"/>
                <a:gd name="T29" fmla="*/ 211 h 222"/>
                <a:gd name="T30" fmla="*/ 5 w 110"/>
                <a:gd name="T31" fmla="*/ 211 h 222"/>
                <a:gd name="T32" fmla="*/ 0 w 110"/>
                <a:gd name="T33" fmla="*/ 211 h 222"/>
                <a:gd name="T34" fmla="*/ 14 w 110"/>
                <a:gd name="T35" fmla="*/ 218 h 222"/>
                <a:gd name="T36" fmla="*/ 17 w 110"/>
                <a:gd name="T37" fmla="*/ 219 h 222"/>
                <a:gd name="T38" fmla="*/ 42 w 110"/>
                <a:gd name="T39" fmla="*/ 222 h 222"/>
                <a:gd name="T40" fmla="*/ 48 w 110"/>
                <a:gd name="T41" fmla="*/ 222 h 222"/>
                <a:gd name="T42" fmla="*/ 48 w 110"/>
                <a:gd name="T43" fmla="*/ 184 h 222"/>
                <a:gd name="T44" fmla="*/ 55 w 110"/>
                <a:gd name="T45" fmla="*/ 177 h 222"/>
                <a:gd name="T46" fmla="*/ 61 w 110"/>
                <a:gd name="T47" fmla="*/ 181 h 222"/>
                <a:gd name="T48" fmla="*/ 102 w 110"/>
                <a:gd name="T49" fmla="*/ 157 h 222"/>
                <a:gd name="T50" fmla="*/ 102 w 110"/>
                <a:gd name="T51" fmla="*/ 156 h 222"/>
                <a:gd name="T52" fmla="*/ 100 w 110"/>
                <a:gd name="T53" fmla="*/ 131 h 222"/>
                <a:gd name="T54" fmla="*/ 100 w 110"/>
                <a:gd name="T55" fmla="*/ 131 h 222"/>
                <a:gd name="T56" fmla="*/ 100 w 110"/>
                <a:gd name="T57" fmla="*/ 131 h 222"/>
                <a:gd name="T58" fmla="*/ 100 w 110"/>
                <a:gd name="T59" fmla="*/ 131 h 222"/>
                <a:gd name="T60" fmla="*/ 100 w 110"/>
                <a:gd name="T61" fmla="*/ 131 h 222"/>
                <a:gd name="T62" fmla="*/ 100 w 110"/>
                <a:gd name="T63" fmla="*/ 131 h 222"/>
                <a:gd name="T64" fmla="*/ 100 w 110"/>
                <a:gd name="T65" fmla="*/ 131 h 222"/>
                <a:gd name="T66" fmla="*/ 106 w 110"/>
                <a:gd name="T67" fmla="*/ 78 h 222"/>
                <a:gd name="T68" fmla="*/ 110 w 110"/>
                <a:gd name="T69" fmla="*/ 49 h 222"/>
                <a:gd name="T70" fmla="*/ 104 w 110"/>
                <a:gd name="T71" fmla="*/ 23 h 222"/>
                <a:gd name="T72" fmla="*/ 92 w 110"/>
                <a:gd name="T73" fmla="*/ 8 h 222"/>
                <a:gd name="T74" fmla="*/ 91 w 110"/>
                <a:gd name="T75" fmla="*/ 7 h 222"/>
                <a:gd name="T76" fmla="*/ 91 w 110"/>
                <a:gd name="T77" fmla="*/ 7 h 222"/>
                <a:gd name="T78" fmla="*/ 91 w 110"/>
                <a:gd name="T79" fmla="*/ 7 h 222"/>
                <a:gd name="T80" fmla="*/ 91 w 110"/>
                <a:gd name="T81" fmla="*/ 7 h 222"/>
                <a:gd name="T82" fmla="*/ 91 w 110"/>
                <a:gd name="T83" fmla="*/ 7 h 222"/>
                <a:gd name="T84" fmla="*/ 91 w 110"/>
                <a:gd name="T85" fmla="*/ 7 h 222"/>
                <a:gd name="T86" fmla="*/ 91 w 110"/>
                <a:gd name="T87" fmla="*/ 7 h 222"/>
                <a:gd name="T88" fmla="*/ 91 w 110"/>
                <a:gd name="T89" fmla="*/ 7 h 222"/>
                <a:gd name="T90" fmla="*/ 90 w 110"/>
                <a:gd name="T91" fmla="*/ 7 h 222"/>
                <a:gd name="T92" fmla="*/ 90 w 110"/>
                <a:gd name="T93" fmla="*/ 7 h 222"/>
                <a:gd name="T94" fmla="*/ 90 w 110"/>
                <a:gd name="T95" fmla="*/ 7 h 222"/>
                <a:gd name="T96" fmla="*/ 90 w 110"/>
                <a:gd name="T97" fmla="*/ 7 h 222"/>
                <a:gd name="T98" fmla="*/ 90 w 110"/>
                <a:gd name="T99" fmla="*/ 7 h 222"/>
                <a:gd name="T100" fmla="*/ 90 w 110"/>
                <a:gd name="T101" fmla="*/ 7 h 222"/>
                <a:gd name="T102" fmla="*/ 90 w 110"/>
                <a:gd name="T103" fmla="*/ 6 h 222"/>
                <a:gd name="T104" fmla="*/ 90 w 110"/>
                <a:gd name="T105" fmla="*/ 6 h 222"/>
                <a:gd name="T106" fmla="*/ 90 w 110"/>
                <a:gd name="T107" fmla="*/ 6 h 222"/>
                <a:gd name="T108" fmla="*/ 90 w 110"/>
                <a:gd name="T109" fmla="*/ 6 h 222"/>
                <a:gd name="T110" fmla="*/ 69 w 110"/>
                <a:gd name="T111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0" h="222">
                  <a:moveTo>
                    <a:pt x="69" y="0"/>
                  </a:moveTo>
                  <a:cubicBezTo>
                    <a:pt x="68" y="0"/>
                    <a:pt x="68" y="0"/>
                    <a:pt x="6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6" y="0"/>
                    <a:pt x="65" y="1"/>
                    <a:pt x="65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55" y="3"/>
                    <a:pt x="45" y="6"/>
                    <a:pt x="35" y="11"/>
                  </a:cubicBezTo>
                  <a:cubicBezTo>
                    <a:pt x="35" y="12"/>
                    <a:pt x="35" y="12"/>
                    <a:pt x="35" y="13"/>
                  </a:cubicBezTo>
                  <a:cubicBezTo>
                    <a:pt x="37" y="13"/>
                    <a:pt x="39" y="13"/>
                    <a:pt x="40" y="13"/>
                  </a:cubicBezTo>
                  <a:cubicBezTo>
                    <a:pt x="42" y="13"/>
                    <a:pt x="44" y="13"/>
                    <a:pt x="46" y="13"/>
                  </a:cubicBezTo>
                  <a:cubicBezTo>
                    <a:pt x="70" y="17"/>
                    <a:pt x="63" y="37"/>
                    <a:pt x="41" y="61"/>
                  </a:cubicBezTo>
                  <a:cubicBezTo>
                    <a:pt x="39" y="64"/>
                    <a:pt x="36" y="67"/>
                    <a:pt x="32" y="70"/>
                  </a:cubicBezTo>
                  <a:cubicBezTo>
                    <a:pt x="31" y="78"/>
                    <a:pt x="28" y="86"/>
                    <a:pt x="22" y="96"/>
                  </a:cubicBezTo>
                  <a:cubicBezTo>
                    <a:pt x="18" y="105"/>
                    <a:pt x="12" y="115"/>
                    <a:pt x="5" y="126"/>
                  </a:cubicBezTo>
                  <a:cubicBezTo>
                    <a:pt x="11" y="165"/>
                    <a:pt x="24" y="209"/>
                    <a:pt x="6" y="211"/>
                  </a:cubicBezTo>
                  <a:cubicBezTo>
                    <a:pt x="6" y="211"/>
                    <a:pt x="5" y="211"/>
                    <a:pt x="5" y="211"/>
                  </a:cubicBezTo>
                  <a:cubicBezTo>
                    <a:pt x="3" y="211"/>
                    <a:pt x="2" y="211"/>
                    <a:pt x="0" y="211"/>
                  </a:cubicBezTo>
                  <a:cubicBezTo>
                    <a:pt x="3" y="214"/>
                    <a:pt x="8" y="217"/>
                    <a:pt x="14" y="218"/>
                  </a:cubicBezTo>
                  <a:cubicBezTo>
                    <a:pt x="15" y="219"/>
                    <a:pt x="16" y="219"/>
                    <a:pt x="17" y="219"/>
                  </a:cubicBezTo>
                  <a:cubicBezTo>
                    <a:pt x="25" y="221"/>
                    <a:pt x="34" y="222"/>
                    <a:pt x="42" y="222"/>
                  </a:cubicBezTo>
                  <a:cubicBezTo>
                    <a:pt x="44" y="222"/>
                    <a:pt x="46" y="222"/>
                    <a:pt x="48" y="222"/>
                  </a:cubicBezTo>
                  <a:cubicBezTo>
                    <a:pt x="48" y="184"/>
                    <a:pt x="48" y="184"/>
                    <a:pt x="48" y="184"/>
                  </a:cubicBezTo>
                  <a:cubicBezTo>
                    <a:pt x="48" y="180"/>
                    <a:pt x="51" y="177"/>
                    <a:pt x="55" y="177"/>
                  </a:cubicBezTo>
                  <a:cubicBezTo>
                    <a:pt x="58" y="177"/>
                    <a:pt x="60" y="178"/>
                    <a:pt x="61" y="181"/>
                  </a:cubicBezTo>
                  <a:cubicBezTo>
                    <a:pt x="102" y="157"/>
                    <a:pt x="102" y="157"/>
                    <a:pt x="102" y="157"/>
                  </a:cubicBezTo>
                  <a:cubicBezTo>
                    <a:pt x="102" y="157"/>
                    <a:pt x="102" y="157"/>
                    <a:pt x="102" y="156"/>
                  </a:cubicBezTo>
                  <a:cubicBezTo>
                    <a:pt x="101" y="144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07"/>
                    <a:pt x="104" y="94"/>
                    <a:pt x="106" y="78"/>
                  </a:cubicBezTo>
                  <a:cubicBezTo>
                    <a:pt x="108" y="69"/>
                    <a:pt x="110" y="59"/>
                    <a:pt x="110" y="49"/>
                  </a:cubicBezTo>
                  <a:cubicBezTo>
                    <a:pt x="110" y="40"/>
                    <a:pt x="108" y="31"/>
                    <a:pt x="104" y="23"/>
                  </a:cubicBezTo>
                  <a:cubicBezTo>
                    <a:pt x="102" y="18"/>
                    <a:pt x="98" y="12"/>
                    <a:pt x="92" y="8"/>
                  </a:cubicBezTo>
                  <a:cubicBezTo>
                    <a:pt x="92" y="8"/>
                    <a:pt x="92" y="8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4" y="3"/>
                    <a:pt x="75" y="0"/>
                    <a:pt x="69" y="0"/>
                  </a:cubicBezTo>
                </a:path>
              </a:pathLst>
            </a:custGeom>
            <a:solidFill>
              <a:srgbClr val="A675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任意多边形: 形状 100">
              <a:extLst>
                <a:ext uri="{FF2B5EF4-FFF2-40B4-BE49-F238E27FC236}">
                  <a16:creationId xmlns:a16="http://schemas.microsoft.com/office/drawing/2014/main" id="{E9BE282A-4767-4137-A172-447915CA2B12}"/>
                </a:ext>
              </a:extLst>
            </p:cNvPr>
            <p:cNvSpPr/>
            <p:nvPr/>
          </p:nvSpPr>
          <p:spPr bwMode="auto">
            <a:xfrm>
              <a:off x="6707188" y="3438525"/>
              <a:ext cx="153988" cy="290513"/>
            </a:xfrm>
            <a:custGeom>
              <a:avLst/>
              <a:gdLst>
                <a:gd name="T0" fmla="*/ 30 w 30"/>
                <a:gd name="T1" fmla="*/ 0 h 56"/>
                <a:gd name="T2" fmla="*/ 1 w 30"/>
                <a:gd name="T3" fmla="*/ 26 h 56"/>
                <a:gd name="T4" fmla="*/ 1 w 30"/>
                <a:gd name="T5" fmla="*/ 48 h 56"/>
                <a:gd name="T6" fmla="*/ 3 w 30"/>
                <a:gd name="T7" fmla="*/ 56 h 56"/>
                <a:gd name="T8" fmla="*/ 20 w 30"/>
                <a:gd name="T9" fmla="*/ 26 h 56"/>
                <a:gd name="T10" fmla="*/ 30 w 30"/>
                <a:gd name="T1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56">
                  <a:moveTo>
                    <a:pt x="30" y="0"/>
                  </a:moveTo>
                  <a:cubicBezTo>
                    <a:pt x="22" y="8"/>
                    <a:pt x="12" y="17"/>
                    <a:pt x="1" y="26"/>
                  </a:cubicBezTo>
                  <a:cubicBezTo>
                    <a:pt x="0" y="33"/>
                    <a:pt x="0" y="40"/>
                    <a:pt x="1" y="48"/>
                  </a:cubicBezTo>
                  <a:cubicBezTo>
                    <a:pt x="2" y="51"/>
                    <a:pt x="2" y="53"/>
                    <a:pt x="3" y="56"/>
                  </a:cubicBezTo>
                  <a:cubicBezTo>
                    <a:pt x="10" y="45"/>
                    <a:pt x="16" y="35"/>
                    <a:pt x="20" y="26"/>
                  </a:cubicBezTo>
                  <a:cubicBezTo>
                    <a:pt x="26" y="16"/>
                    <a:pt x="29" y="8"/>
                    <a:pt x="30" y="0"/>
                  </a:cubicBezTo>
                </a:path>
              </a:pathLst>
            </a:custGeom>
            <a:solidFill>
              <a:srgbClr val="A248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E92C7BCC-6AD9-4CDF-82A5-984241B9561F}"/>
                </a:ext>
              </a:extLst>
            </p:cNvPr>
            <p:cNvSpPr/>
            <p:nvPr/>
          </p:nvSpPr>
          <p:spPr bwMode="auto">
            <a:xfrm>
              <a:off x="7011988" y="3702050"/>
              <a:ext cx="574675" cy="336550"/>
            </a:xfrm>
            <a:custGeom>
              <a:avLst/>
              <a:gdLst>
                <a:gd name="T0" fmla="*/ 105 w 111"/>
                <a:gd name="T1" fmla="*/ 0 h 65"/>
                <a:gd name="T2" fmla="*/ 102 w 111"/>
                <a:gd name="T3" fmla="*/ 1 h 65"/>
                <a:gd name="T4" fmla="*/ 102 w 111"/>
                <a:gd name="T5" fmla="*/ 1 h 65"/>
                <a:gd name="T6" fmla="*/ 42 w 111"/>
                <a:gd name="T7" fmla="*/ 36 h 65"/>
                <a:gd name="T8" fmla="*/ 41 w 111"/>
                <a:gd name="T9" fmla="*/ 36 h 65"/>
                <a:gd name="T10" fmla="*/ 0 w 111"/>
                <a:gd name="T11" fmla="*/ 60 h 65"/>
                <a:gd name="T12" fmla="*/ 1 w 111"/>
                <a:gd name="T13" fmla="*/ 63 h 65"/>
                <a:gd name="T14" fmla="*/ 1 w 111"/>
                <a:gd name="T15" fmla="*/ 65 h 65"/>
                <a:gd name="T16" fmla="*/ 1 w 111"/>
                <a:gd name="T17" fmla="*/ 64 h 65"/>
                <a:gd name="T18" fmla="*/ 107 w 111"/>
                <a:gd name="T19" fmla="*/ 4 h 65"/>
                <a:gd name="T20" fmla="*/ 111 w 111"/>
                <a:gd name="T21" fmla="*/ 2 h 65"/>
                <a:gd name="T22" fmla="*/ 108 w 111"/>
                <a:gd name="T23" fmla="*/ 1 h 65"/>
                <a:gd name="T24" fmla="*/ 108 w 111"/>
                <a:gd name="T25" fmla="*/ 1 h 65"/>
                <a:gd name="T26" fmla="*/ 105 w 111"/>
                <a:gd name="T27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65">
                  <a:moveTo>
                    <a:pt x="105" y="0"/>
                  </a:moveTo>
                  <a:cubicBezTo>
                    <a:pt x="104" y="0"/>
                    <a:pt x="103" y="1"/>
                    <a:pt x="102" y="1"/>
                  </a:cubicBezTo>
                  <a:cubicBezTo>
                    <a:pt x="102" y="1"/>
                    <a:pt x="102" y="1"/>
                    <a:pt x="102" y="1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" y="61"/>
                    <a:pt x="1" y="62"/>
                    <a:pt x="1" y="63"/>
                  </a:cubicBezTo>
                  <a:cubicBezTo>
                    <a:pt x="1" y="65"/>
                    <a:pt x="1" y="65"/>
                    <a:pt x="1" y="65"/>
                  </a:cubicBezTo>
                  <a:cubicBezTo>
                    <a:pt x="1" y="65"/>
                    <a:pt x="1" y="65"/>
                    <a:pt x="1" y="6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8" y="3"/>
                    <a:pt x="110" y="2"/>
                    <a:pt x="111" y="2"/>
                  </a:cubicBezTo>
                  <a:cubicBezTo>
                    <a:pt x="110" y="2"/>
                    <a:pt x="109" y="1"/>
                    <a:pt x="108" y="1"/>
                  </a:cubicBezTo>
                  <a:cubicBezTo>
                    <a:pt x="108" y="1"/>
                    <a:pt x="108" y="1"/>
                    <a:pt x="108" y="1"/>
                  </a:cubicBezTo>
                  <a:cubicBezTo>
                    <a:pt x="107" y="1"/>
                    <a:pt x="106" y="0"/>
                    <a:pt x="105" y="0"/>
                  </a:cubicBezTo>
                </a:path>
              </a:pathLst>
            </a:custGeom>
            <a:solidFill>
              <a:srgbClr val="ADCB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3267F133-4D0B-4F09-B7DB-CB28105593BA}"/>
                </a:ext>
              </a:extLst>
            </p:cNvPr>
            <p:cNvSpPr/>
            <p:nvPr/>
          </p:nvSpPr>
          <p:spPr bwMode="auto">
            <a:xfrm>
              <a:off x="7016750" y="3713163"/>
              <a:ext cx="579438" cy="536575"/>
            </a:xfrm>
            <a:custGeom>
              <a:avLst/>
              <a:gdLst>
                <a:gd name="T0" fmla="*/ 110 w 112"/>
                <a:gd name="T1" fmla="*/ 0 h 104"/>
                <a:gd name="T2" fmla="*/ 110 w 112"/>
                <a:gd name="T3" fmla="*/ 0 h 104"/>
                <a:gd name="T4" fmla="*/ 106 w 112"/>
                <a:gd name="T5" fmla="*/ 2 h 104"/>
                <a:gd name="T6" fmla="*/ 0 w 112"/>
                <a:gd name="T7" fmla="*/ 62 h 104"/>
                <a:gd name="T8" fmla="*/ 0 w 112"/>
                <a:gd name="T9" fmla="*/ 63 h 104"/>
                <a:gd name="T10" fmla="*/ 0 w 112"/>
                <a:gd name="T11" fmla="*/ 104 h 104"/>
                <a:gd name="T12" fmla="*/ 3 w 112"/>
                <a:gd name="T13" fmla="*/ 103 h 104"/>
                <a:gd name="T14" fmla="*/ 58 w 112"/>
                <a:gd name="T15" fmla="*/ 71 h 104"/>
                <a:gd name="T16" fmla="*/ 58 w 112"/>
                <a:gd name="T17" fmla="*/ 71 h 104"/>
                <a:gd name="T18" fmla="*/ 85 w 112"/>
                <a:gd name="T19" fmla="*/ 55 h 104"/>
                <a:gd name="T20" fmla="*/ 108 w 112"/>
                <a:gd name="T21" fmla="*/ 42 h 104"/>
                <a:gd name="T22" fmla="*/ 112 w 112"/>
                <a:gd name="T23" fmla="*/ 35 h 104"/>
                <a:gd name="T24" fmla="*/ 112 w 112"/>
                <a:gd name="T25" fmla="*/ 35 h 104"/>
                <a:gd name="T26" fmla="*/ 112 w 112"/>
                <a:gd name="T27" fmla="*/ 6 h 104"/>
                <a:gd name="T28" fmla="*/ 110 w 112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2" h="104">
                  <a:moveTo>
                    <a:pt x="110" y="0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109" y="0"/>
                    <a:pt x="107" y="1"/>
                    <a:pt x="106" y="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" y="103"/>
                    <a:pt x="2" y="103"/>
                    <a:pt x="3" y="103"/>
                  </a:cubicBezTo>
                  <a:cubicBezTo>
                    <a:pt x="58" y="71"/>
                    <a:pt x="58" y="71"/>
                    <a:pt x="58" y="71"/>
                  </a:cubicBezTo>
                  <a:cubicBezTo>
                    <a:pt x="58" y="71"/>
                    <a:pt x="58" y="71"/>
                    <a:pt x="58" y="71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11" y="40"/>
                    <a:pt x="112" y="38"/>
                    <a:pt x="112" y="35"/>
                  </a:cubicBezTo>
                  <a:cubicBezTo>
                    <a:pt x="112" y="35"/>
                    <a:pt x="112" y="35"/>
                    <a:pt x="112" y="35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2" y="4"/>
                    <a:pt x="111" y="2"/>
                    <a:pt x="110" y="0"/>
                  </a:cubicBezTo>
                </a:path>
              </a:pathLst>
            </a:custGeom>
            <a:solidFill>
              <a:srgbClr val="8AA2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72E5C65A-F190-4725-9859-CA7406246741}"/>
                </a:ext>
              </a:extLst>
            </p:cNvPr>
            <p:cNvSpPr/>
            <p:nvPr/>
          </p:nvSpPr>
          <p:spPr bwMode="auto">
            <a:xfrm>
              <a:off x="6318250" y="3992563"/>
              <a:ext cx="698500" cy="1393825"/>
            </a:xfrm>
            <a:custGeom>
              <a:avLst/>
              <a:gdLst>
                <a:gd name="T0" fmla="*/ 128 w 135"/>
                <a:gd name="T1" fmla="*/ 0 h 270"/>
                <a:gd name="T2" fmla="*/ 121 w 135"/>
                <a:gd name="T3" fmla="*/ 7 h 270"/>
                <a:gd name="T4" fmla="*/ 121 w 135"/>
                <a:gd name="T5" fmla="*/ 45 h 270"/>
                <a:gd name="T6" fmla="*/ 121 w 135"/>
                <a:gd name="T7" fmla="*/ 77 h 270"/>
                <a:gd name="T8" fmla="*/ 121 w 135"/>
                <a:gd name="T9" fmla="*/ 79 h 270"/>
                <a:gd name="T10" fmla="*/ 112 w 135"/>
                <a:gd name="T11" fmla="*/ 95 h 270"/>
                <a:gd name="T12" fmla="*/ 102 w 135"/>
                <a:gd name="T13" fmla="*/ 98 h 270"/>
                <a:gd name="T14" fmla="*/ 93 w 135"/>
                <a:gd name="T15" fmla="*/ 95 h 270"/>
                <a:gd name="T16" fmla="*/ 49 w 135"/>
                <a:gd name="T17" fmla="*/ 70 h 270"/>
                <a:gd name="T18" fmla="*/ 32 w 135"/>
                <a:gd name="T19" fmla="*/ 65 h 270"/>
                <a:gd name="T20" fmla="*/ 28 w 135"/>
                <a:gd name="T21" fmla="*/ 65 h 270"/>
                <a:gd name="T22" fmla="*/ 22 w 135"/>
                <a:gd name="T23" fmla="*/ 67 h 270"/>
                <a:gd name="T24" fmla="*/ 16 w 135"/>
                <a:gd name="T25" fmla="*/ 70 h 270"/>
                <a:gd name="T26" fmla="*/ 0 w 135"/>
                <a:gd name="T27" fmla="*/ 98 h 270"/>
                <a:gd name="T28" fmla="*/ 0 w 135"/>
                <a:gd name="T29" fmla="*/ 137 h 270"/>
                <a:gd name="T30" fmla="*/ 0 w 135"/>
                <a:gd name="T31" fmla="*/ 167 h 270"/>
                <a:gd name="T32" fmla="*/ 0 w 135"/>
                <a:gd name="T33" fmla="*/ 167 h 270"/>
                <a:gd name="T34" fmla="*/ 0 w 135"/>
                <a:gd name="T35" fmla="*/ 178 h 270"/>
                <a:gd name="T36" fmla="*/ 16 w 135"/>
                <a:gd name="T37" fmla="*/ 206 h 270"/>
                <a:gd name="T38" fmla="*/ 125 w 135"/>
                <a:gd name="T39" fmla="*/ 269 h 270"/>
                <a:gd name="T40" fmla="*/ 128 w 135"/>
                <a:gd name="T41" fmla="*/ 270 h 270"/>
                <a:gd name="T42" fmla="*/ 134 w 135"/>
                <a:gd name="T43" fmla="*/ 267 h 270"/>
                <a:gd name="T44" fmla="*/ 135 w 135"/>
                <a:gd name="T45" fmla="*/ 263 h 270"/>
                <a:gd name="T46" fmla="*/ 131 w 135"/>
                <a:gd name="T47" fmla="*/ 257 h 270"/>
                <a:gd name="T48" fmla="*/ 23 w 135"/>
                <a:gd name="T49" fmla="*/ 195 h 270"/>
                <a:gd name="T50" fmla="*/ 13 w 135"/>
                <a:gd name="T51" fmla="*/ 178 h 270"/>
                <a:gd name="T52" fmla="*/ 13 w 135"/>
                <a:gd name="T53" fmla="*/ 170 h 270"/>
                <a:gd name="T54" fmla="*/ 13 w 135"/>
                <a:gd name="T55" fmla="*/ 152 h 270"/>
                <a:gd name="T56" fmla="*/ 13 w 135"/>
                <a:gd name="T57" fmla="*/ 98 h 270"/>
                <a:gd name="T58" fmla="*/ 23 w 135"/>
                <a:gd name="T59" fmla="*/ 81 h 270"/>
                <a:gd name="T60" fmla="*/ 30 w 135"/>
                <a:gd name="T61" fmla="*/ 79 h 270"/>
                <a:gd name="T62" fmla="*/ 32 w 135"/>
                <a:gd name="T63" fmla="*/ 79 h 270"/>
                <a:gd name="T64" fmla="*/ 36 w 135"/>
                <a:gd name="T65" fmla="*/ 79 h 270"/>
                <a:gd name="T66" fmla="*/ 42 w 135"/>
                <a:gd name="T67" fmla="*/ 81 h 270"/>
                <a:gd name="T68" fmla="*/ 86 w 135"/>
                <a:gd name="T69" fmla="*/ 107 h 270"/>
                <a:gd name="T70" fmla="*/ 86 w 135"/>
                <a:gd name="T71" fmla="*/ 107 h 270"/>
                <a:gd name="T72" fmla="*/ 86 w 135"/>
                <a:gd name="T73" fmla="*/ 107 h 270"/>
                <a:gd name="T74" fmla="*/ 98 w 135"/>
                <a:gd name="T75" fmla="*/ 111 h 270"/>
                <a:gd name="T76" fmla="*/ 98 w 135"/>
                <a:gd name="T77" fmla="*/ 111 h 270"/>
                <a:gd name="T78" fmla="*/ 98 w 135"/>
                <a:gd name="T79" fmla="*/ 111 h 270"/>
                <a:gd name="T80" fmla="*/ 102 w 135"/>
                <a:gd name="T81" fmla="*/ 111 h 270"/>
                <a:gd name="T82" fmla="*/ 107 w 135"/>
                <a:gd name="T83" fmla="*/ 111 h 270"/>
                <a:gd name="T84" fmla="*/ 119 w 135"/>
                <a:gd name="T85" fmla="*/ 107 h 270"/>
                <a:gd name="T86" fmla="*/ 135 w 135"/>
                <a:gd name="T87" fmla="*/ 79 h 270"/>
                <a:gd name="T88" fmla="*/ 135 w 135"/>
                <a:gd name="T89" fmla="*/ 75 h 270"/>
                <a:gd name="T90" fmla="*/ 135 w 135"/>
                <a:gd name="T91" fmla="*/ 50 h 270"/>
                <a:gd name="T92" fmla="*/ 135 w 135"/>
                <a:gd name="T93" fmla="*/ 9 h 270"/>
                <a:gd name="T94" fmla="*/ 135 w 135"/>
                <a:gd name="T95" fmla="*/ 7 h 270"/>
                <a:gd name="T96" fmla="*/ 134 w 135"/>
                <a:gd name="T97" fmla="*/ 4 h 270"/>
                <a:gd name="T98" fmla="*/ 128 w 135"/>
                <a:gd name="T99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5" h="270">
                  <a:moveTo>
                    <a:pt x="128" y="0"/>
                  </a:moveTo>
                  <a:cubicBezTo>
                    <a:pt x="124" y="0"/>
                    <a:pt x="121" y="3"/>
                    <a:pt x="121" y="7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77"/>
                    <a:pt x="121" y="77"/>
                    <a:pt x="121" y="77"/>
                  </a:cubicBezTo>
                  <a:cubicBezTo>
                    <a:pt x="121" y="79"/>
                    <a:pt x="121" y="79"/>
                    <a:pt x="121" y="79"/>
                  </a:cubicBezTo>
                  <a:cubicBezTo>
                    <a:pt x="121" y="86"/>
                    <a:pt x="118" y="92"/>
                    <a:pt x="112" y="95"/>
                  </a:cubicBezTo>
                  <a:cubicBezTo>
                    <a:pt x="109" y="97"/>
                    <a:pt x="106" y="98"/>
                    <a:pt x="102" y="98"/>
                  </a:cubicBezTo>
                  <a:cubicBezTo>
                    <a:pt x="99" y="98"/>
                    <a:pt x="96" y="97"/>
                    <a:pt x="93" y="95"/>
                  </a:cubicBezTo>
                  <a:cubicBezTo>
                    <a:pt x="49" y="70"/>
                    <a:pt x="49" y="70"/>
                    <a:pt x="49" y="70"/>
                  </a:cubicBezTo>
                  <a:cubicBezTo>
                    <a:pt x="43" y="67"/>
                    <a:pt x="38" y="65"/>
                    <a:pt x="32" y="65"/>
                  </a:cubicBezTo>
                  <a:cubicBezTo>
                    <a:pt x="31" y="65"/>
                    <a:pt x="29" y="65"/>
                    <a:pt x="28" y="65"/>
                  </a:cubicBezTo>
                  <a:cubicBezTo>
                    <a:pt x="26" y="66"/>
                    <a:pt x="24" y="66"/>
                    <a:pt x="22" y="67"/>
                  </a:cubicBezTo>
                  <a:cubicBezTo>
                    <a:pt x="20" y="68"/>
                    <a:pt x="18" y="68"/>
                    <a:pt x="16" y="70"/>
                  </a:cubicBezTo>
                  <a:cubicBezTo>
                    <a:pt x="6" y="75"/>
                    <a:pt x="0" y="86"/>
                    <a:pt x="0" y="98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90"/>
                    <a:pt x="6" y="201"/>
                    <a:pt x="16" y="206"/>
                  </a:cubicBezTo>
                  <a:cubicBezTo>
                    <a:pt x="125" y="269"/>
                    <a:pt x="125" y="269"/>
                    <a:pt x="125" y="269"/>
                  </a:cubicBezTo>
                  <a:cubicBezTo>
                    <a:pt x="126" y="270"/>
                    <a:pt x="127" y="270"/>
                    <a:pt x="128" y="270"/>
                  </a:cubicBezTo>
                  <a:cubicBezTo>
                    <a:pt x="130" y="270"/>
                    <a:pt x="133" y="269"/>
                    <a:pt x="134" y="267"/>
                  </a:cubicBezTo>
                  <a:cubicBezTo>
                    <a:pt x="134" y="266"/>
                    <a:pt x="135" y="264"/>
                    <a:pt x="135" y="263"/>
                  </a:cubicBezTo>
                  <a:cubicBezTo>
                    <a:pt x="135" y="261"/>
                    <a:pt x="134" y="259"/>
                    <a:pt x="131" y="257"/>
                  </a:cubicBezTo>
                  <a:cubicBezTo>
                    <a:pt x="23" y="195"/>
                    <a:pt x="23" y="195"/>
                    <a:pt x="23" y="195"/>
                  </a:cubicBezTo>
                  <a:cubicBezTo>
                    <a:pt x="17" y="191"/>
                    <a:pt x="13" y="185"/>
                    <a:pt x="13" y="178"/>
                  </a:cubicBezTo>
                  <a:cubicBezTo>
                    <a:pt x="13" y="170"/>
                    <a:pt x="13" y="170"/>
                    <a:pt x="13" y="170"/>
                  </a:cubicBezTo>
                  <a:cubicBezTo>
                    <a:pt x="13" y="152"/>
                    <a:pt x="13" y="152"/>
                    <a:pt x="13" y="152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3" y="91"/>
                    <a:pt x="17" y="85"/>
                    <a:pt x="23" y="81"/>
                  </a:cubicBezTo>
                  <a:cubicBezTo>
                    <a:pt x="25" y="80"/>
                    <a:pt x="28" y="79"/>
                    <a:pt x="30" y="79"/>
                  </a:cubicBezTo>
                  <a:cubicBezTo>
                    <a:pt x="31" y="79"/>
                    <a:pt x="32" y="79"/>
                    <a:pt x="32" y="79"/>
                  </a:cubicBezTo>
                  <a:cubicBezTo>
                    <a:pt x="33" y="79"/>
                    <a:pt x="35" y="79"/>
                    <a:pt x="36" y="79"/>
                  </a:cubicBezTo>
                  <a:cubicBezTo>
                    <a:pt x="38" y="79"/>
                    <a:pt x="40" y="80"/>
                    <a:pt x="42" y="81"/>
                  </a:cubicBezTo>
                  <a:cubicBezTo>
                    <a:pt x="86" y="107"/>
                    <a:pt x="86" y="107"/>
                    <a:pt x="86" y="107"/>
                  </a:cubicBezTo>
                  <a:cubicBezTo>
                    <a:pt x="86" y="107"/>
                    <a:pt x="86" y="107"/>
                    <a:pt x="86" y="107"/>
                  </a:cubicBezTo>
                  <a:cubicBezTo>
                    <a:pt x="86" y="107"/>
                    <a:pt x="86" y="107"/>
                    <a:pt x="86" y="107"/>
                  </a:cubicBezTo>
                  <a:cubicBezTo>
                    <a:pt x="90" y="109"/>
                    <a:pt x="94" y="110"/>
                    <a:pt x="98" y="111"/>
                  </a:cubicBezTo>
                  <a:cubicBezTo>
                    <a:pt x="98" y="111"/>
                    <a:pt x="98" y="111"/>
                    <a:pt x="98" y="111"/>
                  </a:cubicBezTo>
                  <a:cubicBezTo>
                    <a:pt x="98" y="111"/>
                    <a:pt x="98" y="111"/>
                    <a:pt x="98" y="111"/>
                  </a:cubicBezTo>
                  <a:cubicBezTo>
                    <a:pt x="99" y="111"/>
                    <a:pt x="101" y="111"/>
                    <a:pt x="102" y="111"/>
                  </a:cubicBezTo>
                  <a:cubicBezTo>
                    <a:pt x="104" y="111"/>
                    <a:pt x="105" y="111"/>
                    <a:pt x="107" y="111"/>
                  </a:cubicBezTo>
                  <a:cubicBezTo>
                    <a:pt x="111" y="110"/>
                    <a:pt x="115" y="109"/>
                    <a:pt x="119" y="107"/>
                  </a:cubicBezTo>
                  <a:cubicBezTo>
                    <a:pt x="129" y="101"/>
                    <a:pt x="135" y="91"/>
                    <a:pt x="135" y="79"/>
                  </a:cubicBezTo>
                  <a:cubicBezTo>
                    <a:pt x="135" y="75"/>
                    <a:pt x="135" y="75"/>
                    <a:pt x="135" y="75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5" y="7"/>
                    <a:pt x="135" y="7"/>
                    <a:pt x="135" y="7"/>
                  </a:cubicBezTo>
                  <a:cubicBezTo>
                    <a:pt x="135" y="6"/>
                    <a:pt x="135" y="5"/>
                    <a:pt x="134" y="4"/>
                  </a:cubicBezTo>
                  <a:cubicBezTo>
                    <a:pt x="133" y="1"/>
                    <a:pt x="131" y="0"/>
                    <a:pt x="128" y="0"/>
                  </a:cubicBezTo>
                </a:path>
              </a:pathLst>
            </a:custGeom>
            <a:solidFill>
              <a:srgbClr val="9CBE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819947A9-F077-496B-A199-F6FB81D9407F}"/>
                </a:ext>
              </a:extLst>
            </p:cNvPr>
            <p:cNvSpPr/>
            <p:nvPr/>
          </p:nvSpPr>
          <p:spPr bwMode="auto">
            <a:xfrm>
              <a:off x="6711950" y="3144838"/>
              <a:ext cx="346075" cy="428625"/>
            </a:xfrm>
            <a:custGeom>
              <a:avLst/>
              <a:gdLst>
                <a:gd name="T0" fmla="*/ 37 w 67"/>
                <a:gd name="T1" fmla="*/ 0 h 83"/>
                <a:gd name="T2" fmla="*/ 32 w 67"/>
                <a:gd name="T3" fmla="*/ 0 h 83"/>
                <a:gd name="T4" fmla="*/ 27 w 67"/>
                <a:gd name="T5" fmla="*/ 26 h 83"/>
                <a:gd name="T6" fmla="*/ 0 w 67"/>
                <a:gd name="T7" fmla="*/ 83 h 83"/>
                <a:gd name="T8" fmla="*/ 29 w 67"/>
                <a:gd name="T9" fmla="*/ 57 h 83"/>
                <a:gd name="T10" fmla="*/ 38 w 67"/>
                <a:gd name="T11" fmla="*/ 48 h 83"/>
                <a:gd name="T12" fmla="*/ 43 w 67"/>
                <a:gd name="T13" fmla="*/ 0 h 83"/>
                <a:gd name="T14" fmla="*/ 37 w 67"/>
                <a:gd name="T15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83">
                  <a:moveTo>
                    <a:pt x="37" y="0"/>
                  </a:moveTo>
                  <a:cubicBezTo>
                    <a:pt x="36" y="0"/>
                    <a:pt x="34" y="0"/>
                    <a:pt x="32" y="0"/>
                  </a:cubicBezTo>
                  <a:cubicBezTo>
                    <a:pt x="34" y="10"/>
                    <a:pt x="33" y="20"/>
                    <a:pt x="27" y="26"/>
                  </a:cubicBezTo>
                  <a:cubicBezTo>
                    <a:pt x="17" y="37"/>
                    <a:pt x="2" y="55"/>
                    <a:pt x="0" y="83"/>
                  </a:cubicBezTo>
                  <a:cubicBezTo>
                    <a:pt x="11" y="74"/>
                    <a:pt x="21" y="65"/>
                    <a:pt x="29" y="57"/>
                  </a:cubicBezTo>
                  <a:cubicBezTo>
                    <a:pt x="33" y="54"/>
                    <a:pt x="36" y="51"/>
                    <a:pt x="38" y="48"/>
                  </a:cubicBezTo>
                  <a:cubicBezTo>
                    <a:pt x="60" y="24"/>
                    <a:pt x="67" y="4"/>
                    <a:pt x="43" y="0"/>
                  </a:cubicBezTo>
                  <a:cubicBezTo>
                    <a:pt x="41" y="0"/>
                    <a:pt x="39" y="0"/>
                    <a:pt x="37" y="0"/>
                  </a:cubicBezTo>
                </a:path>
              </a:pathLst>
            </a:custGeom>
            <a:solidFill>
              <a:srgbClr val="A675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7F3D077E-CA44-46DA-AE0F-C1957617EEFD}"/>
              </a:ext>
            </a:extLst>
          </p:cNvPr>
          <p:cNvSpPr/>
          <p:nvPr/>
        </p:nvSpPr>
        <p:spPr bwMode="auto">
          <a:xfrm>
            <a:off x="5414908" y="5311123"/>
            <a:ext cx="461080" cy="391323"/>
          </a:xfrm>
          <a:custGeom>
            <a:avLst/>
            <a:gdLst>
              <a:gd name="connsiteX0" fmla="*/ 246732 w 607286"/>
              <a:gd name="connsiteY0" fmla="*/ 261798 h 515410"/>
              <a:gd name="connsiteX1" fmla="*/ 303643 w 607286"/>
              <a:gd name="connsiteY1" fmla="*/ 283469 h 515410"/>
              <a:gd name="connsiteX2" fmla="*/ 360554 w 607286"/>
              <a:gd name="connsiteY2" fmla="*/ 261798 h 515410"/>
              <a:gd name="connsiteX3" fmla="*/ 499721 w 607286"/>
              <a:gd name="connsiteY3" fmla="*/ 439385 h 515410"/>
              <a:gd name="connsiteX4" fmla="*/ 499956 w 607286"/>
              <a:gd name="connsiteY4" fmla="*/ 447819 h 515410"/>
              <a:gd name="connsiteX5" fmla="*/ 499956 w 607286"/>
              <a:gd name="connsiteY5" fmla="*/ 457308 h 515410"/>
              <a:gd name="connsiteX6" fmla="*/ 303643 w 607286"/>
              <a:gd name="connsiteY6" fmla="*/ 515410 h 515410"/>
              <a:gd name="connsiteX7" fmla="*/ 107330 w 607286"/>
              <a:gd name="connsiteY7" fmla="*/ 457308 h 515410"/>
              <a:gd name="connsiteX8" fmla="*/ 107330 w 607286"/>
              <a:gd name="connsiteY8" fmla="*/ 444539 h 515410"/>
              <a:gd name="connsiteX9" fmla="*/ 107682 w 607286"/>
              <a:gd name="connsiteY9" fmla="*/ 435519 h 515410"/>
              <a:gd name="connsiteX10" fmla="*/ 246732 w 607286"/>
              <a:gd name="connsiteY10" fmla="*/ 261798 h 515410"/>
              <a:gd name="connsiteX11" fmla="*/ 494038 w 607286"/>
              <a:gd name="connsiteY11" fmla="*/ 237453 h 515410"/>
              <a:gd name="connsiteX12" fmla="*/ 607169 w 607286"/>
              <a:gd name="connsiteY12" fmla="*/ 381785 h 515410"/>
              <a:gd name="connsiteX13" fmla="*/ 607286 w 607286"/>
              <a:gd name="connsiteY13" fmla="*/ 388580 h 515410"/>
              <a:gd name="connsiteX14" fmla="*/ 607286 w 607286"/>
              <a:gd name="connsiteY14" fmla="*/ 396312 h 515410"/>
              <a:gd name="connsiteX15" fmla="*/ 527367 w 607286"/>
              <a:gd name="connsiteY15" fmla="*/ 436730 h 515410"/>
              <a:gd name="connsiteX16" fmla="*/ 496972 w 607286"/>
              <a:gd name="connsiteY16" fmla="*/ 296029 h 515410"/>
              <a:gd name="connsiteX17" fmla="*/ 443927 w 607286"/>
              <a:gd name="connsiteY17" fmla="*/ 255026 h 515410"/>
              <a:gd name="connsiteX18" fmla="*/ 447800 w 607286"/>
              <a:gd name="connsiteY18" fmla="*/ 255143 h 515410"/>
              <a:gd name="connsiteX19" fmla="*/ 494038 w 607286"/>
              <a:gd name="connsiteY19" fmla="*/ 237453 h 515410"/>
              <a:gd name="connsiteX20" fmla="*/ 113199 w 607286"/>
              <a:gd name="connsiteY20" fmla="*/ 237453 h 515410"/>
              <a:gd name="connsiteX21" fmla="*/ 159417 w 607286"/>
              <a:gd name="connsiteY21" fmla="*/ 255143 h 515410"/>
              <a:gd name="connsiteX22" fmla="*/ 163288 w 607286"/>
              <a:gd name="connsiteY22" fmla="*/ 255026 h 515410"/>
              <a:gd name="connsiteX23" fmla="*/ 110266 w 607286"/>
              <a:gd name="connsiteY23" fmla="*/ 296029 h 515410"/>
              <a:gd name="connsiteX24" fmla="*/ 79884 w 607286"/>
              <a:gd name="connsiteY24" fmla="*/ 436730 h 515410"/>
              <a:gd name="connsiteX25" fmla="*/ 0 w 607286"/>
              <a:gd name="connsiteY25" fmla="*/ 396312 h 515410"/>
              <a:gd name="connsiteX26" fmla="*/ 0 w 607286"/>
              <a:gd name="connsiteY26" fmla="*/ 388580 h 515410"/>
              <a:gd name="connsiteX27" fmla="*/ 235 w 607286"/>
              <a:gd name="connsiteY27" fmla="*/ 381785 h 515410"/>
              <a:gd name="connsiteX28" fmla="*/ 113199 w 607286"/>
              <a:gd name="connsiteY28" fmla="*/ 237453 h 515410"/>
              <a:gd name="connsiteX29" fmla="*/ 447940 w 607286"/>
              <a:gd name="connsiteY29" fmla="*/ 24839 h 515410"/>
              <a:gd name="connsiteX30" fmla="*/ 532275 w 607286"/>
              <a:gd name="connsiteY30" fmla="*/ 127229 h 515410"/>
              <a:gd name="connsiteX31" fmla="*/ 447940 w 607286"/>
              <a:gd name="connsiteY31" fmla="*/ 229620 h 515410"/>
              <a:gd name="connsiteX32" fmla="*/ 409350 w 607286"/>
              <a:gd name="connsiteY32" fmla="*/ 218373 h 515410"/>
              <a:gd name="connsiteX33" fmla="*/ 435272 w 607286"/>
              <a:gd name="connsiteY33" fmla="*/ 126058 h 515410"/>
              <a:gd name="connsiteX34" fmla="*/ 416388 w 607286"/>
              <a:gd name="connsiteY34" fmla="*/ 28588 h 515410"/>
              <a:gd name="connsiteX35" fmla="*/ 447940 w 607286"/>
              <a:gd name="connsiteY35" fmla="*/ 24839 h 515410"/>
              <a:gd name="connsiteX36" fmla="*/ 159441 w 607286"/>
              <a:gd name="connsiteY36" fmla="*/ 24839 h 515410"/>
              <a:gd name="connsiteX37" fmla="*/ 190894 w 607286"/>
              <a:gd name="connsiteY37" fmla="*/ 28588 h 515410"/>
              <a:gd name="connsiteX38" fmla="*/ 171999 w 607286"/>
              <a:gd name="connsiteY38" fmla="*/ 126058 h 515410"/>
              <a:gd name="connsiteX39" fmla="*/ 197936 w 607286"/>
              <a:gd name="connsiteY39" fmla="*/ 218373 h 515410"/>
              <a:gd name="connsiteX40" fmla="*/ 159441 w 607286"/>
              <a:gd name="connsiteY40" fmla="*/ 229620 h 515410"/>
              <a:gd name="connsiteX41" fmla="*/ 74940 w 607286"/>
              <a:gd name="connsiteY41" fmla="*/ 127229 h 515410"/>
              <a:gd name="connsiteX42" fmla="*/ 159441 w 607286"/>
              <a:gd name="connsiteY42" fmla="*/ 24839 h 515410"/>
              <a:gd name="connsiteX43" fmla="*/ 303643 w 607286"/>
              <a:gd name="connsiteY43" fmla="*/ 0 h 515410"/>
              <a:gd name="connsiteX44" fmla="*/ 407586 w 607286"/>
              <a:gd name="connsiteY44" fmla="*/ 126030 h 515410"/>
              <a:gd name="connsiteX45" fmla="*/ 303643 w 607286"/>
              <a:gd name="connsiteY45" fmla="*/ 252060 h 515410"/>
              <a:gd name="connsiteX46" fmla="*/ 199700 w 607286"/>
              <a:gd name="connsiteY46" fmla="*/ 126030 h 515410"/>
              <a:gd name="connsiteX47" fmla="*/ 303643 w 607286"/>
              <a:gd name="connsiteY47" fmla="*/ 0 h 515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7286" h="515410">
                <a:moveTo>
                  <a:pt x="246732" y="261798"/>
                </a:moveTo>
                <a:cubicBezTo>
                  <a:pt x="246732" y="261798"/>
                  <a:pt x="263864" y="283469"/>
                  <a:pt x="303643" y="283469"/>
                </a:cubicBezTo>
                <a:cubicBezTo>
                  <a:pt x="343539" y="283469"/>
                  <a:pt x="360554" y="261798"/>
                  <a:pt x="360554" y="261798"/>
                </a:cubicBezTo>
                <a:cubicBezTo>
                  <a:pt x="482003" y="283586"/>
                  <a:pt x="497844" y="318143"/>
                  <a:pt x="499721" y="439385"/>
                </a:cubicBezTo>
                <a:cubicBezTo>
                  <a:pt x="499839" y="447233"/>
                  <a:pt x="499956" y="448522"/>
                  <a:pt x="499956" y="447819"/>
                </a:cubicBezTo>
                <a:cubicBezTo>
                  <a:pt x="499956" y="449928"/>
                  <a:pt x="499956" y="452973"/>
                  <a:pt x="499956" y="457308"/>
                </a:cubicBezTo>
                <a:cubicBezTo>
                  <a:pt x="499956" y="457308"/>
                  <a:pt x="471090" y="515410"/>
                  <a:pt x="303643" y="515410"/>
                </a:cubicBezTo>
                <a:cubicBezTo>
                  <a:pt x="136313" y="515410"/>
                  <a:pt x="107330" y="457308"/>
                  <a:pt x="107330" y="457308"/>
                </a:cubicBezTo>
                <a:cubicBezTo>
                  <a:pt x="107330" y="450513"/>
                  <a:pt x="107330" y="446648"/>
                  <a:pt x="107330" y="444539"/>
                </a:cubicBezTo>
                <a:cubicBezTo>
                  <a:pt x="107330" y="445593"/>
                  <a:pt x="107447" y="445125"/>
                  <a:pt x="107682" y="435519"/>
                </a:cubicBezTo>
                <a:cubicBezTo>
                  <a:pt x="109794" y="317440"/>
                  <a:pt x="126691" y="283352"/>
                  <a:pt x="246732" y="261798"/>
                </a:cubicBezTo>
                <a:close/>
                <a:moveTo>
                  <a:pt x="494038" y="237453"/>
                </a:moveTo>
                <a:cubicBezTo>
                  <a:pt x="592734" y="255260"/>
                  <a:pt x="605526" y="283260"/>
                  <a:pt x="607169" y="381785"/>
                </a:cubicBezTo>
                <a:cubicBezTo>
                  <a:pt x="607286" y="388112"/>
                  <a:pt x="607286" y="389166"/>
                  <a:pt x="607286" y="388580"/>
                </a:cubicBezTo>
                <a:cubicBezTo>
                  <a:pt x="607286" y="390220"/>
                  <a:pt x="607286" y="392681"/>
                  <a:pt x="607286" y="396312"/>
                </a:cubicBezTo>
                <a:cubicBezTo>
                  <a:pt x="607286" y="396312"/>
                  <a:pt x="593673" y="423609"/>
                  <a:pt x="527367" y="436730"/>
                </a:cubicBezTo>
                <a:cubicBezTo>
                  <a:pt x="526311" y="372413"/>
                  <a:pt x="520795" y="328598"/>
                  <a:pt x="496972" y="296029"/>
                </a:cubicBezTo>
                <a:cubicBezTo>
                  <a:pt x="483241" y="277168"/>
                  <a:pt x="464464" y="264281"/>
                  <a:pt x="443927" y="255026"/>
                </a:cubicBezTo>
                <a:cubicBezTo>
                  <a:pt x="445218" y="255026"/>
                  <a:pt x="446509" y="255143"/>
                  <a:pt x="447800" y="255143"/>
                </a:cubicBezTo>
                <a:cubicBezTo>
                  <a:pt x="480190" y="255143"/>
                  <a:pt x="494038" y="237453"/>
                  <a:pt x="494038" y="237453"/>
                </a:cubicBezTo>
                <a:close/>
                <a:moveTo>
                  <a:pt x="113199" y="237453"/>
                </a:moveTo>
                <a:cubicBezTo>
                  <a:pt x="113199" y="237453"/>
                  <a:pt x="127041" y="255143"/>
                  <a:pt x="159417" y="255143"/>
                </a:cubicBezTo>
                <a:cubicBezTo>
                  <a:pt x="160707" y="255143"/>
                  <a:pt x="161998" y="255026"/>
                  <a:pt x="163288" y="255026"/>
                </a:cubicBezTo>
                <a:cubicBezTo>
                  <a:pt x="142760" y="264281"/>
                  <a:pt x="124108" y="277168"/>
                  <a:pt x="110266" y="296029"/>
                </a:cubicBezTo>
                <a:cubicBezTo>
                  <a:pt x="86453" y="328598"/>
                  <a:pt x="81057" y="372413"/>
                  <a:pt x="79884" y="436730"/>
                </a:cubicBezTo>
                <a:cubicBezTo>
                  <a:pt x="13607" y="423609"/>
                  <a:pt x="0" y="396312"/>
                  <a:pt x="0" y="396312"/>
                </a:cubicBezTo>
                <a:cubicBezTo>
                  <a:pt x="0" y="392681"/>
                  <a:pt x="0" y="390220"/>
                  <a:pt x="0" y="388580"/>
                </a:cubicBezTo>
                <a:cubicBezTo>
                  <a:pt x="0" y="389166"/>
                  <a:pt x="117" y="388112"/>
                  <a:pt x="235" y="381785"/>
                </a:cubicBezTo>
                <a:cubicBezTo>
                  <a:pt x="1760" y="283260"/>
                  <a:pt x="14663" y="255260"/>
                  <a:pt x="113199" y="237453"/>
                </a:cubicBezTo>
                <a:close/>
                <a:moveTo>
                  <a:pt x="447940" y="24839"/>
                </a:moveTo>
                <a:cubicBezTo>
                  <a:pt x="519842" y="24839"/>
                  <a:pt x="532275" y="70645"/>
                  <a:pt x="532275" y="127229"/>
                </a:cubicBezTo>
                <a:cubicBezTo>
                  <a:pt x="532275" y="183814"/>
                  <a:pt x="494506" y="229620"/>
                  <a:pt x="447940" y="229620"/>
                </a:cubicBezTo>
                <a:cubicBezTo>
                  <a:pt x="433982" y="229620"/>
                  <a:pt x="420962" y="225520"/>
                  <a:pt x="409350" y="218373"/>
                </a:cubicBezTo>
                <a:cubicBezTo>
                  <a:pt x="426123" y="191780"/>
                  <a:pt x="435272" y="159681"/>
                  <a:pt x="435272" y="126058"/>
                </a:cubicBezTo>
                <a:cubicBezTo>
                  <a:pt x="435272" y="96419"/>
                  <a:pt x="433044" y="59164"/>
                  <a:pt x="416388" y="28588"/>
                </a:cubicBezTo>
                <a:cubicBezTo>
                  <a:pt x="425302" y="26128"/>
                  <a:pt x="435741" y="24839"/>
                  <a:pt x="447940" y="24839"/>
                </a:cubicBezTo>
                <a:close/>
                <a:moveTo>
                  <a:pt x="159441" y="24839"/>
                </a:moveTo>
                <a:cubicBezTo>
                  <a:pt x="171529" y="24839"/>
                  <a:pt x="181975" y="26128"/>
                  <a:pt x="190894" y="28588"/>
                </a:cubicBezTo>
                <a:cubicBezTo>
                  <a:pt x="174346" y="59164"/>
                  <a:pt x="171999" y="96419"/>
                  <a:pt x="171999" y="126058"/>
                </a:cubicBezTo>
                <a:cubicBezTo>
                  <a:pt x="171999" y="159681"/>
                  <a:pt x="181153" y="191780"/>
                  <a:pt x="197936" y="218373"/>
                </a:cubicBezTo>
                <a:cubicBezTo>
                  <a:pt x="186434" y="225520"/>
                  <a:pt x="173290" y="229620"/>
                  <a:pt x="159441" y="229620"/>
                </a:cubicBezTo>
                <a:cubicBezTo>
                  <a:pt x="112848" y="229620"/>
                  <a:pt x="74940" y="183814"/>
                  <a:pt x="74940" y="127229"/>
                </a:cubicBezTo>
                <a:cubicBezTo>
                  <a:pt x="74940" y="70645"/>
                  <a:pt x="87380" y="24839"/>
                  <a:pt x="159441" y="24839"/>
                </a:cubicBezTo>
                <a:close/>
                <a:moveTo>
                  <a:pt x="303643" y="0"/>
                </a:moveTo>
                <a:cubicBezTo>
                  <a:pt x="392335" y="0"/>
                  <a:pt x="407586" y="56456"/>
                  <a:pt x="407586" y="126030"/>
                </a:cubicBezTo>
                <a:cubicBezTo>
                  <a:pt x="407586" y="195604"/>
                  <a:pt x="361011" y="252060"/>
                  <a:pt x="303643" y="252060"/>
                </a:cubicBezTo>
                <a:cubicBezTo>
                  <a:pt x="246275" y="252060"/>
                  <a:pt x="199700" y="195604"/>
                  <a:pt x="199700" y="126030"/>
                </a:cubicBezTo>
                <a:cubicBezTo>
                  <a:pt x="199700" y="56456"/>
                  <a:pt x="215069" y="0"/>
                  <a:pt x="30364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7E517B16-AA39-4873-9668-BD10CFDF656B}"/>
              </a:ext>
            </a:extLst>
          </p:cNvPr>
          <p:cNvSpPr/>
          <p:nvPr/>
        </p:nvSpPr>
        <p:spPr bwMode="auto">
          <a:xfrm>
            <a:off x="9007308" y="5311123"/>
            <a:ext cx="461080" cy="391323"/>
          </a:xfrm>
          <a:custGeom>
            <a:avLst/>
            <a:gdLst>
              <a:gd name="connsiteX0" fmla="*/ 246732 w 607286"/>
              <a:gd name="connsiteY0" fmla="*/ 261798 h 515410"/>
              <a:gd name="connsiteX1" fmla="*/ 303643 w 607286"/>
              <a:gd name="connsiteY1" fmla="*/ 283469 h 515410"/>
              <a:gd name="connsiteX2" fmla="*/ 360554 w 607286"/>
              <a:gd name="connsiteY2" fmla="*/ 261798 h 515410"/>
              <a:gd name="connsiteX3" fmla="*/ 499721 w 607286"/>
              <a:gd name="connsiteY3" fmla="*/ 439385 h 515410"/>
              <a:gd name="connsiteX4" fmla="*/ 499956 w 607286"/>
              <a:gd name="connsiteY4" fmla="*/ 447819 h 515410"/>
              <a:gd name="connsiteX5" fmla="*/ 499956 w 607286"/>
              <a:gd name="connsiteY5" fmla="*/ 457308 h 515410"/>
              <a:gd name="connsiteX6" fmla="*/ 303643 w 607286"/>
              <a:gd name="connsiteY6" fmla="*/ 515410 h 515410"/>
              <a:gd name="connsiteX7" fmla="*/ 107330 w 607286"/>
              <a:gd name="connsiteY7" fmla="*/ 457308 h 515410"/>
              <a:gd name="connsiteX8" fmla="*/ 107330 w 607286"/>
              <a:gd name="connsiteY8" fmla="*/ 444539 h 515410"/>
              <a:gd name="connsiteX9" fmla="*/ 107682 w 607286"/>
              <a:gd name="connsiteY9" fmla="*/ 435519 h 515410"/>
              <a:gd name="connsiteX10" fmla="*/ 246732 w 607286"/>
              <a:gd name="connsiteY10" fmla="*/ 261798 h 515410"/>
              <a:gd name="connsiteX11" fmla="*/ 494038 w 607286"/>
              <a:gd name="connsiteY11" fmla="*/ 237453 h 515410"/>
              <a:gd name="connsiteX12" fmla="*/ 607169 w 607286"/>
              <a:gd name="connsiteY12" fmla="*/ 381785 h 515410"/>
              <a:gd name="connsiteX13" fmla="*/ 607286 w 607286"/>
              <a:gd name="connsiteY13" fmla="*/ 388580 h 515410"/>
              <a:gd name="connsiteX14" fmla="*/ 607286 w 607286"/>
              <a:gd name="connsiteY14" fmla="*/ 396312 h 515410"/>
              <a:gd name="connsiteX15" fmla="*/ 527367 w 607286"/>
              <a:gd name="connsiteY15" fmla="*/ 436730 h 515410"/>
              <a:gd name="connsiteX16" fmla="*/ 496972 w 607286"/>
              <a:gd name="connsiteY16" fmla="*/ 296029 h 515410"/>
              <a:gd name="connsiteX17" fmla="*/ 443927 w 607286"/>
              <a:gd name="connsiteY17" fmla="*/ 255026 h 515410"/>
              <a:gd name="connsiteX18" fmla="*/ 447800 w 607286"/>
              <a:gd name="connsiteY18" fmla="*/ 255143 h 515410"/>
              <a:gd name="connsiteX19" fmla="*/ 494038 w 607286"/>
              <a:gd name="connsiteY19" fmla="*/ 237453 h 515410"/>
              <a:gd name="connsiteX20" fmla="*/ 113199 w 607286"/>
              <a:gd name="connsiteY20" fmla="*/ 237453 h 515410"/>
              <a:gd name="connsiteX21" fmla="*/ 159417 w 607286"/>
              <a:gd name="connsiteY21" fmla="*/ 255143 h 515410"/>
              <a:gd name="connsiteX22" fmla="*/ 163288 w 607286"/>
              <a:gd name="connsiteY22" fmla="*/ 255026 h 515410"/>
              <a:gd name="connsiteX23" fmla="*/ 110266 w 607286"/>
              <a:gd name="connsiteY23" fmla="*/ 296029 h 515410"/>
              <a:gd name="connsiteX24" fmla="*/ 79884 w 607286"/>
              <a:gd name="connsiteY24" fmla="*/ 436730 h 515410"/>
              <a:gd name="connsiteX25" fmla="*/ 0 w 607286"/>
              <a:gd name="connsiteY25" fmla="*/ 396312 h 515410"/>
              <a:gd name="connsiteX26" fmla="*/ 0 w 607286"/>
              <a:gd name="connsiteY26" fmla="*/ 388580 h 515410"/>
              <a:gd name="connsiteX27" fmla="*/ 235 w 607286"/>
              <a:gd name="connsiteY27" fmla="*/ 381785 h 515410"/>
              <a:gd name="connsiteX28" fmla="*/ 113199 w 607286"/>
              <a:gd name="connsiteY28" fmla="*/ 237453 h 515410"/>
              <a:gd name="connsiteX29" fmla="*/ 447940 w 607286"/>
              <a:gd name="connsiteY29" fmla="*/ 24839 h 515410"/>
              <a:gd name="connsiteX30" fmla="*/ 532275 w 607286"/>
              <a:gd name="connsiteY30" fmla="*/ 127229 h 515410"/>
              <a:gd name="connsiteX31" fmla="*/ 447940 w 607286"/>
              <a:gd name="connsiteY31" fmla="*/ 229620 h 515410"/>
              <a:gd name="connsiteX32" fmla="*/ 409350 w 607286"/>
              <a:gd name="connsiteY32" fmla="*/ 218373 h 515410"/>
              <a:gd name="connsiteX33" fmla="*/ 435272 w 607286"/>
              <a:gd name="connsiteY33" fmla="*/ 126058 h 515410"/>
              <a:gd name="connsiteX34" fmla="*/ 416388 w 607286"/>
              <a:gd name="connsiteY34" fmla="*/ 28588 h 515410"/>
              <a:gd name="connsiteX35" fmla="*/ 447940 w 607286"/>
              <a:gd name="connsiteY35" fmla="*/ 24839 h 515410"/>
              <a:gd name="connsiteX36" fmla="*/ 159441 w 607286"/>
              <a:gd name="connsiteY36" fmla="*/ 24839 h 515410"/>
              <a:gd name="connsiteX37" fmla="*/ 190894 w 607286"/>
              <a:gd name="connsiteY37" fmla="*/ 28588 h 515410"/>
              <a:gd name="connsiteX38" fmla="*/ 171999 w 607286"/>
              <a:gd name="connsiteY38" fmla="*/ 126058 h 515410"/>
              <a:gd name="connsiteX39" fmla="*/ 197936 w 607286"/>
              <a:gd name="connsiteY39" fmla="*/ 218373 h 515410"/>
              <a:gd name="connsiteX40" fmla="*/ 159441 w 607286"/>
              <a:gd name="connsiteY40" fmla="*/ 229620 h 515410"/>
              <a:gd name="connsiteX41" fmla="*/ 74940 w 607286"/>
              <a:gd name="connsiteY41" fmla="*/ 127229 h 515410"/>
              <a:gd name="connsiteX42" fmla="*/ 159441 w 607286"/>
              <a:gd name="connsiteY42" fmla="*/ 24839 h 515410"/>
              <a:gd name="connsiteX43" fmla="*/ 303643 w 607286"/>
              <a:gd name="connsiteY43" fmla="*/ 0 h 515410"/>
              <a:gd name="connsiteX44" fmla="*/ 407586 w 607286"/>
              <a:gd name="connsiteY44" fmla="*/ 126030 h 515410"/>
              <a:gd name="connsiteX45" fmla="*/ 303643 w 607286"/>
              <a:gd name="connsiteY45" fmla="*/ 252060 h 515410"/>
              <a:gd name="connsiteX46" fmla="*/ 199700 w 607286"/>
              <a:gd name="connsiteY46" fmla="*/ 126030 h 515410"/>
              <a:gd name="connsiteX47" fmla="*/ 303643 w 607286"/>
              <a:gd name="connsiteY47" fmla="*/ 0 h 515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7286" h="515410">
                <a:moveTo>
                  <a:pt x="246732" y="261798"/>
                </a:moveTo>
                <a:cubicBezTo>
                  <a:pt x="246732" y="261798"/>
                  <a:pt x="263864" y="283469"/>
                  <a:pt x="303643" y="283469"/>
                </a:cubicBezTo>
                <a:cubicBezTo>
                  <a:pt x="343539" y="283469"/>
                  <a:pt x="360554" y="261798"/>
                  <a:pt x="360554" y="261798"/>
                </a:cubicBezTo>
                <a:cubicBezTo>
                  <a:pt x="482003" y="283586"/>
                  <a:pt x="497844" y="318143"/>
                  <a:pt x="499721" y="439385"/>
                </a:cubicBezTo>
                <a:cubicBezTo>
                  <a:pt x="499839" y="447233"/>
                  <a:pt x="499956" y="448522"/>
                  <a:pt x="499956" y="447819"/>
                </a:cubicBezTo>
                <a:cubicBezTo>
                  <a:pt x="499956" y="449928"/>
                  <a:pt x="499956" y="452973"/>
                  <a:pt x="499956" y="457308"/>
                </a:cubicBezTo>
                <a:cubicBezTo>
                  <a:pt x="499956" y="457308"/>
                  <a:pt x="471090" y="515410"/>
                  <a:pt x="303643" y="515410"/>
                </a:cubicBezTo>
                <a:cubicBezTo>
                  <a:pt x="136313" y="515410"/>
                  <a:pt x="107330" y="457308"/>
                  <a:pt x="107330" y="457308"/>
                </a:cubicBezTo>
                <a:cubicBezTo>
                  <a:pt x="107330" y="450513"/>
                  <a:pt x="107330" y="446648"/>
                  <a:pt x="107330" y="444539"/>
                </a:cubicBezTo>
                <a:cubicBezTo>
                  <a:pt x="107330" y="445593"/>
                  <a:pt x="107447" y="445125"/>
                  <a:pt x="107682" y="435519"/>
                </a:cubicBezTo>
                <a:cubicBezTo>
                  <a:pt x="109794" y="317440"/>
                  <a:pt x="126691" y="283352"/>
                  <a:pt x="246732" y="261798"/>
                </a:cubicBezTo>
                <a:close/>
                <a:moveTo>
                  <a:pt x="494038" y="237453"/>
                </a:moveTo>
                <a:cubicBezTo>
                  <a:pt x="592734" y="255260"/>
                  <a:pt x="605526" y="283260"/>
                  <a:pt x="607169" y="381785"/>
                </a:cubicBezTo>
                <a:cubicBezTo>
                  <a:pt x="607286" y="388112"/>
                  <a:pt x="607286" y="389166"/>
                  <a:pt x="607286" y="388580"/>
                </a:cubicBezTo>
                <a:cubicBezTo>
                  <a:pt x="607286" y="390220"/>
                  <a:pt x="607286" y="392681"/>
                  <a:pt x="607286" y="396312"/>
                </a:cubicBezTo>
                <a:cubicBezTo>
                  <a:pt x="607286" y="396312"/>
                  <a:pt x="593673" y="423609"/>
                  <a:pt x="527367" y="436730"/>
                </a:cubicBezTo>
                <a:cubicBezTo>
                  <a:pt x="526311" y="372413"/>
                  <a:pt x="520795" y="328598"/>
                  <a:pt x="496972" y="296029"/>
                </a:cubicBezTo>
                <a:cubicBezTo>
                  <a:pt x="483241" y="277168"/>
                  <a:pt x="464464" y="264281"/>
                  <a:pt x="443927" y="255026"/>
                </a:cubicBezTo>
                <a:cubicBezTo>
                  <a:pt x="445218" y="255026"/>
                  <a:pt x="446509" y="255143"/>
                  <a:pt x="447800" y="255143"/>
                </a:cubicBezTo>
                <a:cubicBezTo>
                  <a:pt x="480190" y="255143"/>
                  <a:pt x="494038" y="237453"/>
                  <a:pt x="494038" y="237453"/>
                </a:cubicBezTo>
                <a:close/>
                <a:moveTo>
                  <a:pt x="113199" y="237453"/>
                </a:moveTo>
                <a:cubicBezTo>
                  <a:pt x="113199" y="237453"/>
                  <a:pt x="127041" y="255143"/>
                  <a:pt x="159417" y="255143"/>
                </a:cubicBezTo>
                <a:cubicBezTo>
                  <a:pt x="160707" y="255143"/>
                  <a:pt x="161998" y="255026"/>
                  <a:pt x="163288" y="255026"/>
                </a:cubicBezTo>
                <a:cubicBezTo>
                  <a:pt x="142760" y="264281"/>
                  <a:pt x="124108" y="277168"/>
                  <a:pt x="110266" y="296029"/>
                </a:cubicBezTo>
                <a:cubicBezTo>
                  <a:pt x="86453" y="328598"/>
                  <a:pt x="81057" y="372413"/>
                  <a:pt x="79884" y="436730"/>
                </a:cubicBezTo>
                <a:cubicBezTo>
                  <a:pt x="13607" y="423609"/>
                  <a:pt x="0" y="396312"/>
                  <a:pt x="0" y="396312"/>
                </a:cubicBezTo>
                <a:cubicBezTo>
                  <a:pt x="0" y="392681"/>
                  <a:pt x="0" y="390220"/>
                  <a:pt x="0" y="388580"/>
                </a:cubicBezTo>
                <a:cubicBezTo>
                  <a:pt x="0" y="389166"/>
                  <a:pt x="117" y="388112"/>
                  <a:pt x="235" y="381785"/>
                </a:cubicBezTo>
                <a:cubicBezTo>
                  <a:pt x="1760" y="283260"/>
                  <a:pt x="14663" y="255260"/>
                  <a:pt x="113199" y="237453"/>
                </a:cubicBezTo>
                <a:close/>
                <a:moveTo>
                  <a:pt x="447940" y="24839"/>
                </a:moveTo>
                <a:cubicBezTo>
                  <a:pt x="519842" y="24839"/>
                  <a:pt x="532275" y="70645"/>
                  <a:pt x="532275" y="127229"/>
                </a:cubicBezTo>
                <a:cubicBezTo>
                  <a:pt x="532275" y="183814"/>
                  <a:pt x="494506" y="229620"/>
                  <a:pt x="447940" y="229620"/>
                </a:cubicBezTo>
                <a:cubicBezTo>
                  <a:pt x="433982" y="229620"/>
                  <a:pt x="420962" y="225520"/>
                  <a:pt x="409350" y="218373"/>
                </a:cubicBezTo>
                <a:cubicBezTo>
                  <a:pt x="426123" y="191780"/>
                  <a:pt x="435272" y="159681"/>
                  <a:pt x="435272" y="126058"/>
                </a:cubicBezTo>
                <a:cubicBezTo>
                  <a:pt x="435272" y="96419"/>
                  <a:pt x="433044" y="59164"/>
                  <a:pt x="416388" y="28588"/>
                </a:cubicBezTo>
                <a:cubicBezTo>
                  <a:pt x="425302" y="26128"/>
                  <a:pt x="435741" y="24839"/>
                  <a:pt x="447940" y="24839"/>
                </a:cubicBezTo>
                <a:close/>
                <a:moveTo>
                  <a:pt x="159441" y="24839"/>
                </a:moveTo>
                <a:cubicBezTo>
                  <a:pt x="171529" y="24839"/>
                  <a:pt x="181975" y="26128"/>
                  <a:pt x="190894" y="28588"/>
                </a:cubicBezTo>
                <a:cubicBezTo>
                  <a:pt x="174346" y="59164"/>
                  <a:pt x="171999" y="96419"/>
                  <a:pt x="171999" y="126058"/>
                </a:cubicBezTo>
                <a:cubicBezTo>
                  <a:pt x="171999" y="159681"/>
                  <a:pt x="181153" y="191780"/>
                  <a:pt x="197936" y="218373"/>
                </a:cubicBezTo>
                <a:cubicBezTo>
                  <a:pt x="186434" y="225520"/>
                  <a:pt x="173290" y="229620"/>
                  <a:pt x="159441" y="229620"/>
                </a:cubicBezTo>
                <a:cubicBezTo>
                  <a:pt x="112848" y="229620"/>
                  <a:pt x="74940" y="183814"/>
                  <a:pt x="74940" y="127229"/>
                </a:cubicBezTo>
                <a:cubicBezTo>
                  <a:pt x="74940" y="70645"/>
                  <a:pt x="87380" y="24839"/>
                  <a:pt x="159441" y="24839"/>
                </a:cubicBezTo>
                <a:close/>
                <a:moveTo>
                  <a:pt x="303643" y="0"/>
                </a:moveTo>
                <a:cubicBezTo>
                  <a:pt x="392335" y="0"/>
                  <a:pt x="407586" y="56456"/>
                  <a:pt x="407586" y="126030"/>
                </a:cubicBezTo>
                <a:cubicBezTo>
                  <a:pt x="407586" y="195604"/>
                  <a:pt x="361011" y="252060"/>
                  <a:pt x="303643" y="252060"/>
                </a:cubicBezTo>
                <a:cubicBezTo>
                  <a:pt x="246275" y="252060"/>
                  <a:pt x="199700" y="195604"/>
                  <a:pt x="199700" y="126030"/>
                </a:cubicBezTo>
                <a:cubicBezTo>
                  <a:pt x="199700" y="56456"/>
                  <a:pt x="215069" y="0"/>
                  <a:pt x="30364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07A957A1-E4B6-44C5-8271-4D12C9E9EDD5}"/>
              </a:ext>
            </a:extLst>
          </p:cNvPr>
          <p:cNvSpPr/>
          <p:nvPr/>
        </p:nvSpPr>
        <p:spPr bwMode="auto">
          <a:xfrm>
            <a:off x="5414908" y="3708825"/>
            <a:ext cx="461080" cy="391323"/>
          </a:xfrm>
          <a:custGeom>
            <a:avLst/>
            <a:gdLst>
              <a:gd name="connsiteX0" fmla="*/ 246732 w 607286"/>
              <a:gd name="connsiteY0" fmla="*/ 261798 h 515410"/>
              <a:gd name="connsiteX1" fmla="*/ 303643 w 607286"/>
              <a:gd name="connsiteY1" fmla="*/ 283469 h 515410"/>
              <a:gd name="connsiteX2" fmla="*/ 360554 w 607286"/>
              <a:gd name="connsiteY2" fmla="*/ 261798 h 515410"/>
              <a:gd name="connsiteX3" fmla="*/ 499721 w 607286"/>
              <a:gd name="connsiteY3" fmla="*/ 439385 h 515410"/>
              <a:gd name="connsiteX4" fmla="*/ 499956 w 607286"/>
              <a:gd name="connsiteY4" fmla="*/ 447819 h 515410"/>
              <a:gd name="connsiteX5" fmla="*/ 499956 w 607286"/>
              <a:gd name="connsiteY5" fmla="*/ 457308 h 515410"/>
              <a:gd name="connsiteX6" fmla="*/ 303643 w 607286"/>
              <a:gd name="connsiteY6" fmla="*/ 515410 h 515410"/>
              <a:gd name="connsiteX7" fmla="*/ 107330 w 607286"/>
              <a:gd name="connsiteY7" fmla="*/ 457308 h 515410"/>
              <a:gd name="connsiteX8" fmla="*/ 107330 w 607286"/>
              <a:gd name="connsiteY8" fmla="*/ 444539 h 515410"/>
              <a:gd name="connsiteX9" fmla="*/ 107682 w 607286"/>
              <a:gd name="connsiteY9" fmla="*/ 435519 h 515410"/>
              <a:gd name="connsiteX10" fmla="*/ 246732 w 607286"/>
              <a:gd name="connsiteY10" fmla="*/ 261798 h 515410"/>
              <a:gd name="connsiteX11" fmla="*/ 494038 w 607286"/>
              <a:gd name="connsiteY11" fmla="*/ 237453 h 515410"/>
              <a:gd name="connsiteX12" fmla="*/ 607169 w 607286"/>
              <a:gd name="connsiteY12" fmla="*/ 381785 h 515410"/>
              <a:gd name="connsiteX13" fmla="*/ 607286 w 607286"/>
              <a:gd name="connsiteY13" fmla="*/ 388580 h 515410"/>
              <a:gd name="connsiteX14" fmla="*/ 607286 w 607286"/>
              <a:gd name="connsiteY14" fmla="*/ 396312 h 515410"/>
              <a:gd name="connsiteX15" fmla="*/ 527367 w 607286"/>
              <a:gd name="connsiteY15" fmla="*/ 436730 h 515410"/>
              <a:gd name="connsiteX16" fmla="*/ 496972 w 607286"/>
              <a:gd name="connsiteY16" fmla="*/ 296029 h 515410"/>
              <a:gd name="connsiteX17" fmla="*/ 443927 w 607286"/>
              <a:gd name="connsiteY17" fmla="*/ 255026 h 515410"/>
              <a:gd name="connsiteX18" fmla="*/ 447800 w 607286"/>
              <a:gd name="connsiteY18" fmla="*/ 255143 h 515410"/>
              <a:gd name="connsiteX19" fmla="*/ 494038 w 607286"/>
              <a:gd name="connsiteY19" fmla="*/ 237453 h 515410"/>
              <a:gd name="connsiteX20" fmla="*/ 113199 w 607286"/>
              <a:gd name="connsiteY20" fmla="*/ 237453 h 515410"/>
              <a:gd name="connsiteX21" fmla="*/ 159417 w 607286"/>
              <a:gd name="connsiteY21" fmla="*/ 255143 h 515410"/>
              <a:gd name="connsiteX22" fmla="*/ 163288 w 607286"/>
              <a:gd name="connsiteY22" fmla="*/ 255026 h 515410"/>
              <a:gd name="connsiteX23" fmla="*/ 110266 w 607286"/>
              <a:gd name="connsiteY23" fmla="*/ 296029 h 515410"/>
              <a:gd name="connsiteX24" fmla="*/ 79884 w 607286"/>
              <a:gd name="connsiteY24" fmla="*/ 436730 h 515410"/>
              <a:gd name="connsiteX25" fmla="*/ 0 w 607286"/>
              <a:gd name="connsiteY25" fmla="*/ 396312 h 515410"/>
              <a:gd name="connsiteX26" fmla="*/ 0 w 607286"/>
              <a:gd name="connsiteY26" fmla="*/ 388580 h 515410"/>
              <a:gd name="connsiteX27" fmla="*/ 235 w 607286"/>
              <a:gd name="connsiteY27" fmla="*/ 381785 h 515410"/>
              <a:gd name="connsiteX28" fmla="*/ 113199 w 607286"/>
              <a:gd name="connsiteY28" fmla="*/ 237453 h 515410"/>
              <a:gd name="connsiteX29" fmla="*/ 447940 w 607286"/>
              <a:gd name="connsiteY29" fmla="*/ 24839 h 515410"/>
              <a:gd name="connsiteX30" fmla="*/ 532275 w 607286"/>
              <a:gd name="connsiteY30" fmla="*/ 127229 h 515410"/>
              <a:gd name="connsiteX31" fmla="*/ 447940 w 607286"/>
              <a:gd name="connsiteY31" fmla="*/ 229620 h 515410"/>
              <a:gd name="connsiteX32" fmla="*/ 409350 w 607286"/>
              <a:gd name="connsiteY32" fmla="*/ 218373 h 515410"/>
              <a:gd name="connsiteX33" fmla="*/ 435272 w 607286"/>
              <a:gd name="connsiteY33" fmla="*/ 126058 h 515410"/>
              <a:gd name="connsiteX34" fmla="*/ 416388 w 607286"/>
              <a:gd name="connsiteY34" fmla="*/ 28588 h 515410"/>
              <a:gd name="connsiteX35" fmla="*/ 447940 w 607286"/>
              <a:gd name="connsiteY35" fmla="*/ 24839 h 515410"/>
              <a:gd name="connsiteX36" fmla="*/ 159441 w 607286"/>
              <a:gd name="connsiteY36" fmla="*/ 24839 h 515410"/>
              <a:gd name="connsiteX37" fmla="*/ 190894 w 607286"/>
              <a:gd name="connsiteY37" fmla="*/ 28588 h 515410"/>
              <a:gd name="connsiteX38" fmla="*/ 171999 w 607286"/>
              <a:gd name="connsiteY38" fmla="*/ 126058 h 515410"/>
              <a:gd name="connsiteX39" fmla="*/ 197936 w 607286"/>
              <a:gd name="connsiteY39" fmla="*/ 218373 h 515410"/>
              <a:gd name="connsiteX40" fmla="*/ 159441 w 607286"/>
              <a:gd name="connsiteY40" fmla="*/ 229620 h 515410"/>
              <a:gd name="connsiteX41" fmla="*/ 74940 w 607286"/>
              <a:gd name="connsiteY41" fmla="*/ 127229 h 515410"/>
              <a:gd name="connsiteX42" fmla="*/ 159441 w 607286"/>
              <a:gd name="connsiteY42" fmla="*/ 24839 h 515410"/>
              <a:gd name="connsiteX43" fmla="*/ 303643 w 607286"/>
              <a:gd name="connsiteY43" fmla="*/ 0 h 515410"/>
              <a:gd name="connsiteX44" fmla="*/ 407586 w 607286"/>
              <a:gd name="connsiteY44" fmla="*/ 126030 h 515410"/>
              <a:gd name="connsiteX45" fmla="*/ 303643 w 607286"/>
              <a:gd name="connsiteY45" fmla="*/ 252060 h 515410"/>
              <a:gd name="connsiteX46" fmla="*/ 199700 w 607286"/>
              <a:gd name="connsiteY46" fmla="*/ 126030 h 515410"/>
              <a:gd name="connsiteX47" fmla="*/ 303643 w 607286"/>
              <a:gd name="connsiteY47" fmla="*/ 0 h 515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7286" h="515410">
                <a:moveTo>
                  <a:pt x="246732" y="261798"/>
                </a:moveTo>
                <a:cubicBezTo>
                  <a:pt x="246732" y="261798"/>
                  <a:pt x="263864" y="283469"/>
                  <a:pt x="303643" y="283469"/>
                </a:cubicBezTo>
                <a:cubicBezTo>
                  <a:pt x="343539" y="283469"/>
                  <a:pt x="360554" y="261798"/>
                  <a:pt x="360554" y="261798"/>
                </a:cubicBezTo>
                <a:cubicBezTo>
                  <a:pt x="482003" y="283586"/>
                  <a:pt x="497844" y="318143"/>
                  <a:pt x="499721" y="439385"/>
                </a:cubicBezTo>
                <a:cubicBezTo>
                  <a:pt x="499839" y="447233"/>
                  <a:pt x="499956" y="448522"/>
                  <a:pt x="499956" y="447819"/>
                </a:cubicBezTo>
                <a:cubicBezTo>
                  <a:pt x="499956" y="449928"/>
                  <a:pt x="499956" y="452973"/>
                  <a:pt x="499956" y="457308"/>
                </a:cubicBezTo>
                <a:cubicBezTo>
                  <a:pt x="499956" y="457308"/>
                  <a:pt x="471090" y="515410"/>
                  <a:pt x="303643" y="515410"/>
                </a:cubicBezTo>
                <a:cubicBezTo>
                  <a:pt x="136313" y="515410"/>
                  <a:pt x="107330" y="457308"/>
                  <a:pt x="107330" y="457308"/>
                </a:cubicBezTo>
                <a:cubicBezTo>
                  <a:pt x="107330" y="450513"/>
                  <a:pt x="107330" y="446648"/>
                  <a:pt x="107330" y="444539"/>
                </a:cubicBezTo>
                <a:cubicBezTo>
                  <a:pt x="107330" y="445593"/>
                  <a:pt x="107447" y="445125"/>
                  <a:pt x="107682" y="435519"/>
                </a:cubicBezTo>
                <a:cubicBezTo>
                  <a:pt x="109794" y="317440"/>
                  <a:pt x="126691" y="283352"/>
                  <a:pt x="246732" y="261798"/>
                </a:cubicBezTo>
                <a:close/>
                <a:moveTo>
                  <a:pt x="494038" y="237453"/>
                </a:moveTo>
                <a:cubicBezTo>
                  <a:pt x="592734" y="255260"/>
                  <a:pt x="605526" y="283260"/>
                  <a:pt x="607169" y="381785"/>
                </a:cubicBezTo>
                <a:cubicBezTo>
                  <a:pt x="607286" y="388112"/>
                  <a:pt x="607286" y="389166"/>
                  <a:pt x="607286" y="388580"/>
                </a:cubicBezTo>
                <a:cubicBezTo>
                  <a:pt x="607286" y="390220"/>
                  <a:pt x="607286" y="392681"/>
                  <a:pt x="607286" y="396312"/>
                </a:cubicBezTo>
                <a:cubicBezTo>
                  <a:pt x="607286" y="396312"/>
                  <a:pt x="593673" y="423609"/>
                  <a:pt x="527367" y="436730"/>
                </a:cubicBezTo>
                <a:cubicBezTo>
                  <a:pt x="526311" y="372413"/>
                  <a:pt x="520795" y="328598"/>
                  <a:pt x="496972" y="296029"/>
                </a:cubicBezTo>
                <a:cubicBezTo>
                  <a:pt x="483241" y="277168"/>
                  <a:pt x="464464" y="264281"/>
                  <a:pt x="443927" y="255026"/>
                </a:cubicBezTo>
                <a:cubicBezTo>
                  <a:pt x="445218" y="255026"/>
                  <a:pt x="446509" y="255143"/>
                  <a:pt x="447800" y="255143"/>
                </a:cubicBezTo>
                <a:cubicBezTo>
                  <a:pt x="480190" y="255143"/>
                  <a:pt x="494038" y="237453"/>
                  <a:pt x="494038" y="237453"/>
                </a:cubicBezTo>
                <a:close/>
                <a:moveTo>
                  <a:pt x="113199" y="237453"/>
                </a:moveTo>
                <a:cubicBezTo>
                  <a:pt x="113199" y="237453"/>
                  <a:pt x="127041" y="255143"/>
                  <a:pt x="159417" y="255143"/>
                </a:cubicBezTo>
                <a:cubicBezTo>
                  <a:pt x="160707" y="255143"/>
                  <a:pt x="161998" y="255026"/>
                  <a:pt x="163288" y="255026"/>
                </a:cubicBezTo>
                <a:cubicBezTo>
                  <a:pt x="142760" y="264281"/>
                  <a:pt x="124108" y="277168"/>
                  <a:pt x="110266" y="296029"/>
                </a:cubicBezTo>
                <a:cubicBezTo>
                  <a:pt x="86453" y="328598"/>
                  <a:pt x="81057" y="372413"/>
                  <a:pt x="79884" y="436730"/>
                </a:cubicBezTo>
                <a:cubicBezTo>
                  <a:pt x="13607" y="423609"/>
                  <a:pt x="0" y="396312"/>
                  <a:pt x="0" y="396312"/>
                </a:cubicBezTo>
                <a:cubicBezTo>
                  <a:pt x="0" y="392681"/>
                  <a:pt x="0" y="390220"/>
                  <a:pt x="0" y="388580"/>
                </a:cubicBezTo>
                <a:cubicBezTo>
                  <a:pt x="0" y="389166"/>
                  <a:pt x="117" y="388112"/>
                  <a:pt x="235" y="381785"/>
                </a:cubicBezTo>
                <a:cubicBezTo>
                  <a:pt x="1760" y="283260"/>
                  <a:pt x="14663" y="255260"/>
                  <a:pt x="113199" y="237453"/>
                </a:cubicBezTo>
                <a:close/>
                <a:moveTo>
                  <a:pt x="447940" y="24839"/>
                </a:moveTo>
                <a:cubicBezTo>
                  <a:pt x="519842" y="24839"/>
                  <a:pt x="532275" y="70645"/>
                  <a:pt x="532275" y="127229"/>
                </a:cubicBezTo>
                <a:cubicBezTo>
                  <a:pt x="532275" y="183814"/>
                  <a:pt x="494506" y="229620"/>
                  <a:pt x="447940" y="229620"/>
                </a:cubicBezTo>
                <a:cubicBezTo>
                  <a:pt x="433982" y="229620"/>
                  <a:pt x="420962" y="225520"/>
                  <a:pt x="409350" y="218373"/>
                </a:cubicBezTo>
                <a:cubicBezTo>
                  <a:pt x="426123" y="191780"/>
                  <a:pt x="435272" y="159681"/>
                  <a:pt x="435272" y="126058"/>
                </a:cubicBezTo>
                <a:cubicBezTo>
                  <a:pt x="435272" y="96419"/>
                  <a:pt x="433044" y="59164"/>
                  <a:pt x="416388" y="28588"/>
                </a:cubicBezTo>
                <a:cubicBezTo>
                  <a:pt x="425302" y="26128"/>
                  <a:pt x="435741" y="24839"/>
                  <a:pt x="447940" y="24839"/>
                </a:cubicBezTo>
                <a:close/>
                <a:moveTo>
                  <a:pt x="159441" y="24839"/>
                </a:moveTo>
                <a:cubicBezTo>
                  <a:pt x="171529" y="24839"/>
                  <a:pt x="181975" y="26128"/>
                  <a:pt x="190894" y="28588"/>
                </a:cubicBezTo>
                <a:cubicBezTo>
                  <a:pt x="174346" y="59164"/>
                  <a:pt x="171999" y="96419"/>
                  <a:pt x="171999" y="126058"/>
                </a:cubicBezTo>
                <a:cubicBezTo>
                  <a:pt x="171999" y="159681"/>
                  <a:pt x="181153" y="191780"/>
                  <a:pt x="197936" y="218373"/>
                </a:cubicBezTo>
                <a:cubicBezTo>
                  <a:pt x="186434" y="225520"/>
                  <a:pt x="173290" y="229620"/>
                  <a:pt x="159441" y="229620"/>
                </a:cubicBezTo>
                <a:cubicBezTo>
                  <a:pt x="112848" y="229620"/>
                  <a:pt x="74940" y="183814"/>
                  <a:pt x="74940" y="127229"/>
                </a:cubicBezTo>
                <a:cubicBezTo>
                  <a:pt x="74940" y="70645"/>
                  <a:pt x="87380" y="24839"/>
                  <a:pt x="159441" y="24839"/>
                </a:cubicBezTo>
                <a:close/>
                <a:moveTo>
                  <a:pt x="303643" y="0"/>
                </a:moveTo>
                <a:cubicBezTo>
                  <a:pt x="392335" y="0"/>
                  <a:pt x="407586" y="56456"/>
                  <a:pt x="407586" y="126030"/>
                </a:cubicBezTo>
                <a:cubicBezTo>
                  <a:pt x="407586" y="195604"/>
                  <a:pt x="361011" y="252060"/>
                  <a:pt x="303643" y="252060"/>
                </a:cubicBezTo>
                <a:cubicBezTo>
                  <a:pt x="246275" y="252060"/>
                  <a:pt x="199700" y="195604"/>
                  <a:pt x="199700" y="126030"/>
                </a:cubicBezTo>
                <a:cubicBezTo>
                  <a:pt x="199700" y="56456"/>
                  <a:pt x="215069" y="0"/>
                  <a:pt x="30364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DC9C1894-0BA4-432B-A5D8-6E76CD1F907A}"/>
              </a:ext>
            </a:extLst>
          </p:cNvPr>
          <p:cNvSpPr/>
          <p:nvPr/>
        </p:nvSpPr>
        <p:spPr bwMode="auto">
          <a:xfrm>
            <a:off x="9007308" y="3708826"/>
            <a:ext cx="461080" cy="391323"/>
          </a:xfrm>
          <a:custGeom>
            <a:avLst/>
            <a:gdLst>
              <a:gd name="connsiteX0" fmla="*/ 246732 w 607286"/>
              <a:gd name="connsiteY0" fmla="*/ 261798 h 515410"/>
              <a:gd name="connsiteX1" fmla="*/ 303643 w 607286"/>
              <a:gd name="connsiteY1" fmla="*/ 283469 h 515410"/>
              <a:gd name="connsiteX2" fmla="*/ 360554 w 607286"/>
              <a:gd name="connsiteY2" fmla="*/ 261798 h 515410"/>
              <a:gd name="connsiteX3" fmla="*/ 499721 w 607286"/>
              <a:gd name="connsiteY3" fmla="*/ 439385 h 515410"/>
              <a:gd name="connsiteX4" fmla="*/ 499956 w 607286"/>
              <a:gd name="connsiteY4" fmla="*/ 447819 h 515410"/>
              <a:gd name="connsiteX5" fmla="*/ 499956 w 607286"/>
              <a:gd name="connsiteY5" fmla="*/ 457308 h 515410"/>
              <a:gd name="connsiteX6" fmla="*/ 303643 w 607286"/>
              <a:gd name="connsiteY6" fmla="*/ 515410 h 515410"/>
              <a:gd name="connsiteX7" fmla="*/ 107330 w 607286"/>
              <a:gd name="connsiteY7" fmla="*/ 457308 h 515410"/>
              <a:gd name="connsiteX8" fmla="*/ 107330 w 607286"/>
              <a:gd name="connsiteY8" fmla="*/ 444539 h 515410"/>
              <a:gd name="connsiteX9" fmla="*/ 107682 w 607286"/>
              <a:gd name="connsiteY9" fmla="*/ 435519 h 515410"/>
              <a:gd name="connsiteX10" fmla="*/ 246732 w 607286"/>
              <a:gd name="connsiteY10" fmla="*/ 261798 h 515410"/>
              <a:gd name="connsiteX11" fmla="*/ 494038 w 607286"/>
              <a:gd name="connsiteY11" fmla="*/ 237453 h 515410"/>
              <a:gd name="connsiteX12" fmla="*/ 607169 w 607286"/>
              <a:gd name="connsiteY12" fmla="*/ 381785 h 515410"/>
              <a:gd name="connsiteX13" fmla="*/ 607286 w 607286"/>
              <a:gd name="connsiteY13" fmla="*/ 388580 h 515410"/>
              <a:gd name="connsiteX14" fmla="*/ 607286 w 607286"/>
              <a:gd name="connsiteY14" fmla="*/ 396312 h 515410"/>
              <a:gd name="connsiteX15" fmla="*/ 527367 w 607286"/>
              <a:gd name="connsiteY15" fmla="*/ 436730 h 515410"/>
              <a:gd name="connsiteX16" fmla="*/ 496972 w 607286"/>
              <a:gd name="connsiteY16" fmla="*/ 296029 h 515410"/>
              <a:gd name="connsiteX17" fmla="*/ 443927 w 607286"/>
              <a:gd name="connsiteY17" fmla="*/ 255026 h 515410"/>
              <a:gd name="connsiteX18" fmla="*/ 447800 w 607286"/>
              <a:gd name="connsiteY18" fmla="*/ 255143 h 515410"/>
              <a:gd name="connsiteX19" fmla="*/ 494038 w 607286"/>
              <a:gd name="connsiteY19" fmla="*/ 237453 h 515410"/>
              <a:gd name="connsiteX20" fmla="*/ 113199 w 607286"/>
              <a:gd name="connsiteY20" fmla="*/ 237453 h 515410"/>
              <a:gd name="connsiteX21" fmla="*/ 159417 w 607286"/>
              <a:gd name="connsiteY21" fmla="*/ 255143 h 515410"/>
              <a:gd name="connsiteX22" fmla="*/ 163288 w 607286"/>
              <a:gd name="connsiteY22" fmla="*/ 255026 h 515410"/>
              <a:gd name="connsiteX23" fmla="*/ 110266 w 607286"/>
              <a:gd name="connsiteY23" fmla="*/ 296029 h 515410"/>
              <a:gd name="connsiteX24" fmla="*/ 79884 w 607286"/>
              <a:gd name="connsiteY24" fmla="*/ 436730 h 515410"/>
              <a:gd name="connsiteX25" fmla="*/ 0 w 607286"/>
              <a:gd name="connsiteY25" fmla="*/ 396312 h 515410"/>
              <a:gd name="connsiteX26" fmla="*/ 0 w 607286"/>
              <a:gd name="connsiteY26" fmla="*/ 388580 h 515410"/>
              <a:gd name="connsiteX27" fmla="*/ 235 w 607286"/>
              <a:gd name="connsiteY27" fmla="*/ 381785 h 515410"/>
              <a:gd name="connsiteX28" fmla="*/ 113199 w 607286"/>
              <a:gd name="connsiteY28" fmla="*/ 237453 h 515410"/>
              <a:gd name="connsiteX29" fmla="*/ 447940 w 607286"/>
              <a:gd name="connsiteY29" fmla="*/ 24839 h 515410"/>
              <a:gd name="connsiteX30" fmla="*/ 532275 w 607286"/>
              <a:gd name="connsiteY30" fmla="*/ 127229 h 515410"/>
              <a:gd name="connsiteX31" fmla="*/ 447940 w 607286"/>
              <a:gd name="connsiteY31" fmla="*/ 229620 h 515410"/>
              <a:gd name="connsiteX32" fmla="*/ 409350 w 607286"/>
              <a:gd name="connsiteY32" fmla="*/ 218373 h 515410"/>
              <a:gd name="connsiteX33" fmla="*/ 435272 w 607286"/>
              <a:gd name="connsiteY33" fmla="*/ 126058 h 515410"/>
              <a:gd name="connsiteX34" fmla="*/ 416388 w 607286"/>
              <a:gd name="connsiteY34" fmla="*/ 28588 h 515410"/>
              <a:gd name="connsiteX35" fmla="*/ 447940 w 607286"/>
              <a:gd name="connsiteY35" fmla="*/ 24839 h 515410"/>
              <a:gd name="connsiteX36" fmla="*/ 159441 w 607286"/>
              <a:gd name="connsiteY36" fmla="*/ 24839 h 515410"/>
              <a:gd name="connsiteX37" fmla="*/ 190894 w 607286"/>
              <a:gd name="connsiteY37" fmla="*/ 28588 h 515410"/>
              <a:gd name="connsiteX38" fmla="*/ 171999 w 607286"/>
              <a:gd name="connsiteY38" fmla="*/ 126058 h 515410"/>
              <a:gd name="connsiteX39" fmla="*/ 197936 w 607286"/>
              <a:gd name="connsiteY39" fmla="*/ 218373 h 515410"/>
              <a:gd name="connsiteX40" fmla="*/ 159441 w 607286"/>
              <a:gd name="connsiteY40" fmla="*/ 229620 h 515410"/>
              <a:gd name="connsiteX41" fmla="*/ 74940 w 607286"/>
              <a:gd name="connsiteY41" fmla="*/ 127229 h 515410"/>
              <a:gd name="connsiteX42" fmla="*/ 159441 w 607286"/>
              <a:gd name="connsiteY42" fmla="*/ 24839 h 515410"/>
              <a:gd name="connsiteX43" fmla="*/ 303643 w 607286"/>
              <a:gd name="connsiteY43" fmla="*/ 0 h 515410"/>
              <a:gd name="connsiteX44" fmla="*/ 407586 w 607286"/>
              <a:gd name="connsiteY44" fmla="*/ 126030 h 515410"/>
              <a:gd name="connsiteX45" fmla="*/ 303643 w 607286"/>
              <a:gd name="connsiteY45" fmla="*/ 252060 h 515410"/>
              <a:gd name="connsiteX46" fmla="*/ 199700 w 607286"/>
              <a:gd name="connsiteY46" fmla="*/ 126030 h 515410"/>
              <a:gd name="connsiteX47" fmla="*/ 303643 w 607286"/>
              <a:gd name="connsiteY47" fmla="*/ 0 h 515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7286" h="515410">
                <a:moveTo>
                  <a:pt x="246732" y="261798"/>
                </a:moveTo>
                <a:cubicBezTo>
                  <a:pt x="246732" y="261798"/>
                  <a:pt x="263864" y="283469"/>
                  <a:pt x="303643" y="283469"/>
                </a:cubicBezTo>
                <a:cubicBezTo>
                  <a:pt x="343539" y="283469"/>
                  <a:pt x="360554" y="261798"/>
                  <a:pt x="360554" y="261798"/>
                </a:cubicBezTo>
                <a:cubicBezTo>
                  <a:pt x="482003" y="283586"/>
                  <a:pt x="497844" y="318143"/>
                  <a:pt x="499721" y="439385"/>
                </a:cubicBezTo>
                <a:cubicBezTo>
                  <a:pt x="499839" y="447233"/>
                  <a:pt x="499956" y="448522"/>
                  <a:pt x="499956" y="447819"/>
                </a:cubicBezTo>
                <a:cubicBezTo>
                  <a:pt x="499956" y="449928"/>
                  <a:pt x="499956" y="452973"/>
                  <a:pt x="499956" y="457308"/>
                </a:cubicBezTo>
                <a:cubicBezTo>
                  <a:pt x="499956" y="457308"/>
                  <a:pt x="471090" y="515410"/>
                  <a:pt x="303643" y="515410"/>
                </a:cubicBezTo>
                <a:cubicBezTo>
                  <a:pt x="136313" y="515410"/>
                  <a:pt x="107330" y="457308"/>
                  <a:pt x="107330" y="457308"/>
                </a:cubicBezTo>
                <a:cubicBezTo>
                  <a:pt x="107330" y="450513"/>
                  <a:pt x="107330" y="446648"/>
                  <a:pt x="107330" y="444539"/>
                </a:cubicBezTo>
                <a:cubicBezTo>
                  <a:pt x="107330" y="445593"/>
                  <a:pt x="107447" y="445125"/>
                  <a:pt x="107682" y="435519"/>
                </a:cubicBezTo>
                <a:cubicBezTo>
                  <a:pt x="109794" y="317440"/>
                  <a:pt x="126691" y="283352"/>
                  <a:pt x="246732" y="261798"/>
                </a:cubicBezTo>
                <a:close/>
                <a:moveTo>
                  <a:pt x="494038" y="237453"/>
                </a:moveTo>
                <a:cubicBezTo>
                  <a:pt x="592734" y="255260"/>
                  <a:pt x="605526" y="283260"/>
                  <a:pt x="607169" y="381785"/>
                </a:cubicBezTo>
                <a:cubicBezTo>
                  <a:pt x="607286" y="388112"/>
                  <a:pt x="607286" y="389166"/>
                  <a:pt x="607286" y="388580"/>
                </a:cubicBezTo>
                <a:cubicBezTo>
                  <a:pt x="607286" y="390220"/>
                  <a:pt x="607286" y="392681"/>
                  <a:pt x="607286" y="396312"/>
                </a:cubicBezTo>
                <a:cubicBezTo>
                  <a:pt x="607286" y="396312"/>
                  <a:pt x="593673" y="423609"/>
                  <a:pt x="527367" y="436730"/>
                </a:cubicBezTo>
                <a:cubicBezTo>
                  <a:pt x="526311" y="372413"/>
                  <a:pt x="520795" y="328598"/>
                  <a:pt x="496972" y="296029"/>
                </a:cubicBezTo>
                <a:cubicBezTo>
                  <a:pt x="483241" y="277168"/>
                  <a:pt x="464464" y="264281"/>
                  <a:pt x="443927" y="255026"/>
                </a:cubicBezTo>
                <a:cubicBezTo>
                  <a:pt x="445218" y="255026"/>
                  <a:pt x="446509" y="255143"/>
                  <a:pt x="447800" y="255143"/>
                </a:cubicBezTo>
                <a:cubicBezTo>
                  <a:pt x="480190" y="255143"/>
                  <a:pt x="494038" y="237453"/>
                  <a:pt x="494038" y="237453"/>
                </a:cubicBezTo>
                <a:close/>
                <a:moveTo>
                  <a:pt x="113199" y="237453"/>
                </a:moveTo>
                <a:cubicBezTo>
                  <a:pt x="113199" y="237453"/>
                  <a:pt x="127041" y="255143"/>
                  <a:pt x="159417" y="255143"/>
                </a:cubicBezTo>
                <a:cubicBezTo>
                  <a:pt x="160707" y="255143"/>
                  <a:pt x="161998" y="255026"/>
                  <a:pt x="163288" y="255026"/>
                </a:cubicBezTo>
                <a:cubicBezTo>
                  <a:pt x="142760" y="264281"/>
                  <a:pt x="124108" y="277168"/>
                  <a:pt x="110266" y="296029"/>
                </a:cubicBezTo>
                <a:cubicBezTo>
                  <a:pt x="86453" y="328598"/>
                  <a:pt x="81057" y="372413"/>
                  <a:pt x="79884" y="436730"/>
                </a:cubicBezTo>
                <a:cubicBezTo>
                  <a:pt x="13607" y="423609"/>
                  <a:pt x="0" y="396312"/>
                  <a:pt x="0" y="396312"/>
                </a:cubicBezTo>
                <a:cubicBezTo>
                  <a:pt x="0" y="392681"/>
                  <a:pt x="0" y="390220"/>
                  <a:pt x="0" y="388580"/>
                </a:cubicBezTo>
                <a:cubicBezTo>
                  <a:pt x="0" y="389166"/>
                  <a:pt x="117" y="388112"/>
                  <a:pt x="235" y="381785"/>
                </a:cubicBezTo>
                <a:cubicBezTo>
                  <a:pt x="1760" y="283260"/>
                  <a:pt x="14663" y="255260"/>
                  <a:pt x="113199" y="237453"/>
                </a:cubicBezTo>
                <a:close/>
                <a:moveTo>
                  <a:pt x="447940" y="24839"/>
                </a:moveTo>
                <a:cubicBezTo>
                  <a:pt x="519842" y="24839"/>
                  <a:pt x="532275" y="70645"/>
                  <a:pt x="532275" y="127229"/>
                </a:cubicBezTo>
                <a:cubicBezTo>
                  <a:pt x="532275" y="183814"/>
                  <a:pt x="494506" y="229620"/>
                  <a:pt x="447940" y="229620"/>
                </a:cubicBezTo>
                <a:cubicBezTo>
                  <a:pt x="433982" y="229620"/>
                  <a:pt x="420962" y="225520"/>
                  <a:pt x="409350" y="218373"/>
                </a:cubicBezTo>
                <a:cubicBezTo>
                  <a:pt x="426123" y="191780"/>
                  <a:pt x="435272" y="159681"/>
                  <a:pt x="435272" y="126058"/>
                </a:cubicBezTo>
                <a:cubicBezTo>
                  <a:pt x="435272" y="96419"/>
                  <a:pt x="433044" y="59164"/>
                  <a:pt x="416388" y="28588"/>
                </a:cubicBezTo>
                <a:cubicBezTo>
                  <a:pt x="425302" y="26128"/>
                  <a:pt x="435741" y="24839"/>
                  <a:pt x="447940" y="24839"/>
                </a:cubicBezTo>
                <a:close/>
                <a:moveTo>
                  <a:pt x="159441" y="24839"/>
                </a:moveTo>
                <a:cubicBezTo>
                  <a:pt x="171529" y="24839"/>
                  <a:pt x="181975" y="26128"/>
                  <a:pt x="190894" y="28588"/>
                </a:cubicBezTo>
                <a:cubicBezTo>
                  <a:pt x="174346" y="59164"/>
                  <a:pt x="171999" y="96419"/>
                  <a:pt x="171999" y="126058"/>
                </a:cubicBezTo>
                <a:cubicBezTo>
                  <a:pt x="171999" y="159681"/>
                  <a:pt x="181153" y="191780"/>
                  <a:pt x="197936" y="218373"/>
                </a:cubicBezTo>
                <a:cubicBezTo>
                  <a:pt x="186434" y="225520"/>
                  <a:pt x="173290" y="229620"/>
                  <a:pt x="159441" y="229620"/>
                </a:cubicBezTo>
                <a:cubicBezTo>
                  <a:pt x="112848" y="229620"/>
                  <a:pt x="74940" y="183814"/>
                  <a:pt x="74940" y="127229"/>
                </a:cubicBezTo>
                <a:cubicBezTo>
                  <a:pt x="74940" y="70645"/>
                  <a:pt x="87380" y="24839"/>
                  <a:pt x="159441" y="24839"/>
                </a:cubicBezTo>
                <a:close/>
                <a:moveTo>
                  <a:pt x="303643" y="0"/>
                </a:moveTo>
                <a:cubicBezTo>
                  <a:pt x="392335" y="0"/>
                  <a:pt x="407586" y="56456"/>
                  <a:pt x="407586" y="126030"/>
                </a:cubicBezTo>
                <a:cubicBezTo>
                  <a:pt x="407586" y="195604"/>
                  <a:pt x="361011" y="252060"/>
                  <a:pt x="303643" y="252060"/>
                </a:cubicBezTo>
                <a:cubicBezTo>
                  <a:pt x="246275" y="252060"/>
                  <a:pt x="199700" y="195604"/>
                  <a:pt x="199700" y="126030"/>
                </a:cubicBezTo>
                <a:cubicBezTo>
                  <a:pt x="199700" y="56456"/>
                  <a:pt x="215069" y="0"/>
                  <a:pt x="3036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DE0E339-A9DA-4D88-A23A-0C571D5B55CD}"/>
              </a:ext>
            </a:extLst>
          </p:cNvPr>
          <p:cNvSpPr/>
          <p:nvPr/>
        </p:nvSpPr>
        <p:spPr bwMode="auto">
          <a:xfrm>
            <a:off x="5884813" y="4071564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C4A8525-7B48-479F-BA80-9BEC2D468A5C}"/>
              </a:ext>
            </a:extLst>
          </p:cNvPr>
          <p:cNvSpPr txBox="1"/>
          <p:nvPr/>
        </p:nvSpPr>
        <p:spPr bwMode="auto">
          <a:xfrm>
            <a:off x="5884813" y="3512918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课程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E608544-EFB1-4548-A538-BE3C08D52DC1}"/>
              </a:ext>
            </a:extLst>
          </p:cNvPr>
          <p:cNvSpPr/>
          <p:nvPr/>
        </p:nvSpPr>
        <p:spPr bwMode="auto">
          <a:xfrm>
            <a:off x="5883817" y="5717505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0D768F17-5DC2-453D-9C2D-6DD6AAECF605}"/>
              </a:ext>
            </a:extLst>
          </p:cNvPr>
          <p:cNvSpPr txBox="1"/>
          <p:nvPr/>
        </p:nvSpPr>
        <p:spPr bwMode="auto">
          <a:xfrm>
            <a:off x="5883817" y="5158859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课程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D0F10130-99B5-48CF-96F6-1987A8A548E5}"/>
              </a:ext>
            </a:extLst>
          </p:cNvPr>
          <p:cNvSpPr/>
          <p:nvPr/>
        </p:nvSpPr>
        <p:spPr bwMode="auto">
          <a:xfrm>
            <a:off x="9634508" y="5723872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A6BB31B-C15D-471F-AF96-D805825F9F8C}"/>
              </a:ext>
            </a:extLst>
          </p:cNvPr>
          <p:cNvSpPr txBox="1"/>
          <p:nvPr/>
        </p:nvSpPr>
        <p:spPr bwMode="auto">
          <a:xfrm>
            <a:off x="9634509" y="5165226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课程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2078E11-D369-4188-88D2-D6B0F3321588}"/>
              </a:ext>
            </a:extLst>
          </p:cNvPr>
          <p:cNvSpPr/>
          <p:nvPr/>
        </p:nvSpPr>
        <p:spPr bwMode="auto">
          <a:xfrm>
            <a:off x="9622302" y="4066335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6FA6CA5-C4CF-45CE-B144-3B356379785B}"/>
              </a:ext>
            </a:extLst>
          </p:cNvPr>
          <p:cNvSpPr txBox="1"/>
          <p:nvPr/>
        </p:nvSpPr>
        <p:spPr bwMode="auto">
          <a:xfrm>
            <a:off x="9622303" y="3507689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课程</a:t>
            </a:r>
            <a:endParaRPr lang="en-US" altLang="zh-CN" sz="2000" b="1" dirty="0">
              <a:cs typeface="+mn-ea"/>
              <a:sym typeface="+mn-lt"/>
            </a:endParaRP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36BFF4EA-D211-47B5-BF93-AE2B541AA8FB}"/>
              </a:ext>
            </a:extLst>
          </p:cNvPr>
          <p:cNvGrpSpPr/>
          <p:nvPr/>
        </p:nvGrpSpPr>
        <p:grpSpPr>
          <a:xfrm>
            <a:off x="7960610" y="3800823"/>
            <a:ext cx="265512" cy="265512"/>
            <a:chOff x="6231000" y="1314000"/>
            <a:chExt cx="331725" cy="331725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0BE99536-81DE-4210-82DA-0A8EA6660B50}"/>
                </a:ext>
              </a:extLst>
            </p:cNvPr>
            <p:cNvSpPr/>
            <p:nvPr/>
          </p:nvSpPr>
          <p:spPr bwMode="auto">
            <a:xfrm>
              <a:off x="6231000" y="1314000"/>
              <a:ext cx="331725" cy="331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40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  <p:sp>
          <p:nvSpPr>
            <p:cNvPr id="125" name="箭头: 右 124">
              <a:extLst>
                <a:ext uri="{FF2B5EF4-FFF2-40B4-BE49-F238E27FC236}">
                  <a16:creationId xmlns:a16="http://schemas.microsoft.com/office/drawing/2014/main" id="{C1A576AD-8C0A-4DD4-B543-6D9A4BDF9016}"/>
                </a:ext>
              </a:extLst>
            </p:cNvPr>
            <p:cNvSpPr/>
            <p:nvPr/>
          </p:nvSpPr>
          <p:spPr bwMode="auto">
            <a:xfrm>
              <a:off x="6281721" y="1386150"/>
              <a:ext cx="230282" cy="187424"/>
            </a:xfrm>
            <a:prstGeom prst="rightArrow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007F218C-F930-494E-9DDD-7DDF248BB465}"/>
              </a:ext>
            </a:extLst>
          </p:cNvPr>
          <p:cNvGrpSpPr/>
          <p:nvPr/>
        </p:nvGrpSpPr>
        <p:grpSpPr>
          <a:xfrm flipH="1">
            <a:off x="7960610" y="5374028"/>
            <a:ext cx="265512" cy="265512"/>
            <a:chOff x="6231000" y="1314000"/>
            <a:chExt cx="331725" cy="331725"/>
          </a:xfrm>
        </p:grpSpPr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644ED79C-6694-45E9-8ED4-8BEBA555967A}"/>
                </a:ext>
              </a:extLst>
            </p:cNvPr>
            <p:cNvSpPr/>
            <p:nvPr/>
          </p:nvSpPr>
          <p:spPr bwMode="auto">
            <a:xfrm>
              <a:off x="6231000" y="1314000"/>
              <a:ext cx="331725" cy="331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40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  <p:sp>
          <p:nvSpPr>
            <p:cNvPr id="128" name="箭头: 右 127">
              <a:extLst>
                <a:ext uri="{FF2B5EF4-FFF2-40B4-BE49-F238E27FC236}">
                  <a16:creationId xmlns:a16="http://schemas.microsoft.com/office/drawing/2014/main" id="{EA2273EE-FB7F-4D76-84C7-F228BBCF51ED}"/>
                </a:ext>
              </a:extLst>
            </p:cNvPr>
            <p:cNvSpPr/>
            <p:nvPr/>
          </p:nvSpPr>
          <p:spPr bwMode="auto">
            <a:xfrm>
              <a:off x="6281721" y="1386150"/>
              <a:ext cx="230282" cy="187424"/>
            </a:xfrm>
            <a:prstGeom prst="rightArrow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FDBFAE9D-4E3B-4B5B-87E7-0781C0CB98FF}"/>
              </a:ext>
            </a:extLst>
          </p:cNvPr>
          <p:cNvGrpSpPr/>
          <p:nvPr/>
        </p:nvGrpSpPr>
        <p:grpSpPr>
          <a:xfrm rot="5400000">
            <a:off x="10319762" y="4801922"/>
            <a:ext cx="265512" cy="265512"/>
            <a:chOff x="6231000" y="1314000"/>
            <a:chExt cx="331725" cy="331725"/>
          </a:xfrm>
        </p:grpSpPr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FD4DEF31-0C47-444C-9389-BB2BCE45F1BA}"/>
                </a:ext>
              </a:extLst>
            </p:cNvPr>
            <p:cNvSpPr/>
            <p:nvPr/>
          </p:nvSpPr>
          <p:spPr bwMode="auto">
            <a:xfrm>
              <a:off x="6231000" y="1314000"/>
              <a:ext cx="331725" cy="331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40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  <p:sp>
          <p:nvSpPr>
            <p:cNvPr id="131" name="箭头: 右 130">
              <a:extLst>
                <a:ext uri="{FF2B5EF4-FFF2-40B4-BE49-F238E27FC236}">
                  <a16:creationId xmlns:a16="http://schemas.microsoft.com/office/drawing/2014/main" id="{8560FBD3-EB33-4CAD-92C6-D0CC9CA35B2F}"/>
                </a:ext>
              </a:extLst>
            </p:cNvPr>
            <p:cNvSpPr/>
            <p:nvPr/>
          </p:nvSpPr>
          <p:spPr bwMode="auto">
            <a:xfrm>
              <a:off x="6281721" y="1386150"/>
              <a:ext cx="230282" cy="187424"/>
            </a:xfrm>
            <a:prstGeom prst="rightArrow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dirty="0">
                <a:solidFill>
                  <a:schemeClr val="dk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2" name="文本框 131">
            <a:extLst>
              <a:ext uri="{FF2B5EF4-FFF2-40B4-BE49-F238E27FC236}">
                <a16:creationId xmlns:a16="http://schemas.microsoft.com/office/drawing/2014/main" id="{5A0E95A0-7A87-474B-B048-0A8896D00F90}"/>
              </a:ext>
            </a:extLst>
          </p:cNvPr>
          <p:cNvSpPr txBox="1"/>
          <p:nvPr/>
        </p:nvSpPr>
        <p:spPr>
          <a:xfrm>
            <a:off x="5426120" y="1478967"/>
            <a:ext cx="5401538" cy="6222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en-US" sz="2000" b="1" dirty="0">
                <a:cs typeface="+mn-ea"/>
                <a:sym typeface="+mn-lt"/>
              </a:rPr>
              <a:t>Unified fonts make reading more fluent.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E52A1A8C-A02A-4ED8-9D5B-6DF5A1737A64}"/>
              </a:ext>
            </a:extLst>
          </p:cNvPr>
          <p:cNvSpPr txBox="1"/>
          <p:nvPr/>
        </p:nvSpPr>
        <p:spPr>
          <a:xfrm>
            <a:off x="5426119" y="2101252"/>
            <a:ext cx="5401539" cy="88448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Adjust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… …</a:t>
            </a:r>
          </a:p>
        </p:txBody>
      </p:sp>
    </p:spTree>
    <p:extLst>
      <p:ext uri="{BB962C8B-B14F-4D97-AF65-F5344CB8AC3E}">
        <p14:creationId xmlns:p14="http://schemas.microsoft.com/office/powerpoint/2010/main" val="2632615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5C5B5-ECB0-4848-87EB-12902DBBB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课程简介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0EE77450-A255-42DF-8D72-E3B70FDFF402}"/>
              </a:ext>
            </a:extLst>
          </p:cNvPr>
          <p:cNvSpPr/>
          <p:nvPr/>
        </p:nvSpPr>
        <p:spPr>
          <a:xfrm>
            <a:off x="2143974" y="1960067"/>
            <a:ext cx="992078" cy="1000125"/>
          </a:xfrm>
          <a:custGeom>
            <a:avLst/>
            <a:gdLst>
              <a:gd name="connsiteX0" fmla="*/ 24905 w 565449"/>
              <a:gd name="connsiteY0" fmla="*/ 197064 h 570035"/>
              <a:gd name="connsiteX1" fmla="*/ 187249 w 565449"/>
              <a:gd name="connsiteY1" fmla="*/ 197064 h 570035"/>
              <a:gd name="connsiteX2" fmla="*/ 212154 w 565449"/>
              <a:gd name="connsiteY2" fmla="*/ 222850 h 570035"/>
              <a:gd name="connsiteX3" fmla="*/ 212154 w 565449"/>
              <a:gd name="connsiteY3" fmla="*/ 378484 h 570035"/>
              <a:gd name="connsiteX4" fmla="*/ 187249 w 565449"/>
              <a:gd name="connsiteY4" fmla="*/ 403349 h 570035"/>
              <a:gd name="connsiteX5" fmla="*/ 167879 w 565449"/>
              <a:gd name="connsiteY5" fmla="*/ 394140 h 570035"/>
              <a:gd name="connsiteX6" fmla="*/ 157732 w 565449"/>
              <a:gd name="connsiteY6" fmla="*/ 546091 h 570035"/>
              <a:gd name="connsiteX7" fmla="*/ 131905 w 565449"/>
              <a:gd name="connsiteY7" fmla="*/ 570035 h 570035"/>
              <a:gd name="connsiteX8" fmla="*/ 80250 w 565449"/>
              <a:gd name="connsiteY8" fmla="*/ 570035 h 570035"/>
              <a:gd name="connsiteX9" fmla="*/ 54422 w 565449"/>
              <a:gd name="connsiteY9" fmla="*/ 546091 h 570035"/>
              <a:gd name="connsiteX10" fmla="*/ 45198 w 565449"/>
              <a:gd name="connsiteY10" fmla="*/ 394140 h 570035"/>
              <a:gd name="connsiteX11" fmla="*/ 25827 w 565449"/>
              <a:gd name="connsiteY11" fmla="*/ 403349 h 570035"/>
              <a:gd name="connsiteX12" fmla="*/ 0 w 565449"/>
              <a:gd name="connsiteY12" fmla="*/ 378484 h 570035"/>
              <a:gd name="connsiteX13" fmla="*/ 0 w 565449"/>
              <a:gd name="connsiteY13" fmla="*/ 222850 h 570035"/>
              <a:gd name="connsiteX14" fmla="*/ 24905 w 565449"/>
              <a:gd name="connsiteY14" fmla="*/ 197064 h 570035"/>
              <a:gd name="connsiteX15" fmla="*/ 445512 w 565449"/>
              <a:gd name="connsiteY15" fmla="*/ 95801 h 570035"/>
              <a:gd name="connsiteX16" fmla="*/ 428905 w 565449"/>
              <a:gd name="connsiteY16" fmla="*/ 112382 h 570035"/>
              <a:gd name="connsiteX17" fmla="*/ 445512 w 565449"/>
              <a:gd name="connsiteY17" fmla="*/ 128041 h 570035"/>
              <a:gd name="connsiteX18" fmla="*/ 461196 w 565449"/>
              <a:gd name="connsiteY18" fmla="*/ 112382 h 570035"/>
              <a:gd name="connsiteX19" fmla="*/ 445512 w 565449"/>
              <a:gd name="connsiteY19" fmla="*/ 95801 h 570035"/>
              <a:gd name="connsiteX20" fmla="*/ 393846 w 565449"/>
              <a:gd name="connsiteY20" fmla="*/ 95801 h 570035"/>
              <a:gd name="connsiteX21" fmla="*/ 377240 w 565449"/>
              <a:gd name="connsiteY21" fmla="*/ 112382 h 570035"/>
              <a:gd name="connsiteX22" fmla="*/ 393846 w 565449"/>
              <a:gd name="connsiteY22" fmla="*/ 128041 h 570035"/>
              <a:gd name="connsiteX23" fmla="*/ 409530 w 565449"/>
              <a:gd name="connsiteY23" fmla="*/ 112382 h 570035"/>
              <a:gd name="connsiteX24" fmla="*/ 393846 w 565449"/>
              <a:gd name="connsiteY24" fmla="*/ 95801 h 570035"/>
              <a:gd name="connsiteX25" fmla="*/ 342181 w 565449"/>
              <a:gd name="connsiteY25" fmla="*/ 95801 h 570035"/>
              <a:gd name="connsiteX26" fmla="*/ 326497 w 565449"/>
              <a:gd name="connsiteY26" fmla="*/ 112382 h 570035"/>
              <a:gd name="connsiteX27" fmla="*/ 342181 w 565449"/>
              <a:gd name="connsiteY27" fmla="*/ 128041 h 570035"/>
              <a:gd name="connsiteX28" fmla="*/ 358788 w 565449"/>
              <a:gd name="connsiteY28" fmla="*/ 112382 h 570035"/>
              <a:gd name="connsiteX29" fmla="*/ 342181 w 565449"/>
              <a:gd name="connsiteY29" fmla="*/ 95801 h 570035"/>
              <a:gd name="connsiteX30" fmla="*/ 106004 w 565449"/>
              <a:gd name="connsiteY30" fmla="*/ 42312 h 570035"/>
              <a:gd name="connsiteX31" fmla="*/ 175169 w 565449"/>
              <a:gd name="connsiteY31" fmla="*/ 111403 h 570035"/>
              <a:gd name="connsiteX32" fmla="*/ 106004 w 565449"/>
              <a:gd name="connsiteY32" fmla="*/ 180494 h 570035"/>
              <a:gd name="connsiteX33" fmla="*/ 36839 w 565449"/>
              <a:gd name="connsiteY33" fmla="*/ 111403 h 570035"/>
              <a:gd name="connsiteX34" fmla="*/ 106004 w 565449"/>
              <a:gd name="connsiteY34" fmla="*/ 42312 h 570035"/>
              <a:gd name="connsiteX35" fmla="*/ 400304 w 565449"/>
              <a:gd name="connsiteY35" fmla="*/ 0 h 570035"/>
              <a:gd name="connsiteX36" fmla="*/ 565449 w 565449"/>
              <a:gd name="connsiteY36" fmla="*/ 112382 h 570035"/>
              <a:gd name="connsiteX37" fmla="*/ 400304 w 565449"/>
              <a:gd name="connsiteY37" fmla="*/ 223842 h 570035"/>
              <a:gd name="connsiteX38" fmla="*/ 264683 w 565449"/>
              <a:gd name="connsiteY38" fmla="*/ 176863 h 570035"/>
              <a:gd name="connsiteX39" fmla="*/ 257302 w 565449"/>
              <a:gd name="connsiteY39" fmla="*/ 173178 h 570035"/>
              <a:gd name="connsiteX40" fmla="*/ 213940 w 565449"/>
              <a:gd name="connsiteY40" fmla="*/ 164888 h 570035"/>
              <a:gd name="connsiteX41" fmla="*/ 203791 w 565449"/>
              <a:gd name="connsiteY41" fmla="*/ 155676 h 570035"/>
              <a:gd name="connsiteX42" fmla="*/ 206559 w 565449"/>
              <a:gd name="connsiteY42" fmla="*/ 141859 h 570035"/>
              <a:gd name="connsiteX43" fmla="*/ 231469 w 565449"/>
              <a:gd name="connsiteY43" fmla="*/ 114224 h 570035"/>
              <a:gd name="connsiteX44" fmla="*/ 235160 w 565449"/>
              <a:gd name="connsiteY44" fmla="*/ 105933 h 570035"/>
              <a:gd name="connsiteX45" fmla="*/ 400304 w 565449"/>
              <a:gd name="connsiteY45" fmla="*/ 0 h 57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65449" h="570035">
                <a:moveTo>
                  <a:pt x="24905" y="197064"/>
                </a:moveTo>
                <a:cubicBezTo>
                  <a:pt x="35974" y="197064"/>
                  <a:pt x="187249" y="197064"/>
                  <a:pt x="187249" y="197064"/>
                </a:cubicBezTo>
                <a:cubicBezTo>
                  <a:pt x="201085" y="197064"/>
                  <a:pt x="212154" y="209036"/>
                  <a:pt x="212154" y="222850"/>
                </a:cubicBezTo>
                <a:lnTo>
                  <a:pt x="212154" y="378484"/>
                </a:lnTo>
                <a:cubicBezTo>
                  <a:pt x="212154" y="392298"/>
                  <a:pt x="200163" y="403349"/>
                  <a:pt x="187249" y="403349"/>
                </a:cubicBezTo>
                <a:cubicBezTo>
                  <a:pt x="178948" y="403349"/>
                  <a:pt x="172491" y="399666"/>
                  <a:pt x="167879" y="394140"/>
                </a:cubicBezTo>
                <a:lnTo>
                  <a:pt x="157732" y="546091"/>
                </a:lnTo>
                <a:cubicBezTo>
                  <a:pt x="156810" y="559905"/>
                  <a:pt x="145741" y="570035"/>
                  <a:pt x="131905" y="570035"/>
                </a:cubicBezTo>
                <a:lnTo>
                  <a:pt x="80250" y="570035"/>
                </a:lnTo>
                <a:cubicBezTo>
                  <a:pt x="66414" y="570035"/>
                  <a:pt x="55345" y="559905"/>
                  <a:pt x="54422" y="546091"/>
                </a:cubicBezTo>
                <a:lnTo>
                  <a:pt x="45198" y="394140"/>
                </a:lnTo>
                <a:cubicBezTo>
                  <a:pt x="40586" y="399666"/>
                  <a:pt x="33206" y="403349"/>
                  <a:pt x="25827" y="403349"/>
                </a:cubicBezTo>
                <a:cubicBezTo>
                  <a:pt x="11991" y="403349"/>
                  <a:pt x="922" y="392298"/>
                  <a:pt x="0" y="378484"/>
                </a:cubicBezTo>
                <a:lnTo>
                  <a:pt x="0" y="222850"/>
                </a:lnTo>
                <a:cubicBezTo>
                  <a:pt x="0" y="209036"/>
                  <a:pt x="11069" y="197064"/>
                  <a:pt x="24905" y="197064"/>
                </a:cubicBezTo>
                <a:close/>
                <a:moveTo>
                  <a:pt x="445512" y="95801"/>
                </a:moveTo>
                <a:cubicBezTo>
                  <a:pt x="436286" y="95801"/>
                  <a:pt x="428905" y="103170"/>
                  <a:pt x="428905" y="112382"/>
                </a:cubicBezTo>
                <a:cubicBezTo>
                  <a:pt x="428905" y="120672"/>
                  <a:pt x="436286" y="128041"/>
                  <a:pt x="445512" y="128041"/>
                </a:cubicBezTo>
                <a:cubicBezTo>
                  <a:pt x="453815" y="128041"/>
                  <a:pt x="461196" y="120672"/>
                  <a:pt x="461196" y="112382"/>
                </a:cubicBezTo>
                <a:cubicBezTo>
                  <a:pt x="461196" y="103170"/>
                  <a:pt x="453815" y="95801"/>
                  <a:pt x="445512" y="95801"/>
                </a:cubicBezTo>
                <a:close/>
                <a:moveTo>
                  <a:pt x="393846" y="95801"/>
                </a:moveTo>
                <a:cubicBezTo>
                  <a:pt x="384620" y="95801"/>
                  <a:pt x="377240" y="103170"/>
                  <a:pt x="377240" y="112382"/>
                </a:cubicBezTo>
                <a:cubicBezTo>
                  <a:pt x="377240" y="120672"/>
                  <a:pt x="384620" y="128041"/>
                  <a:pt x="393846" y="128041"/>
                </a:cubicBezTo>
                <a:cubicBezTo>
                  <a:pt x="403072" y="128041"/>
                  <a:pt x="409530" y="120672"/>
                  <a:pt x="409530" y="112382"/>
                </a:cubicBezTo>
                <a:cubicBezTo>
                  <a:pt x="409530" y="103170"/>
                  <a:pt x="403072" y="95801"/>
                  <a:pt x="393846" y="95801"/>
                </a:cubicBezTo>
                <a:close/>
                <a:moveTo>
                  <a:pt x="342181" y="95801"/>
                </a:moveTo>
                <a:cubicBezTo>
                  <a:pt x="332955" y="95801"/>
                  <a:pt x="326497" y="103170"/>
                  <a:pt x="326497" y="112382"/>
                </a:cubicBezTo>
                <a:cubicBezTo>
                  <a:pt x="326497" y="120672"/>
                  <a:pt x="332955" y="128041"/>
                  <a:pt x="342181" y="128041"/>
                </a:cubicBezTo>
                <a:cubicBezTo>
                  <a:pt x="351407" y="128041"/>
                  <a:pt x="357865" y="120672"/>
                  <a:pt x="358788" y="112382"/>
                </a:cubicBezTo>
                <a:cubicBezTo>
                  <a:pt x="358788" y="103170"/>
                  <a:pt x="351407" y="95801"/>
                  <a:pt x="342181" y="95801"/>
                </a:cubicBezTo>
                <a:close/>
                <a:moveTo>
                  <a:pt x="106004" y="42312"/>
                </a:moveTo>
                <a:cubicBezTo>
                  <a:pt x="144203" y="42312"/>
                  <a:pt x="175169" y="73245"/>
                  <a:pt x="175169" y="111403"/>
                </a:cubicBezTo>
                <a:cubicBezTo>
                  <a:pt x="175169" y="149561"/>
                  <a:pt x="144203" y="180494"/>
                  <a:pt x="106004" y="180494"/>
                </a:cubicBezTo>
                <a:cubicBezTo>
                  <a:pt x="67805" y="180494"/>
                  <a:pt x="36839" y="149561"/>
                  <a:pt x="36839" y="111403"/>
                </a:cubicBezTo>
                <a:cubicBezTo>
                  <a:pt x="36839" y="73245"/>
                  <a:pt x="67805" y="42312"/>
                  <a:pt x="106004" y="42312"/>
                </a:cubicBezTo>
                <a:close/>
                <a:moveTo>
                  <a:pt x="400304" y="0"/>
                </a:moveTo>
                <a:cubicBezTo>
                  <a:pt x="491642" y="0"/>
                  <a:pt x="565449" y="50664"/>
                  <a:pt x="565449" y="112382"/>
                </a:cubicBezTo>
                <a:cubicBezTo>
                  <a:pt x="565449" y="174099"/>
                  <a:pt x="491642" y="223842"/>
                  <a:pt x="400304" y="223842"/>
                </a:cubicBezTo>
                <a:cubicBezTo>
                  <a:pt x="344026" y="223842"/>
                  <a:pt x="295128" y="205419"/>
                  <a:pt x="264683" y="176863"/>
                </a:cubicBezTo>
                <a:cubicBezTo>
                  <a:pt x="262838" y="175021"/>
                  <a:pt x="260070" y="173178"/>
                  <a:pt x="257302" y="173178"/>
                </a:cubicBezTo>
                <a:lnTo>
                  <a:pt x="213940" y="164888"/>
                </a:lnTo>
                <a:cubicBezTo>
                  <a:pt x="209327" y="163967"/>
                  <a:pt x="205637" y="160282"/>
                  <a:pt x="203791" y="155676"/>
                </a:cubicBezTo>
                <a:cubicBezTo>
                  <a:pt x="201946" y="151070"/>
                  <a:pt x="202869" y="145543"/>
                  <a:pt x="206559" y="141859"/>
                </a:cubicBezTo>
                <a:lnTo>
                  <a:pt x="231469" y="114224"/>
                </a:lnTo>
                <a:cubicBezTo>
                  <a:pt x="233315" y="111460"/>
                  <a:pt x="234237" y="108697"/>
                  <a:pt x="235160" y="105933"/>
                </a:cubicBezTo>
                <a:cubicBezTo>
                  <a:pt x="239773" y="46979"/>
                  <a:pt x="311735" y="0"/>
                  <a:pt x="400304" y="0"/>
                </a:cubicBezTo>
                <a:close/>
              </a:path>
            </a:pathLst>
          </a:custGeom>
          <a:solidFill>
            <a:schemeClr val="accent1"/>
          </a:solidFill>
          <a:ln w="3175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550E028-F6C1-4F7C-B504-D2DB8F07AE1B}"/>
              </a:ext>
            </a:extLst>
          </p:cNvPr>
          <p:cNvGrpSpPr/>
          <p:nvPr/>
        </p:nvGrpSpPr>
        <p:grpSpPr>
          <a:xfrm>
            <a:off x="1236663" y="3245940"/>
            <a:ext cx="2806700" cy="1676401"/>
            <a:chOff x="1079500" y="3800474"/>
            <a:chExt cx="2806700" cy="167640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E9A126B-220C-4D25-BF8F-206546389E42}"/>
                </a:ext>
              </a:extLst>
            </p:cNvPr>
            <p:cNvSpPr/>
            <p:nvPr/>
          </p:nvSpPr>
          <p:spPr bwMode="auto">
            <a:xfrm>
              <a:off x="1079500" y="4276280"/>
              <a:ext cx="2806700" cy="1200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Supporting text here. </a:t>
              </a:r>
            </a:p>
            <a:p>
              <a:pPr algn="ctr">
                <a:lnSpc>
                  <a:spcPct val="120000"/>
                </a:lnSpc>
              </a:pPr>
              <a:endParaRPr lang="en-US" altLang="zh-CN" sz="1100" dirty="0">
                <a:cs typeface="+mn-ea"/>
                <a:sym typeface="+mn-lt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B38DF14-A661-4985-8EB6-C154FB94541B}"/>
                </a:ext>
              </a:extLst>
            </p:cNvPr>
            <p:cNvSpPr txBox="1"/>
            <p:nvPr/>
          </p:nvSpPr>
          <p:spPr bwMode="auto">
            <a:xfrm>
              <a:off x="1079500" y="3800474"/>
              <a:ext cx="2806700" cy="475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课程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</p:grp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EC00491D-1252-4907-B4B4-EB6FEE4AC669}"/>
              </a:ext>
            </a:extLst>
          </p:cNvPr>
          <p:cNvSpPr/>
          <p:nvPr/>
        </p:nvSpPr>
        <p:spPr>
          <a:xfrm>
            <a:off x="5595939" y="2001475"/>
            <a:ext cx="1000125" cy="834493"/>
          </a:xfrm>
          <a:custGeom>
            <a:avLst/>
            <a:gdLst>
              <a:gd name="connsiteX0" fmla="*/ 409335 w 603951"/>
              <a:gd name="connsiteY0" fmla="*/ 174560 h 503930"/>
              <a:gd name="connsiteX1" fmla="*/ 434158 w 603951"/>
              <a:gd name="connsiteY1" fmla="*/ 174560 h 503930"/>
              <a:gd name="connsiteX2" fmla="*/ 434158 w 603951"/>
              <a:gd name="connsiteY2" fmla="*/ 196395 h 503930"/>
              <a:gd name="connsiteX3" fmla="*/ 469904 w 603951"/>
              <a:gd name="connsiteY3" fmla="*/ 204335 h 503930"/>
              <a:gd name="connsiteX4" fmla="*/ 461960 w 603951"/>
              <a:gd name="connsiteY4" fmla="*/ 232125 h 503930"/>
              <a:gd name="connsiteX5" fmla="*/ 427208 w 603951"/>
              <a:gd name="connsiteY5" fmla="*/ 224185 h 503930"/>
              <a:gd name="connsiteX6" fmla="*/ 405363 w 603951"/>
              <a:gd name="connsiteY6" fmla="*/ 238080 h 503930"/>
              <a:gd name="connsiteX7" fmla="*/ 435151 w 603951"/>
              <a:gd name="connsiteY7" fmla="*/ 258922 h 503930"/>
              <a:gd name="connsiteX8" fmla="*/ 476854 w 603951"/>
              <a:gd name="connsiteY8" fmla="*/ 305569 h 503930"/>
              <a:gd name="connsiteX9" fmla="*/ 432172 w 603951"/>
              <a:gd name="connsiteY9" fmla="*/ 351224 h 503930"/>
              <a:gd name="connsiteX10" fmla="*/ 432172 w 603951"/>
              <a:gd name="connsiteY10" fmla="*/ 376036 h 503930"/>
              <a:gd name="connsiteX11" fmla="*/ 408342 w 603951"/>
              <a:gd name="connsiteY11" fmla="*/ 376036 h 503930"/>
              <a:gd name="connsiteX12" fmla="*/ 408342 w 603951"/>
              <a:gd name="connsiteY12" fmla="*/ 353209 h 503930"/>
              <a:gd name="connsiteX13" fmla="*/ 366639 w 603951"/>
              <a:gd name="connsiteY13" fmla="*/ 342291 h 503930"/>
              <a:gd name="connsiteX14" fmla="*/ 373589 w 603951"/>
              <a:gd name="connsiteY14" fmla="*/ 313509 h 503930"/>
              <a:gd name="connsiteX15" fmla="*/ 414300 w 603951"/>
              <a:gd name="connsiteY15" fmla="*/ 324426 h 503930"/>
              <a:gd name="connsiteX16" fmla="*/ 438130 w 603951"/>
              <a:gd name="connsiteY16" fmla="*/ 308546 h 503930"/>
              <a:gd name="connsiteX17" fmla="*/ 412314 w 603951"/>
              <a:gd name="connsiteY17" fmla="*/ 287704 h 503930"/>
              <a:gd name="connsiteX18" fmla="*/ 367632 w 603951"/>
              <a:gd name="connsiteY18" fmla="*/ 242050 h 503930"/>
              <a:gd name="connsiteX19" fmla="*/ 409335 w 603951"/>
              <a:gd name="connsiteY19" fmla="*/ 198380 h 503930"/>
              <a:gd name="connsiteX20" fmla="*/ 23849 w 603951"/>
              <a:gd name="connsiteY20" fmla="*/ 147802 h 503930"/>
              <a:gd name="connsiteX21" fmla="*/ 179857 w 603951"/>
              <a:gd name="connsiteY21" fmla="*/ 147802 h 503930"/>
              <a:gd name="connsiteX22" fmla="*/ 202712 w 603951"/>
              <a:gd name="connsiteY22" fmla="*/ 171610 h 503930"/>
              <a:gd name="connsiteX23" fmla="*/ 202712 w 603951"/>
              <a:gd name="connsiteY23" fmla="*/ 321402 h 503930"/>
              <a:gd name="connsiteX24" fmla="*/ 178864 w 603951"/>
              <a:gd name="connsiteY24" fmla="*/ 345210 h 503930"/>
              <a:gd name="connsiteX25" fmla="*/ 159984 w 603951"/>
              <a:gd name="connsiteY25" fmla="*/ 336282 h 503930"/>
              <a:gd name="connsiteX26" fmla="*/ 151041 w 603951"/>
              <a:gd name="connsiteY26" fmla="*/ 481114 h 503930"/>
              <a:gd name="connsiteX27" fmla="*/ 126198 w 603951"/>
              <a:gd name="connsiteY27" fmla="*/ 503930 h 503930"/>
              <a:gd name="connsiteX28" fmla="*/ 77508 w 603951"/>
              <a:gd name="connsiteY28" fmla="*/ 503930 h 503930"/>
              <a:gd name="connsiteX29" fmla="*/ 52665 w 603951"/>
              <a:gd name="connsiteY29" fmla="*/ 481114 h 503930"/>
              <a:gd name="connsiteX30" fmla="*/ 42729 w 603951"/>
              <a:gd name="connsiteY30" fmla="*/ 336282 h 503930"/>
              <a:gd name="connsiteX31" fmla="*/ 24842 w 603951"/>
              <a:gd name="connsiteY31" fmla="*/ 345210 h 503930"/>
              <a:gd name="connsiteX32" fmla="*/ 994 w 603951"/>
              <a:gd name="connsiteY32" fmla="*/ 321402 h 503930"/>
              <a:gd name="connsiteX33" fmla="*/ 0 w 603951"/>
              <a:gd name="connsiteY33" fmla="*/ 171610 h 503930"/>
              <a:gd name="connsiteX34" fmla="*/ 23849 w 603951"/>
              <a:gd name="connsiteY34" fmla="*/ 147802 h 503930"/>
              <a:gd name="connsiteX35" fmla="*/ 421189 w 603951"/>
              <a:gd name="connsiteY35" fmla="*/ 144915 h 503930"/>
              <a:gd name="connsiteX36" fmla="*/ 291070 w 603951"/>
              <a:gd name="connsiteY36" fmla="*/ 275856 h 503930"/>
              <a:gd name="connsiteX37" fmla="*/ 421189 w 603951"/>
              <a:gd name="connsiteY37" fmla="*/ 405804 h 503930"/>
              <a:gd name="connsiteX38" fmla="*/ 552301 w 603951"/>
              <a:gd name="connsiteY38" fmla="*/ 275856 h 503930"/>
              <a:gd name="connsiteX39" fmla="*/ 421189 w 603951"/>
              <a:gd name="connsiteY39" fmla="*/ 144915 h 503930"/>
              <a:gd name="connsiteX40" fmla="*/ 421189 w 603951"/>
              <a:gd name="connsiteY40" fmla="*/ 93332 h 503930"/>
              <a:gd name="connsiteX41" fmla="*/ 603951 w 603951"/>
              <a:gd name="connsiteY41" fmla="*/ 275856 h 503930"/>
              <a:gd name="connsiteX42" fmla="*/ 421189 w 603951"/>
              <a:gd name="connsiteY42" fmla="*/ 458379 h 503930"/>
              <a:gd name="connsiteX43" fmla="*/ 238427 w 603951"/>
              <a:gd name="connsiteY43" fmla="*/ 275856 h 503930"/>
              <a:gd name="connsiteX44" fmla="*/ 421189 w 603951"/>
              <a:gd name="connsiteY44" fmla="*/ 93332 h 503930"/>
              <a:gd name="connsiteX45" fmla="*/ 101854 w 603951"/>
              <a:gd name="connsiteY45" fmla="*/ 0 h 503930"/>
              <a:gd name="connsiteX46" fmla="*/ 167872 w 603951"/>
              <a:gd name="connsiteY46" fmla="*/ 66018 h 503930"/>
              <a:gd name="connsiteX47" fmla="*/ 101854 w 603951"/>
              <a:gd name="connsiteY47" fmla="*/ 132036 h 503930"/>
              <a:gd name="connsiteX48" fmla="*/ 35836 w 603951"/>
              <a:gd name="connsiteY48" fmla="*/ 66018 h 503930"/>
              <a:gd name="connsiteX49" fmla="*/ 101854 w 603951"/>
              <a:gd name="connsiteY49" fmla="*/ 0 h 503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03951" h="503930">
                <a:moveTo>
                  <a:pt x="409335" y="174560"/>
                </a:moveTo>
                <a:lnTo>
                  <a:pt x="434158" y="174560"/>
                </a:lnTo>
                <a:lnTo>
                  <a:pt x="434158" y="196395"/>
                </a:lnTo>
                <a:cubicBezTo>
                  <a:pt x="450045" y="197387"/>
                  <a:pt x="461960" y="200365"/>
                  <a:pt x="469904" y="204335"/>
                </a:cubicBezTo>
                <a:lnTo>
                  <a:pt x="461960" y="232125"/>
                </a:lnTo>
                <a:cubicBezTo>
                  <a:pt x="456003" y="230140"/>
                  <a:pt x="445080" y="224185"/>
                  <a:pt x="427208" y="224185"/>
                </a:cubicBezTo>
                <a:cubicBezTo>
                  <a:pt x="410328" y="224185"/>
                  <a:pt x="405363" y="231132"/>
                  <a:pt x="405363" y="238080"/>
                </a:cubicBezTo>
                <a:cubicBezTo>
                  <a:pt x="405363" y="246019"/>
                  <a:pt x="414300" y="250982"/>
                  <a:pt x="435151" y="258922"/>
                </a:cubicBezTo>
                <a:cubicBezTo>
                  <a:pt x="464939" y="269839"/>
                  <a:pt x="476854" y="283734"/>
                  <a:pt x="476854" y="305569"/>
                </a:cubicBezTo>
                <a:cubicBezTo>
                  <a:pt x="476854" y="327404"/>
                  <a:pt x="460967" y="346261"/>
                  <a:pt x="432172" y="351224"/>
                </a:cubicBezTo>
                <a:lnTo>
                  <a:pt x="432172" y="376036"/>
                </a:lnTo>
                <a:lnTo>
                  <a:pt x="408342" y="376036"/>
                </a:lnTo>
                <a:lnTo>
                  <a:pt x="408342" y="353209"/>
                </a:lnTo>
                <a:cubicBezTo>
                  <a:pt x="391462" y="352216"/>
                  <a:pt x="375575" y="348246"/>
                  <a:pt x="366639" y="342291"/>
                </a:cubicBezTo>
                <a:lnTo>
                  <a:pt x="373589" y="313509"/>
                </a:lnTo>
                <a:cubicBezTo>
                  <a:pt x="383519" y="319464"/>
                  <a:pt x="398413" y="324426"/>
                  <a:pt x="414300" y="324426"/>
                </a:cubicBezTo>
                <a:cubicBezTo>
                  <a:pt x="429193" y="324426"/>
                  <a:pt x="438130" y="318471"/>
                  <a:pt x="438130" y="308546"/>
                </a:cubicBezTo>
                <a:cubicBezTo>
                  <a:pt x="438130" y="299614"/>
                  <a:pt x="430186" y="293659"/>
                  <a:pt x="412314" y="287704"/>
                </a:cubicBezTo>
                <a:cubicBezTo>
                  <a:pt x="385505" y="278772"/>
                  <a:pt x="367632" y="265869"/>
                  <a:pt x="367632" y="242050"/>
                </a:cubicBezTo>
                <a:cubicBezTo>
                  <a:pt x="367632" y="220215"/>
                  <a:pt x="383519" y="203342"/>
                  <a:pt x="409335" y="198380"/>
                </a:cubicBezTo>
                <a:close/>
                <a:moveTo>
                  <a:pt x="23849" y="147802"/>
                </a:moveTo>
                <a:cubicBezTo>
                  <a:pt x="34779" y="147802"/>
                  <a:pt x="178864" y="147802"/>
                  <a:pt x="179857" y="147802"/>
                </a:cubicBezTo>
                <a:cubicBezTo>
                  <a:pt x="192775" y="147802"/>
                  <a:pt x="203706" y="158714"/>
                  <a:pt x="202712" y="171610"/>
                </a:cubicBezTo>
                <a:lnTo>
                  <a:pt x="202712" y="321402"/>
                </a:lnTo>
                <a:cubicBezTo>
                  <a:pt x="202712" y="334298"/>
                  <a:pt x="191782" y="345210"/>
                  <a:pt x="178864" y="345210"/>
                </a:cubicBezTo>
                <a:cubicBezTo>
                  <a:pt x="170914" y="345210"/>
                  <a:pt x="164952" y="341242"/>
                  <a:pt x="159984" y="336282"/>
                </a:cubicBezTo>
                <a:lnTo>
                  <a:pt x="151041" y="481114"/>
                </a:lnTo>
                <a:cubicBezTo>
                  <a:pt x="150047" y="494010"/>
                  <a:pt x="139116" y="503930"/>
                  <a:pt x="126198" y="503930"/>
                </a:cubicBezTo>
                <a:lnTo>
                  <a:pt x="77508" y="503930"/>
                </a:lnTo>
                <a:cubicBezTo>
                  <a:pt x="63596" y="503930"/>
                  <a:pt x="53659" y="495002"/>
                  <a:pt x="52665" y="481114"/>
                </a:cubicBezTo>
                <a:lnTo>
                  <a:pt x="42729" y="336282"/>
                </a:lnTo>
                <a:cubicBezTo>
                  <a:pt x="38754" y="341242"/>
                  <a:pt x="31798" y="345210"/>
                  <a:pt x="24842" y="345210"/>
                </a:cubicBezTo>
                <a:cubicBezTo>
                  <a:pt x="10931" y="345210"/>
                  <a:pt x="994" y="334298"/>
                  <a:pt x="994" y="321402"/>
                </a:cubicBezTo>
                <a:lnTo>
                  <a:pt x="0" y="171610"/>
                </a:lnTo>
                <a:cubicBezTo>
                  <a:pt x="0" y="158714"/>
                  <a:pt x="10931" y="147802"/>
                  <a:pt x="23849" y="147802"/>
                </a:cubicBezTo>
                <a:close/>
                <a:moveTo>
                  <a:pt x="421189" y="144915"/>
                </a:moveTo>
                <a:cubicBezTo>
                  <a:pt x="349673" y="144915"/>
                  <a:pt x="291070" y="203441"/>
                  <a:pt x="291070" y="275856"/>
                </a:cubicBezTo>
                <a:cubicBezTo>
                  <a:pt x="291070" y="347278"/>
                  <a:pt x="349673" y="405804"/>
                  <a:pt x="421189" y="405804"/>
                </a:cubicBezTo>
                <a:cubicBezTo>
                  <a:pt x="493698" y="405804"/>
                  <a:pt x="552301" y="347278"/>
                  <a:pt x="552301" y="275856"/>
                </a:cubicBezTo>
                <a:cubicBezTo>
                  <a:pt x="552301" y="203441"/>
                  <a:pt x="493698" y="144915"/>
                  <a:pt x="421189" y="144915"/>
                </a:cubicBezTo>
                <a:close/>
                <a:moveTo>
                  <a:pt x="421189" y="93332"/>
                </a:moveTo>
                <a:cubicBezTo>
                  <a:pt x="522503" y="93332"/>
                  <a:pt x="603951" y="174674"/>
                  <a:pt x="603951" y="275856"/>
                </a:cubicBezTo>
                <a:cubicBezTo>
                  <a:pt x="603951" y="376045"/>
                  <a:pt x="522503" y="458379"/>
                  <a:pt x="421189" y="458379"/>
                </a:cubicBezTo>
                <a:cubicBezTo>
                  <a:pt x="320869" y="458379"/>
                  <a:pt x="238427" y="376045"/>
                  <a:pt x="238427" y="275856"/>
                </a:cubicBezTo>
                <a:cubicBezTo>
                  <a:pt x="238427" y="174674"/>
                  <a:pt x="320869" y="93332"/>
                  <a:pt x="421189" y="93332"/>
                </a:cubicBezTo>
                <a:close/>
                <a:moveTo>
                  <a:pt x="101854" y="0"/>
                </a:moveTo>
                <a:cubicBezTo>
                  <a:pt x="138315" y="0"/>
                  <a:pt x="167872" y="29557"/>
                  <a:pt x="167872" y="66018"/>
                </a:cubicBezTo>
                <a:cubicBezTo>
                  <a:pt x="167872" y="102479"/>
                  <a:pt x="138315" y="132036"/>
                  <a:pt x="101854" y="132036"/>
                </a:cubicBezTo>
                <a:cubicBezTo>
                  <a:pt x="65393" y="132036"/>
                  <a:pt x="35836" y="102479"/>
                  <a:pt x="35836" y="66018"/>
                </a:cubicBezTo>
                <a:cubicBezTo>
                  <a:pt x="35836" y="29557"/>
                  <a:pt x="65393" y="0"/>
                  <a:pt x="101854" y="0"/>
                </a:cubicBezTo>
                <a:close/>
              </a:path>
            </a:pathLst>
          </a:custGeom>
          <a:solidFill>
            <a:schemeClr val="accent2"/>
          </a:solidFill>
          <a:ln w="3175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1FFE966-6236-4253-B671-55CDF1A8099B}"/>
              </a:ext>
            </a:extLst>
          </p:cNvPr>
          <p:cNvGrpSpPr/>
          <p:nvPr/>
        </p:nvGrpSpPr>
        <p:grpSpPr>
          <a:xfrm>
            <a:off x="4692651" y="3204532"/>
            <a:ext cx="2806700" cy="1676401"/>
            <a:chOff x="1079500" y="3800474"/>
            <a:chExt cx="2806700" cy="1676401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E9A126B-220C-4D25-BF8F-206546389E42}"/>
                </a:ext>
              </a:extLst>
            </p:cNvPr>
            <p:cNvSpPr/>
            <p:nvPr/>
          </p:nvSpPr>
          <p:spPr bwMode="auto">
            <a:xfrm>
              <a:off x="1079500" y="4276280"/>
              <a:ext cx="2806700" cy="1200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Supporting text here. </a:t>
              </a:r>
            </a:p>
            <a:p>
              <a:pPr algn="ctr">
                <a:lnSpc>
                  <a:spcPct val="120000"/>
                </a:lnSpc>
              </a:pPr>
              <a:endParaRPr lang="en-US" altLang="zh-CN" sz="1100" dirty="0">
                <a:cs typeface="+mn-ea"/>
                <a:sym typeface="+mn-lt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B38DF14-A661-4985-8EB6-C154FB94541B}"/>
                </a:ext>
              </a:extLst>
            </p:cNvPr>
            <p:cNvSpPr txBox="1"/>
            <p:nvPr/>
          </p:nvSpPr>
          <p:spPr bwMode="auto">
            <a:xfrm>
              <a:off x="1079500" y="3800474"/>
              <a:ext cx="2806700" cy="475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课程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</p:grp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08C0F5-7FD9-481F-8AD4-80E00C2329A3}"/>
              </a:ext>
            </a:extLst>
          </p:cNvPr>
          <p:cNvSpPr/>
          <p:nvPr/>
        </p:nvSpPr>
        <p:spPr>
          <a:xfrm>
            <a:off x="9051926" y="1992398"/>
            <a:ext cx="1000125" cy="870804"/>
          </a:xfrm>
          <a:custGeom>
            <a:avLst/>
            <a:gdLst>
              <a:gd name="connsiteX0" fmla="*/ 24839 w 606022"/>
              <a:gd name="connsiteY0" fmla="*/ 154651 h 527661"/>
              <a:gd name="connsiteX1" fmla="*/ 187786 w 606022"/>
              <a:gd name="connsiteY1" fmla="*/ 154651 h 527661"/>
              <a:gd name="connsiteX2" fmla="*/ 212625 w 606022"/>
              <a:gd name="connsiteY2" fmla="*/ 179452 h 527661"/>
              <a:gd name="connsiteX3" fmla="*/ 212625 w 606022"/>
              <a:gd name="connsiteY3" fmla="*/ 336196 h 527661"/>
              <a:gd name="connsiteX4" fmla="*/ 186792 w 606022"/>
              <a:gd name="connsiteY4" fmla="*/ 360997 h 527661"/>
              <a:gd name="connsiteX5" fmla="*/ 167914 w 606022"/>
              <a:gd name="connsiteY5" fmla="*/ 351076 h 527661"/>
              <a:gd name="connsiteX6" fmla="*/ 157978 w 606022"/>
              <a:gd name="connsiteY6" fmla="*/ 503852 h 527661"/>
              <a:gd name="connsiteX7" fmla="*/ 132145 w 606022"/>
              <a:gd name="connsiteY7" fmla="*/ 527661 h 527661"/>
              <a:gd name="connsiteX8" fmla="*/ 80480 w 606022"/>
              <a:gd name="connsiteY8" fmla="*/ 527661 h 527661"/>
              <a:gd name="connsiteX9" fmla="*/ 54647 w 606022"/>
              <a:gd name="connsiteY9" fmla="*/ 503852 h 527661"/>
              <a:gd name="connsiteX10" fmla="*/ 44711 w 606022"/>
              <a:gd name="connsiteY10" fmla="*/ 352069 h 527661"/>
              <a:gd name="connsiteX11" fmla="*/ 25833 w 606022"/>
              <a:gd name="connsiteY11" fmla="*/ 360997 h 527661"/>
              <a:gd name="connsiteX12" fmla="*/ 994 w 606022"/>
              <a:gd name="connsiteY12" fmla="*/ 336196 h 527661"/>
              <a:gd name="connsiteX13" fmla="*/ 0 w 606022"/>
              <a:gd name="connsiteY13" fmla="*/ 179452 h 527661"/>
              <a:gd name="connsiteX14" fmla="*/ 24839 w 606022"/>
              <a:gd name="connsiteY14" fmla="*/ 154651 h 527661"/>
              <a:gd name="connsiteX15" fmla="*/ 331782 w 606022"/>
              <a:gd name="connsiteY15" fmla="*/ 130920 h 527661"/>
              <a:gd name="connsiteX16" fmla="*/ 444021 w 606022"/>
              <a:gd name="connsiteY16" fmla="*/ 130920 h 527661"/>
              <a:gd name="connsiteX17" fmla="*/ 469846 w 606022"/>
              <a:gd name="connsiteY17" fmla="*/ 157678 h 527661"/>
              <a:gd name="connsiteX18" fmla="*/ 444021 w 606022"/>
              <a:gd name="connsiteY18" fmla="*/ 184435 h 527661"/>
              <a:gd name="connsiteX19" fmla="*/ 331782 w 606022"/>
              <a:gd name="connsiteY19" fmla="*/ 184435 h 527661"/>
              <a:gd name="connsiteX20" fmla="*/ 305957 w 606022"/>
              <a:gd name="connsiteY20" fmla="*/ 157678 h 527661"/>
              <a:gd name="connsiteX21" fmla="*/ 331782 w 606022"/>
              <a:gd name="connsiteY21" fmla="*/ 130920 h 527661"/>
              <a:gd name="connsiteX22" fmla="*/ 503213 w 606022"/>
              <a:gd name="connsiteY22" fmla="*/ 73423 h 527661"/>
              <a:gd name="connsiteX23" fmla="*/ 529572 w 606022"/>
              <a:gd name="connsiteY23" fmla="*/ 99703 h 527661"/>
              <a:gd name="connsiteX24" fmla="*/ 503213 w 606022"/>
              <a:gd name="connsiteY24" fmla="*/ 125983 h 527661"/>
              <a:gd name="connsiteX25" fmla="*/ 476854 w 606022"/>
              <a:gd name="connsiteY25" fmla="*/ 99703 h 527661"/>
              <a:gd name="connsiteX26" fmla="*/ 503213 w 606022"/>
              <a:gd name="connsiteY26" fmla="*/ 73423 h 527661"/>
              <a:gd name="connsiteX27" fmla="*/ 287128 w 606022"/>
              <a:gd name="connsiteY27" fmla="*/ 52570 h 527661"/>
              <a:gd name="connsiteX28" fmla="*/ 282160 w 606022"/>
              <a:gd name="connsiteY28" fmla="*/ 57530 h 527661"/>
              <a:gd name="connsiteX29" fmla="*/ 282160 w 606022"/>
              <a:gd name="connsiteY29" fmla="*/ 221192 h 527661"/>
              <a:gd name="connsiteX30" fmla="*/ 287128 w 606022"/>
              <a:gd name="connsiteY30" fmla="*/ 226152 h 527661"/>
              <a:gd name="connsiteX31" fmla="*/ 547409 w 606022"/>
              <a:gd name="connsiteY31" fmla="*/ 226152 h 527661"/>
              <a:gd name="connsiteX32" fmla="*/ 551383 w 606022"/>
              <a:gd name="connsiteY32" fmla="*/ 221192 h 527661"/>
              <a:gd name="connsiteX33" fmla="*/ 551383 w 606022"/>
              <a:gd name="connsiteY33" fmla="*/ 57530 h 527661"/>
              <a:gd name="connsiteX34" fmla="*/ 547409 w 606022"/>
              <a:gd name="connsiteY34" fmla="*/ 52570 h 527661"/>
              <a:gd name="connsiteX35" fmla="*/ 287128 w 606022"/>
              <a:gd name="connsiteY35" fmla="*/ 0 h 527661"/>
              <a:gd name="connsiteX36" fmla="*/ 547409 w 606022"/>
              <a:gd name="connsiteY36" fmla="*/ 0 h 527661"/>
              <a:gd name="connsiteX37" fmla="*/ 606022 w 606022"/>
              <a:gd name="connsiteY37" fmla="*/ 57530 h 527661"/>
              <a:gd name="connsiteX38" fmla="*/ 606022 w 606022"/>
              <a:gd name="connsiteY38" fmla="*/ 221192 h 527661"/>
              <a:gd name="connsiteX39" fmla="*/ 547409 w 606022"/>
              <a:gd name="connsiteY39" fmla="*/ 278722 h 527661"/>
              <a:gd name="connsiteX40" fmla="*/ 287128 w 606022"/>
              <a:gd name="connsiteY40" fmla="*/ 278722 h 527661"/>
              <a:gd name="connsiteX41" fmla="*/ 229508 w 606022"/>
              <a:gd name="connsiteY41" fmla="*/ 221192 h 527661"/>
              <a:gd name="connsiteX42" fmla="*/ 229508 w 606022"/>
              <a:gd name="connsiteY42" fmla="*/ 57530 h 527661"/>
              <a:gd name="connsiteX43" fmla="*/ 287128 w 606022"/>
              <a:gd name="connsiteY43" fmla="*/ 0 h 527661"/>
              <a:gd name="connsiteX44" fmla="*/ 106313 w 606022"/>
              <a:gd name="connsiteY44" fmla="*/ 0 h 527661"/>
              <a:gd name="connsiteX45" fmla="*/ 175835 w 606022"/>
              <a:gd name="connsiteY45" fmla="*/ 68964 h 527661"/>
              <a:gd name="connsiteX46" fmla="*/ 106313 w 606022"/>
              <a:gd name="connsiteY46" fmla="*/ 137928 h 527661"/>
              <a:gd name="connsiteX47" fmla="*/ 36791 w 606022"/>
              <a:gd name="connsiteY47" fmla="*/ 68964 h 527661"/>
              <a:gd name="connsiteX48" fmla="*/ 106313 w 606022"/>
              <a:gd name="connsiteY48" fmla="*/ 0 h 527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6022" h="527661">
                <a:moveTo>
                  <a:pt x="24839" y="154651"/>
                </a:moveTo>
                <a:cubicBezTo>
                  <a:pt x="35769" y="154651"/>
                  <a:pt x="187786" y="154651"/>
                  <a:pt x="187786" y="154651"/>
                </a:cubicBezTo>
                <a:cubicBezTo>
                  <a:pt x="201696" y="154651"/>
                  <a:pt x="212625" y="166556"/>
                  <a:pt x="212625" y="179452"/>
                </a:cubicBezTo>
                <a:lnTo>
                  <a:pt x="212625" y="336196"/>
                </a:lnTo>
                <a:cubicBezTo>
                  <a:pt x="211631" y="350084"/>
                  <a:pt x="200702" y="360997"/>
                  <a:pt x="186792" y="360997"/>
                </a:cubicBezTo>
                <a:cubicBezTo>
                  <a:pt x="178843" y="360997"/>
                  <a:pt x="171888" y="357029"/>
                  <a:pt x="167914" y="351076"/>
                </a:cubicBezTo>
                <a:lnTo>
                  <a:pt x="157978" y="503852"/>
                </a:lnTo>
                <a:cubicBezTo>
                  <a:pt x="156985" y="517741"/>
                  <a:pt x="146055" y="527661"/>
                  <a:pt x="132145" y="527661"/>
                </a:cubicBezTo>
                <a:lnTo>
                  <a:pt x="80480" y="527661"/>
                </a:lnTo>
                <a:cubicBezTo>
                  <a:pt x="66570" y="527661"/>
                  <a:pt x="55640" y="517741"/>
                  <a:pt x="54647" y="503852"/>
                </a:cubicBezTo>
                <a:lnTo>
                  <a:pt x="44711" y="352069"/>
                </a:lnTo>
                <a:cubicBezTo>
                  <a:pt x="40737" y="357029"/>
                  <a:pt x="33782" y="360997"/>
                  <a:pt x="25833" y="360997"/>
                </a:cubicBezTo>
                <a:cubicBezTo>
                  <a:pt x="11923" y="360997"/>
                  <a:pt x="994" y="350084"/>
                  <a:pt x="994" y="336196"/>
                </a:cubicBezTo>
                <a:lnTo>
                  <a:pt x="0" y="179452"/>
                </a:lnTo>
                <a:cubicBezTo>
                  <a:pt x="0" y="165564"/>
                  <a:pt x="10929" y="154651"/>
                  <a:pt x="24839" y="154651"/>
                </a:cubicBezTo>
                <a:close/>
                <a:moveTo>
                  <a:pt x="331782" y="130920"/>
                </a:moveTo>
                <a:lnTo>
                  <a:pt x="444021" y="130920"/>
                </a:lnTo>
                <a:cubicBezTo>
                  <a:pt x="458920" y="130920"/>
                  <a:pt x="469846" y="142812"/>
                  <a:pt x="469846" y="157678"/>
                </a:cubicBezTo>
                <a:cubicBezTo>
                  <a:pt x="469846" y="172543"/>
                  <a:pt x="458920" y="184435"/>
                  <a:pt x="444021" y="184435"/>
                </a:cubicBezTo>
                <a:lnTo>
                  <a:pt x="331782" y="184435"/>
                </a:lnTo>
                <a:cubicBezTo>
                  <a:pt x="317876" y="184435"/>
                  <a:pt x="305957" y="172543"/>
                  <a:pt x="305957" y="157678"/>
                </a:cubicBezTo>
                <a:cubicBezTo>
                  <a:pt x="305957" y="142812"/>
                  <a:pt x="317876" y="130920"/>
                  <a:pt x="331782" y="130920"/>
                </a:cubicBezTo>
                <a:close/>
                <a:moveTo>
                  <a:pt x="503213" y="73423"/>
                </a:moveTo>
                <a:cubicBezTo>
                  <a:pt x="517771" y="73423"/>
                  <a:pt x="529572" y="85189"/>
                  <a:pt x="529572" y="99703"/>
                </a:cubicBezTo>
                <a:cubicBezTo>
                  <a:pt x="529572" y="114217"/>
                  <a:pt x="517771" y="125983"/>
                  <a:pt x="503213" y="125983"/>
                </a:cubicBezTo>
                <a:cubicBezTo>
                  <a:pt x="488655" y="125983"/>
                  <a:pt x="476854" y="114217"/>
                  <a:pt x="476854" y="99703"/>
                </a:cubicBezTo>
                <a:cubicBezTo>
                  <a:pt x="476854" y="85189"/>
                  <a:pt x="488655" y="73423"/>
                  <a:pt x="503213" y="73423"/>
                </a:cubicBezTo>
                <a:close/>
                <a:moveTo>
                  <a:pt x="287128" y="52570"/>
                </a:moveTo>
                <a:cubicBezTo>
                  <a:pt x="285141" y="52570"/>
                  <a:pt x="282160" y="54554"/>
                  <a:pt x="282160" y="57530"/>
                </a:cubicBezTo>
                <a:lnTo>
                  <a:pt x="282160" y="221192"/>
                </a:lnTo>
                <a:cubicBezTo>
                  <a:pt x="282160" y="224168"/>
                  <a:pt x="285141" y="226152"/>
                  <a:pt x="287128" y="226152"/>
                </a:cubicBezTo>
                <a:lnTo>
                  <a:pt x="547409" y="226152"/>
                </a:lnTo>
                <a:cubicBezTo>
                  <a:pt x="550389" y="226152"/>
                  <a:pt x="551383" y="224168"/>
                  <a:pt x="551383" y="221192"/>
                </a:cubicBezTo>
                <a:lnTo>
                  <a:pt x="551383" y="57530"/>
                </a:lnTo>
                <a:cubicBezTo>
                  <a:pt x="551383" y="54554"/>
                  <a:pt x="550389" y="52570"/>
                  <a:pt x="547409" y="52570"/>
                </a:cubicBezTo>
                <a:close/>
                <a:moveTo>
                  <a:pt x="287128" y="0"/>
                </a:moveTo>
                <a:lnTo>
                  <a:pt x="547409" y="0"/>
                </a:lnTo>
                <a:cubicBezTo>
                  <a:pt x="579199" y="0"/>
                  <a:pt x="606022" y="25789"/>
                  <a:pt x="606022" y="57530"/>
                </a:cubicBezTo>
                <a:lnTo>
                  <a:pt x="606022" y="221192"/>
                </a:lnTo>
                <a:cubicBezTo>
                  <a:pt x="606022" y="252933"/>
                  <a:pt x="579199" y="278722"/>
                  <a:pt x="547409" y="278722"/>
                </a:cubicBezTo>
                <a:lnTo>
                  <a:pt x="287128" y="278722"/>
                </a:lnTo>
                <a:cubicBezTo>
                  <a:pt x="255337" y="278722"/>
                  <a:pt x="229508" y="252933"/>
                  <a:pt x="229508" y="221192"/>
                </a:cubicBezTo>
                <a:lnTo>
                  <a:pt x="229508" y="57530"/>
                </a:lnTo>
                <a:cubicBezTo>
                  <a:pt x="229508" y="25789"/>
                  <a:pt x="255337" y="0"/>
                  <a:pt x="287128" y="0"/>
                </a:cubicBezTo>
                <a:close/>
                <a:moveTo>
                  <a:pt x="106313" y="0"/>
                </a:moveTo>
                <a:cubicBezTo>
                  <a:pt x="144709" y="0"/>
                  <a:pt x="175835" y="30876"/>
                  <a:pt x="175835" y="68964"/>
                </a:cubicBezTo>
                <a:cubicBezTo>
                  <a:pt x="175835" y="107052"/>
                  <a:pt x="144709" y="137928"/>
                  <a:pt x="106313" y="137928"/>
                </a:cubicBezTo>
                <a:cubicBezTo>
                  <a:pt x="67917" y="137928"/>
                  <a:pt x="36791" y="107052"/>
                  <a:pt x="36791" y="68964"/>
                </a:cubicBezTo>
                <a:cubicBezTo>
                  <a:pt x="36791" y="30876"/>
                  <a:pt x="67917" y="0"/>
                  <a:pt x="106313" y="0"/>
                </a:cubicBezTo>
                <a:close/>
              </a:path>
            </a:pathLst>
          </a:custGeom>
          <a:solidFill>
            <a:schemeClr val="accent1"/>
          </a:solidFill>
          <a:ln w="3175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5B399A4-135A-48E1-AF03-EA6930CD4F21}"/>
              </a:ext>
            </a:extLst>
          </p:cNvPr>
          <p:cNvGrpSpPr/>
          <p:nvPr/>
        </p:nvGrpSpPr>
        <p:grpSpPr>
          <a:xfrm>
            <a:off x="8148638" y="3213610"/>
            <a:ext cx="2806700" cy="1676401"/>
            <a:chOff x="1079500" y="3800474"/>
            <a:chExt cx="2806700" cy="1676401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4E9A126B-220C-4D25-BF8F-206546389E42}"/>
                </a:ext>
              </a:extLst>
            </p:cNvPr>
            <p:cNvSpPr/>
            <p:nvPr/>
          </p:nvSpPr>
          <p:spPr bwMode="auto">
            <a:xfrm>
              <a:off x="1079500" y="4276280"/>
              <a:ext cx="2806700" cy="1200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Supporting text here. </a:t>
              </a:r>
            </a:p>
            <a:p>
              <a:pPr algn="ctr">
                <a:lnSpc>
                  <a:spcPct val="120000"/>
                </a:lnSpc>
              </a:pPr>
              <a:endParaRPr lang="en-US" altLang="zh-CN" sz="1100" dirty="0">
                <a:cs typeface="+mn-ea"/>
                <a:sym typeface="+mn-lt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B38DF14-A661-4985-8EB6-C154FB94541B}"/>
                </a:ext>
              </a:extLst>
            </p:cNvPr>
            <p:cNvSpPr txBox="1"/>
            <p:nvPr/>
          </p:nvSpPr>
          <p:spPr bwMode="auto">
            <a:xfrm>
              <a:off x="1079500" y="3800474"/>
              <a:ext cx="2806700" cy="475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课程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4FE7A9D-7F3B-4F10-A8D5-E64FA4189AD8}"/>
              </a:ext>
            </a:extLst>
          </p:cNvPr>
          <p:cNvCxnSpPr/>
          <p:nvPr/>
        </p:nvCxnSpPr>
        <p:spPr>
          <a:xfrm>
            <a:off x="4368007" y="1935659"/>
            <a:ext cx="0" cy="2680890"/>
          </a:xfrm>
          <a:prstGeom prst="line">
            <a:avLst/>
          </a:prstGeom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646464B-A33D-41F6-9E96-52EFF44693A6}"/>
              </a:ext>
            </a:extLst>
          </p:cNvPr>
          <p:cNvCxnSpPr/>
          <p:nvPr/>
        </p:nvCxnSpPr>
        <p:spPr>
          <a:xfrm>
            <a:off x="7823995" y="1935659"/>
            <a:ext cx="0" cy="2680890"/>
          </a:xfrm>
          <a:prstGeom prst="line">
            <a:avLst/>
          </a:prstGeom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76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任课老师介绍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6226174" y="2623869"/>
            <a:ext cx="2263775" cy="94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……</a:t>
            </a:r>
          </a:p>
        </p:txBody>
      </p:sp>
      <p:sp>
        <p:nvSpPr>
          <p:cNvPr id="31" name="矩形 30"/>
          <p:cNvSpPr/>
          <p:nvPr/>
        </p:nvSpPr>
        <p:spPr>
          <a:xfrm>
            <a:off x="8761064" y="2013755"/>
            <a:ext cx="2757836" cy="1533525"/>
          </a:xfrm>
          <a:prstGeom prst="rect">
            <a:avLst/>
          </a:prstGeom>
          <a:blipFill>
            <a:blip r:embed="rId2"/>
            <a:srcRect/>
            <a:stretch>
              <a:fillRect t="-10027" b="-9864"/>
            </a:stretch>
          </a:blipFill>
          <a:ln w="28575">
            <a:noFill/>
            <a:prstDash val="solid"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7" name="直接连接符 26"/>
          <p:cNvCxnSpPr>
            <a:cxnSpLocks/>
          </p:cNvCxnSpPr>
          <p:nvPr/>
        </p:nvCxnSpPr>
        <p:spPr>
          <a:xfrm>
            <a:off x="6226174" y="4000722"/>
            <a:ext cx="5292726" cy="0"/>
          </a:xfrm>
          <a:prstGeom prst="line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6226174" y="5091830"/>
            <a:ext cx="2263775" cy="94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……</a:t>
            </a:r>
          </a:p>
        </p:txBody>
      </p:sp>
      <p:sp>
        <p:nvSpPr>
          <p:cNvPr id="25" name="矩形 24"/>
          <p:cNvSpPr/>
          <p:nvPr/>
        </p:nvSpPr>
        <p:spPr>
          <a:xfrm>
            <a:off x="8761064" y="4545216"/>
            <a:ext cx="2757836" cy="1533525"/>
          </a:xfrm>
          <a:prstGeom prst="rect">
            <a:avLst/>
          </a:prstGeom>
          <a:blipFill>
            <a:blip r:embed="rId3"/>
            <a:srcRect/>
            <a:stretch>
              <a:fillRect t="-10122" b="-9956"/>
            </a:stretch>
          </a:blipFill>
          <a:ln w="28575">
            <a:noFill/>
            <a:prstDash val="solid"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270BD8-B45E-4E57-A141-2A2262E890BD}"/>
              </a:ext>
            </a:extLst>
          </p:cNvPr>
          <p:cNvSpPr/>
          <p:nvPr/>
        </p:nvSpPr>
        <p:spPr bwMode="auto">
          <a:xfrm>
            <a:off x="660400" y="2623869"/>
            <a:ext cx="2263775" cy="94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……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1D09DE-A135-4774-88CA-429BA581793D}"/>
              </a:ext>
            </a:extLst>
          </p:cNvPr>
          <p:cNvSpPr/>
          <p:nvPr/>
        </p:nvSpPr>
        <p:spPr>
          <a:xfrm>
            <a:off x="3195290" y="2013755"/>
            <a:ext cx="2757836" cy="1533525"/>
          </a:xfrm>
          <a:prstGeom prst="rect">
            <a:avLst/>
          </a:prstGeom>
          <a:blipFill>
            <a:blip r:embed="rId4"/>
            <a:srcRect/>
            <a:stretch>
              <a:fillRect t="-10076" b="-9909"/>
            </a:stretch>
          </a:blipFill>
          <a:ln w="28575">
            <a:noFill/>
            <a:prstDash val="solid"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226174" y="1998459"/>
            <a:ext cx="2105026" cy="3056363"/>
            <a:chOff x="6226174" y="1998459"/>
            <a:chExt cx="5292726" cy="3056363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6226174" y="1998459"/>
              <a:ext cx="5292726" cy="58840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b="1" dirty="0">
                  <a:cs typeface="+mn-ea"/>
                  <a:sym typeface="+mn-lt"/>
                </a:rPr>
                <a:t>XXX</a:t>
              </a:r>
              <a:endParaRPr lang="id-ID" altLang="zh-CN" b="1" dirty="0">
                <a:cs typeface="+mn-ea"/>
                <a:sym typeface="+mn-lt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6226174" y="4466420"/>
              <a:ext cx="5292726" cy="58840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b="1" dirty="0">
                  <a:cs typeface="+mn-ea"/>
                  <a:sym typeface="+mn-lt"/>
                </a:rPr>
                <a:t>XXX</a:t>
              </a:r>
              <a:endParaRPr lang="id-ID" altLang="zh-CN" b="1" dirty="0"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60400" y="1998459"/>
            <a:ext cx="2097314" cy="3056363"/>
            <a:chOff x="660400" y="1998459"/>
            <a:chExt cx="5292726" cy="305636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C33D485-A37F-4DB2-B698-4A86F0E64A69}"/>
                </a:ext>
              </a:extLst>
            </p:cNvPr>
            <p:cNvSpPr txBox="1"/>
            <p:nvPr/>
          </p:nvSpPr>
          <p:spPr>
            <a:xfrm>
              <a:off x="660400" y="1998459"/>
              <a:ext cx="5292726" cy="58840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b="1" dirty="0">
                  <a:cs typeface="+mn-ea"/>
                  <a:sym typeface="+mn-lt"/>
                </a:rPr>
                <a:t>XXX</a:t>
              </a:r>
              <a:endParaRPr lang="id-ID" b="1" dirty="0"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49C1533-6024-4D47-A1CF-075C4873690F}"/>
                </a:ext>
              </a:extLst>
            </p:cNvPr>
            <p:cNvSpPr txBox="1"/>
            <p:nvPr/>
          </p:nvSpPr>
          <p:spPr>
            <a:xfrm>
              <a:off x="660400" y="4466420"/>
              <a:ext cx="5292726" cy="58840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b="1" dirty="0">
                  <a:cs typeface="+mn-ea"/>
                  <a:sym typeface="+mn-lt"/>
                </a:rPr>
                <a:t>XXX</a:t>
              </a:r>
              <a:endParaRPr lang="id-ID" altLang="zh-CN" b="1" dirty="0">
                <a:cs typeface="+mn-ea"/>
                <a:sym typeface="+mn-lt"/>
              </a:endParaRPr>
            </a:p>
          </p:txBody>
        </p: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B51365A-F480-4561-85A8-107EBAF8F1B7}"/>
              </a:ext>
            </a:extLst>
          </p:cNvPr>
          <p:cNvCxnSpPr>
            <a:cxnSpLocks/>
          </p:cNvCxnSpPr>
          <p:nvPr/>
        </p:nvCxnSpPr>
        <p:spPr>
          <a:xfrm>
            <a:off x="660400" y="4000722"/>
            <a:ext cx="5292726" cy="0"/>
          </a:xfrm>
          <a:prstGeom prst="line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BEFBBED-D51E-40DC-89EC-FC17226931B4}"/>
              </a:ext>
            </a:extLst>
          </p:cNvPr>
          <p:cNvSpPr/>
          <p:nvPr/>
        </p:nvSpPr>
        <p:spPr bwMode="auto">
          <a:xfrm>
            <a:off x="660400" y="5091830"/>
            <a:ext cx="2263775" cy="94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cs typeface="+mn-ea"/>
                <a:sym typeface="+mn-lt"/>
              </a:rPr>
              <a:t>……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32CC96-A7A7-4230-A255-0BA2B3DE7CFB}"/>
              </a:ext>
            </a:extLst>
          </p:cNvPr>
          <p:cNvSpPr/>
          <p:nvPr/>
        </p:nvSpPr>
        <p:spPr>
          <a:xfrm>
            <a:off x="3195290" y="4545216"/>
            <a:ext cx="2757836" cy="1533525"/>
          </a:xfrm>
          <a:prstGeom prst="rect">
            <a:avLst/>
          </a:prstGeom>
          <a:blipFill>
            <a:blip r:embed="rId5"/>
            <a:srcRect/>
            <a:stretch>
              <a:fillRect t="-10027" b="-9864"/>
            </a:stretch>
          </a:blipFill>
          <a:ln w="28575">
            <a:noFill/>
            <a:prstDash val="solid"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232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课程要点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>
                <a:cs typeface="+mn-ea"/>
                <a:sym typeface="+mn-lt"/>
              </a:rPr>
              <a:t>节标题内容：</a:t>
            </a:r>
            <a:r>
              <a:rPr lang="en-US" altLang="zh-CN" dirty="0">
                <a:cs typeface="+mn-ea"/>
                <a:sym typeface="+mn-lt"/>
              </a:rPr>
              <a:t>Arial/</a:t>
            </a:r>
            <a:r>
              <a:rPr lang="zh-CN" altLang="en-US" dirty="0">
                <a:cs typeface="+mn-ea"/>
                <a:sym typeface="+mn-lt"/>
              </a:rPr>
              <a:t>微软雅黑</a:t>
            </a:r>
            <a:r>
              <a:rPr lang="en-US" altLang="zh-CN" dirty="0">
                <a:cs typeface="+mn-ea"/>
                <a:sym typeface="+mn-lt"/>
              </a:rPr>
              <a:t>11</a:t>
            </a:r>
            <a:r>
              <a:rPr lang="zh-CN" altLang="en-US" dirty="0">
                <a:cs typeface="+mn-ea"/>
                <a:sym typeface="+mn-lt"/>
              </a:rPr>
              <a:t>号灰色，行距</a:t>
            </a:r>
            <a:r>
              <a:rPr lang="en-US" altLang="zh-CN" dirty="0">
                <a:cs typeface="+mn-ea"/>
                <a:sym typeface="+mn-lt"/>
              </a:rPr>
              <a:t>1.2-1.5</a:t>
            </a:r>
            <a:r>
              <a:rPr lang="zh-CN" altLang="en-US" dirty="0">
                <a:cs typeface="+mn-ea"/>
                <a:sym typeface="+mn-lt"/>
              </a:rPr>
              <a:t>倍</a:t>
            </a:r>
            <a:endParaRPr lang="en-US" altLang="zh-CN" dirty="0">
              <a:cs typeface="+mn-ea"/>
              <a:sym typeface="+mn-lt"/>
            </a:endParaRPr>
          </a:p>
          <a:p>
            <a:pPr lvl="0"/>
            <a:r>
              <a:rPr lang="en-US" altLang="zh-CN" dirty="0">
                <a:cs typeface="+mn-ea"/>
                <a:sym typeface="+mn-lt"/>
              </a:rPr>
              <a:t>… …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66404" y="2027387"/>
            <a:ext cx="1189496" cy="103422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cs typeface="+mn-ea"/>
                <a:sym typeface="+mn-lt"/>
              </a:rPr>
              <a:t>/02</a:t>
            </a:r>
            <a:endParaRPr lang="zh-CN" altLang="en-US" spc="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9238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80393-9CB9-4475-96DD-A6B1E4F8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课程要点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FFD0F7-8316-4779-BAE7-A8F33633A8DE}"/>
              </a:ext>
            </a:extLst>
          </p:cNvPr>
          <p:cNvSpPr/>
          <p:nvPr/>
        </p:nvSpPr>
        <p:spPr>
          <a:xfrm>
            <a:off x="669925" y="1996752"/>
            <a:ext cx="4126010" cy="4146874"/>
          </a:xfrm>
          <a:prstGeom prst="rect">
            <a:avLst/>
          </a:prstGeom>
          <a:blipFill>
            <a:blip r:embed="rId2"/>
            <a:srcRect/>
            <a:stretch>
              <a:fillRect l="-17056" r="-1695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9E73DD92-68EC-48CA-948E-45CA8E502090}"/>
              </a:ext>
            </a:extLst>
          </p:cNvPr>
          <p:cNvSpPr/>
          <p:nvPr/>
        </p:nvSpPr>
        <p:spPr>
          <a:xfrm rot="16200000">
            <a:off x="3908770" y="1244341"/>
            <a:ext cx="1745674" cy="1504892"/>
          </a:xfrm>
          <a:prstGeom prst="hexagon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B43161D-454F-4A08-8E56-F2D1BFAEA7BF}"/>
              </a:ext>
            </a:extLst>
          </p:cNvPr>
          <p:cNvSpPr/>
          <p:nvPr/>
        </p:nvSpPr>
        <p:spPr bwMode="auto">
          <a:xfrm>
            <a:off x="4450038" y="1706981"/>
            <a:ext cx="663138" cy="608542"/>
          </a:xfrm>
          <a:custGeom>
            <a:avLst/>
            <a:gdLst>
              <a:gd name="connsiteX0" fmla="*/ 350851 w 599171"/>
              <a:gd name="connsiteY0" fmla="*/ 405257 h 549846"/>
              <a:gd name="connsiteX1" fmla="*/ 394672 w 599171"/>
              <a:gd name="connsiteY1" fmla="*/ 405257 h 549846"/>
              <a:gd name="connsiteX2" fmla="*/ 394672 w 599171"/>
              <a:gd name="connsiteY2" fmla="*/ 528464 h 549846"/>
              <a:gd name="connsiteX3" fmla="*/ 350851 w 599171"/>
              <a:gd name="connsiteY3" fmla="*/ 528464 h 549846"/>
              <a:gd name="connsiteX4" fmla="*/ 418947 w 599171"/>
              <a:gd name="connsiteY4" fmla="*/ 362989 h 549846"/>
              <a:gd name="connsiteX5" fmla="*/ 462839 w 599171"/>
              <a:gd name="connsiteY5" fmla="*/ 362989 h 549846"/>
              <a:gd name="connsiteX6" fmla="*/ 462839 w 599171"/>
              <a:gd name="connsiteY6" fmla="*/ 528465 h 549846"/>
              <a:gd name="connsiteX7" fmla="*/ 418947 w 599171"/>
              <a:gd name="connsiteY7" fmla="*/ 528465 h 549846"/>
              <a:gd name="connsiteX8" fmla="*/ 487113 w 599171"/>
              <a:gd name="connsiteY8" fmla="*/ 320932 h 549846"/>
              <a:gd name="connsiteX9" fmla="*/ 531005 w 599171"/>
              <a:gd name="connsiteY9" fmla="*/ 320932 h 549846"/>
              <a:gd name="connsiteX10" fmla="*/ 531005 w 599171"/>
              <a:gd name="connsiteY10" fmla="*/ 528465 h 549846"/>
              <a:gd name="connsiteX11" fmla="*/ 487113 w 599171"/>
              <a:gd name="connsiteY11" fmla="*/ 528465 h 549846"/>
              <a:gd name="connsiteX12" fmla="*/ 555279 w 599171"/>
              <a:gd name="connsiteY12" fmla="*/ 278945 h 549846"/>
              <a:gd name="connsiteX13" fmla="*/ 599171 w 599171"/>
              <a:gd name="connsiteY13" fmla="*/ 278945 h 549846"/>
              <a:gd name="connsiteX14" fmla="*/ 599171 w 599171"/>
              <a:gd name="connsiteY14" fmla="*/ 528464 h 549846"/>
              <a:gd name="connsiteX15" fmla="*/ 555279 w 599171"/>
              <a:gd name="connsiteY15" fmla="*/ 528464 h 549846"/>
              <a:gd name="connsiteX16" fmla="*/ 257092 w 599171"/>
              <a:gd name="connsiteY16" fmla="*/ 0 h 549846"/>
              <a:gd name="connsiteX17" fmla="*/ 399061 w 599171"/>
              <a:gd name="connsiteY17" fmla="*/ 142037 h 549846"/>
              <a:gd name="connsiteX18" fmla="*/ 320591 w 599171"/>
              <a:gd name="connsiteY18" fmla="*/ 290261 h 549846"/>
              <a:gd name="connsiteX19" fmla="*/ 424874 w 599171"/>
              <a:gd name="connsiteY19" fmla="*/ 341559 h 549846"/>
              <a:gd name="connsiteX20" fmla="*/ 397512 w 599171"/>
              <a:gd name="connsiteY20" fmla="*/ 341559 h 549846"/>
              <a:gd name="connsiteX21" fmla="*/ 397512 w 599171"/>
              <a:gd name="connsiteY21" fmla="*/ 383578 h 549846"/>
              <a:gd name="connsiteX22" fmla="*/ 329367 w 599171"/>
              <a:gd name="connsiteY22" fmla="*/ 383578 h 549846"/>
              <a:gd name="connsiteX23" fmla="*/ 329367 w 599171"/>
              <a:gd name="connsiteY23" fmla="*/ 547526 h 549846"/>
              <a:gd name="connsiteX24" fmla="*/ 257092 w 599171"/>
              <a:gd name="connsiteY24" fmla="*/ 549846 h 549846"/>
              <a:gd name="connsiteX25" fmla="*/ 329109 w 599171"/>
              <a:gd name="connsiteY25" fmla="*/ 477925 h 549846"/>
              <a:gd name="connsiteX26" fmla="*/ 268450 w 599171"/>
              <a:gd name="connsiteY26" fmla="*/ 331506 h 549846"/>
              <a:gd name="connsiteX27" fmla="*/ 269224 w 599171"/>
              <a:gd name="connsiteY27" fmla="*/ 331506 h 549846"/>
              <a:gd name="connsiteX28" fmla="*/ 292714 w 599171"/>
              <a:gd name="connsiteY28" fmla="*/ 304439 h 549846"/>
              <a:gd name="connsiteX29" fmla="*/ 257092 w 599171"/>
              <a:gd name="connsiteY29" fmla="*/ 311141 h 549846"/>
              <a:gd name="connsiteX30" fmla="*/ 221471 w 599171"/>
              <a:gd name="connsiteY30" fmla="*/ 304439 h 549846"/>
              <a:gd name="connsiteX31" fmla="*/ 245219 w 599171"/>
              <a:gd name="connsiteY31" fmla="*/ 331506 h 549846"/>
              <a:gd name="connsiteX32" fmla="*/ 245735 w 599171"/>
              <a:gd name="connsiteY32" fmla="*/ 331506 h 549846"/>
              <a:gd name="connsiteX33" fmla="*/ 185075 w 599171"/>
              <a:gd name="connsiteY33" fmla="*/ 477925 h 549846"/>
              <a:gd name="connsiteX34" fmla="*/ 257092 w 599171"/>
              <a:gd name="connsiteY34" fmla="*/ 549846 h 549846"/>
              <a:gd name="connsiteX35" fmla="*/ 0 w 599171"/>
              <a:gd name="connsiteY35" fmla="*/ 486432 h 549846"/>
              <a:gd name="connsiteX36" fmla="*/ 193594 w 599171"/>
              <a:gd name="connsiteY36" fmla="*/ 290261 h 549846"/>
              <a:gd name="connsiteX37" fmla="*/ 115124 w 599171"/>
              <a:gd name="connsiteY37" fmla="*/ 142037 h 549846"/>
              <a:gd name="connsiteX38" fmla="*/ 257092 w 599171"/>
              <a:gd name="connsiteY38" fmla="*/ 0 h 54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99171" h="549846">
                <a:moveTo>
                  <a:pt x="350851" y="405257"/>
                </a:moveTo>
                <a:lnTo>
                  <a:pt x="394672" y="405257"/>
                </a:lnTo>
                <a:lnTo>
                  <a:pt x="394672" y="528464"/>
                </a:lnTo>
                <a:lnTo>
                  <a:pt x="350851" y="528464"/>
                </a:lnTo>
                <a:close/>
                <a:moveTo>
                  <a:pt x="418947" y="362989"/>
                </a:moveTo>
                <a:lnTo>
                  <a:pt x="462839" y="362989"/>
                </a:lnTo>
                <a:lnTo>
                  <a:pt x="462839" y="528465"/>
                </a:lnTo>
                <a:lnTo>
                  <a:pt x="418947" y="528465"/>
                </a:lnTo>
                <a:close/>
                <a:moveTo>
                  <a:pt x="487113" y="320932"/>
                </a:moveTo>
                <a:lnTo>
                  <a:pt x="531005" y="320932"/>
                </a:lnTo>
                <a:lnTo>
                  <a:pt x="531005" y="528465"/>
                </a:lnTo>
                <a:lnTo>
                  <a:pt x="487113" y="528465"/>
                </a:lnTo>
                <a:close/>
                <a:moveTo>
                  <a:pt x="555279" y="278945"/>
                </a:moveTo>
                <a:lnTo>
                  <a:pt x="599171" y="278945"/>
                </a:lnTo>
                <a:lnTo>
                  <a:pt x="599171" y="528464"/>
                </a:lnTo>
                <a:lnTo>
                  <a:pt x="555279" y="528464"/>
                </a:lnTo>
                <a:close/>
                <a:moveTo>
                  <a:pt x="257092" y="0"/>
                </a:moveTo>
                <a:cubicBezTo>
                  <a:pt x="335562" y="0"/>
                  <a:pt x="399061" y="63672"/>
                  <a:pt x="399061" y="142037"/>
                </a:cubicBezTo>
                <a:cubicBezTo>
                  <a:pt x="399061" y="197460"/>
                  <a:pt x="367054" y="259069"/>
                  <a:pt x="320591" y="290261"/>
                </a:cubicBezTo>
                <a:cubicBezTo>
                  <a:pt x="359826" y="300314"/>
                  <a:pt x="395447" y="318875"/>
                  <a:pt x="424874" y="341559"/>
                </a:cubicBezTo>
                <a:lnTo>
                  <a:pt x="397512" y="341559"/>
                </a:lnTo>
                <a:lnTo>
                  <a:pt x="397512" y="383578"/>
                </a:lnTo>
                <a:lnTo>
                  <a:pt x="329367" y="383578"/>
                </a:lnTo>
                <a:lnTo>
                  <a:pt x="329367" y="547526"/>
                </a:lnTo>
                <a:cubicBezTo>
                  <a:pt x="305878" y="549073"/>
                  <a:pt x="281614" y="549846"/>
                  <a:pt x="257092" y="549846"/>
                </a:cubicBezTo>
                <a:lnTo>
                  <a:pt x="329109" y="477925"/>
                </a:lnTo>
                <a:lnTo>
                  <a:pt x="268450" y="331506"/>
                </a:lnTo>
                <a:lnTo>
                  <a:pt x="269224" y="331506"/>
                </a:lnTo>
                <a:lnTo>
                  <a:pt x="292714" y="304439"/>
                </a:lnTo>
                <a:cubicBezTo>
                  <a:pt x="281356" y="308563"/>
                  <a:pt x="269482" y="311141"/>
                  <a:pt x="257092" y="311141"/>
                </a:cubicBezTo>
                <a:cubicBezTo>
                  <a:pt x="244961" y="311141"/>
                  <a:pt x="233087" y="308563"/>
                  <a:pt x="221471" y="304439"/>
                </a:cubicBezTo>
                <a:lnTo>
                  <a:pt x="245219" y="331506"/>
                </a:lnTo>
                <a:lnTo>
                  <a:pt x="245735" y="331506"/>
                </a:lnTo>
                <a:lnTo>
                  <a:pt x="185075" y="477925"/>
                </a:lnTo>
                <a:lnTo>
                  <a:pt x="257092" y="549846"/>
                </a:lnTo>
                <a:cubicBezTo>
                  <a:pt x="128546" y="549846"/>
                  <a:pt x="0" y="528708"/>
                  <a:pt x="0" y="486432"/>
                </a:cubicBezTo>
                <a:cubicBezTo>
                  <a:pt x="0" y="415027"/>
                  <a:pt x="82342" y="318617"/>
                  <a:pt x="193594" y="290261"/>
                </a:cubicBezTo>
                <a:cubicBezTo>
                  <a:pt x="147131" y="259069"/>
                  <a:pt x="115124" y="197460"/>
                  <a:pt x="115124" y="142037"/>
                </a:cubicBezTo>
                <a:cubicBezTo>
                  <a:pt x="115124" y="63672"/>
                  <a:pt x="178622" y="0"/>
                  <a:pt x="257092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1798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4AD6E7-6D41-4B9F-AFB3-241BF86D6762}"/>
              </a:ext>
            </a:extLst>
          </p:cNvPr>
          <p:cNvSpPr txBox="1"/>
          <p:nvPr/>
        </p:nvSpPr>
        <p:spPr>
          <a:xfrm>
            <a:off x="6286500" y="1130300"/>
            <a:ext cx="5232400" cy="7006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sz="2400" b="1" dirty="0">
                <a:cs typeface="+mn-ea"/>
                <a:sym typeface="+mn-lt"/>
              </a:rPr>
              <a:t>Text here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9D904B-EAA7-4431-97A4-E5A9B3C5156A}"/>
              </a:ext>
            </a:extLst>
          </p:cNvPr>
          <p:cNvSpPr txBox="1"/>
          <p:nvPr/>
        </p:nvSpPr>
        <p:spPr>
          <a:xfrm>
            <a:off x="6286499" y="1830915"/>
            <a:ext cx="5232400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altLang="zh-CN" sz="12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altLang="zh-CN" sz="1200" dirty="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53E0047-6981-42F6-A8CF-DCD53DE6E638}"/>
              </a:ext>
            </a:extLst>
          </p:cNvPr>
          <p:cNvCxnSpPr>
            <a:cxnSpLocks/>
          </p:cNvCxnSpPr>
          <p:nvPr/>
        </p:nvCxnSpPr>
        <p:spPr>
          <a:xfrm>
            <a:off x="6354147" y="2995127"/>
            <a:ext cx="5164752" cy="0"/>
          </a:xfrm>
          <a:prstGeom prst="line">
            <a:avLst/>
          </a:prstGeom>
          <a:ln w="285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6D3CA3A6-ED41-4D33-BA9A-FE37F02408DC}"/>
              </a:ext>
            </a:extLst>
          </p:cNvPr>
          <p:cNvSpPr/>
          <p:nvPr/>
        </p:nvSpPr>
        <p:spPr bwMode="auto">
          <a:xfrm>
            <a:off x="6944752" y="3766440"/>
            <a:ext cx="3029672" cy="76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68F61C-E5F9-4461-8110-858DA2D800D1}"/>
              </a:ext>
            </a:extLst>
          </p:cNvPr>
          <p:cNvSpPr txBox="1"/>
          <p:nvPr/>
        </p:nvSpPr>
        <p:spPr bwMode="auto">
          <a:xfrm>
            <a:off x="6944752" y="3324635"/>
            <a:ext cx="3029672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01. …</a:t>
            </a:r>
            <a:r>
              <a:rPr lang="zh-CN" altLang="en-US" b="1" dirty="0">
                <a:cs typeface="+mn-ea"/>
                <a:sym typeface="+mn-lt"/>
              </a:rPr>
              <a:t>要点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6DF0850E-5FE4-4C8F-99BE-BE1356CC9333}"/>
              </a:ext>
            </a:extLst>
          </p:cNvPr>
          <p:cNvSpPr/>
          <p:nvPr/>
        </p:nvSpPr>
        <p:spPr bwMode="auto">
          <a:xfrm>
            <a:off x="6354147" y="3557629"/>
            <a:ext cx="397846" cy="398217"/>
          </a:xfrm>
          <a:custGeom>
            <a:avLst/>
            <a:gdLst>
              <a:gd name="connsiteX0" fmla="*/ 451337 w 606157"/>
              <a:gd name="connsiteY0" fmla="*/ 147905 h 606722"/>
              <a:gd name="connsiteX1" fmla="*/ 569477 w 606157"/>
              <a:gd name="connsiteY1" fmla="*/ 147905 h 606722"/>
              <a:gd name="connsiteX2" fmla="*/ 606157 w 606157"/>
              <a:gd name="connsiteY2" fmla="*/ 186562 h 606722"/>
              <a:gd name="connsiteX3" fmla="*/ 606157 w 606157"/>
              <a:gd name="connsiteY3" fmla="*/ 363939 h 606722"/>
              <a:gd name="connsiteX4" fmla="*/ 584434 w 606157"/>
              <a:gd name="connsiteY4" fmla="*/ 385711 h 606722"/>
              <a:gd name="connsiteX5" fmla="*/ 557904 w 606157"/>
              <a:gd name="connsiteY5" fmla="*/ 385711 h 606722"/>
              <a:gd name="connsiteX6" fmla="*/ 549980 w 606157"/>
              <a:gd name="connsiteY6" fmla="*/ 548781 h 606722"/>
              <a:gd name="connsiteX7" fmla="*/ 489085 w 606157"/>
              <a:gd name="connsiteY7" fmla="*/ 606722 h 606722"/>
              <a:gd name="connsiteX8" fmla="*/ 426854 w 606157"/>
              <a:gd name="connsiteY8" fmla="*/ 547537 h 606722"/>
              <a:gd name="connsiteX9" fmla="*/ 420711 w 606157"/>
              <a:gd name="connsiteY9" fmla="*/ 420814 h 606722"/>
              <a:gd name="connsiteX10" fmla="*/ 461219 w 606157"/>
              <a:gd name="connsiteY10" fmla="*/ 363228 h 606722"/>
              <a:gd name="connsiteX11" fmla="*/ 461219 w 606157"/>
              <a:gd name="connsiteY11" fmla="*/ 185762 h 606722"/>
              <a:gd name="connsiteX12" fmla="*/ 451337 w 606157"/>
              <a:gd name="connsiteY12" fmla="*/ 147905 h 606722"/>
              <a:gd name="connsiteX13" fmla="*/ 38457 w 606157"/>
              <a:gd name="connsiteY13" fmla="*/ 147552 h 606722"/>
              <a:gd name="connsiteX14" fmla="*/ 155074 w 606157"/>
              <a:gd name="connsiteY14" fmla="*/ 147552 h 606722"/>
              <a:gd name="connsiteX15" fmla="*/ 145014 w 606157"/>
              <a:gd name="connsiteY15" fmla="*/ 185766 h 606722"/>
              <a:gd name="connsiteX16" fmla="*/ 145014 w 606157"/>
              <a:gd name="connsiteY16" fmla="*/ 363239 h 606722"/>
              <a:gd name="connsiteX17" fmla="*/ 187210 w 606157"/>
              <a:gd name="connsiteY17" fmla="*/ 421360 h 606722"/>
              <a:gd name="connsiteX18" fmla="*/ 181068 w 606157"/>
              <a:gd name="connsiteY18" fmla="*/ 548444 h 606722"/>
              <a:gd name="connsiteX19" fmla="*/ 120178 w 606157"/>
              <a:gd name="connsiteY19" fmla="*/ 606298 h 606722"/>
              <a:gd name="connsiteX20" fmla="*/ 57952 w 606157"/>
              <a:gd name="connsiteY20" fmla="*/ 547200 h 606722"/>
              <a:gd name="connsiteX21" fmla="*/ 50029 w 606157"/>
              <a:gd name="connsiteY21" fmla="*/ 385279 h 606722"/>
              <a:gd name="connsiteX22" fmla="*/ 21810 w 606157"/>
              <a:gd name="connsiteY22" fmla="*/ 385279 h 606722"/>
              <a:gd name="connsiteX23" fmla="*/ 0 w 606157"/>
              <a:gd name="connsiteY23" fmla="*/ 363595 h 606722"/>
              <a:gd name="connsiteX24" fmla="*/ 0 w 606157"/>
              <a:gd name="connsiteY24" fmla="*/ 186122 h 606722"/>
              <a:gd name="connsiteX25" fmla="*/ 38457 w 606157"/>
              <a:gd name="connsiteY25" fmla="*/ 147552 h 606722"/>
              <a:gd name="connsiteX26" fmla="*/ 222975 w 606157"/>
              <a:gd name="connsiteY26" fmla="*/ 147058 h 606722"/>
              <a:gd name="connsiteX27" fmla="*/ 282512 w 606157"/>
              <a:gd name="connsiteY27" fmla="*/ 147058 h 606722"/>
              <a:gd name="connsiteX28" fmla="*/ 270498 w 606157"/>
              <a:gd name="connsiteY28" fmla="*/ 159057 h 606722"/>
              <a:gd name="connsiteX29" fmla="*/ 270498 w 606157"/>
              <a:gd name="connsiteY29" fmla="*/ 169278 h 606722"/>
              <a:gd name="connsiteX30" fmla="*/ 283224 w 606157"/>
              <a:gd name="connsiteY30" fmla="*/ 181988 h 606722"/>
              <a:gd name="connsiteX31" fmla="*/ 273345 w 606157"/>
              <a:gd name="connsiteY31" fmla="*/ 292199 h 606722"/>
              <a:gd name="connsiteX32" fmla="*/ 276193 w 606157"/>
              <a:gd name="connsiteY32" fmla="*/ 302953 h 606722"/>
              <a:gd name="connsiteX33" fmla="*/ 297196 w 606157"/>
              <a:gd name="connsiteY33" fmla="*/ 332550 h 606722"/>
              <a:gd name="connsiteX34" fmla="*/ 303070 w 606157"/>
              <a:gd name="connsiteY34" fmla="*/ 335572 h 606722"/>
              <a:gd name="connsiteX35" fmla="*/ 309032 w 606157"/>
              <a:gd name="connsiteY35" fmla="*/ 332550 h 606722"/>
              <a:gd name="connsiteX36" fmla="*/ 329946 w 606157"/>
              <a:gd name="connsiteY36" fmla="*/ 302953 h 606722"/>
              <a:gd name="connsiteX37" fmla="*/ 332883 w 606157"/>
              <a:gd name="connsiteY37" fmla="*/ 292199 h 606722"/>
              <a:gd name="connsiteX38" fmla="*/ 323004 w 606157"/>
              <a:gd name="connsiteY38" fmla="*/ 181988 h 606722"/>
              <a:gd name="connsiteX39" fmla="*/ 335641 w 606157"/>
              <a:gd name="connsiteY39" fmla="*/ 169278 h 606722"/>
              <a:gd name="connsiteX40" fmla="*/ 335641 w 606157"/>
              <a:gd name="connsiteY40" fmla="*/ 159057 h 606722"/>
              <a:gd name="connsiteX41" fmla="*/ 323627 w 606157"/>
              <a:gd name="connsiteY41" fmla="*/ 147058 h 606722"/>
              <a:gd name="connsiteX42" fmla="*/ 385033 w 606157"/>
              <a:gd name="connsiteY42" fmla="*/ 147058 h 606722"/>
              <a:gd name="connsiteX43" fmla="*/ 385033 w 606157"/>
              <a:gd name="connsiteY43" fmla="*/ 147147 h 606722"/>
              <a:gd name="connsiteX44" fmla="*/ 421699 w 606157"/>
              <a:gd name="connsiteY44" fmla="*/ 185721 h 606722"/>
              <a:gd name="connsiteX45" fmla="*/ 421699 w 606157"/>
              <a:gd name="connsiteY45" fmla="*/ 363214 h 606722"/>
              <a:gd name="connsiteX46" fmla="*/ 399895 w 606157"/>
              <a:gd name="connsiteY46" fmla="*/ 384901 h 606722"/>
              <a:gd name="connsiteX47" fmla="*/ 373375 w 606157"/>
              <a:gd name="connsiteY47" fmla="*/ 384901 h 606722"/>
              <a:gd name="connsiteX48" fmla="*/ 371506 w 606157"/>
              <a:gd name="connsiteY48" fmla="*/ 424363 h 606722"/>
              <a:gd name="connsiteX49" fmla="*/ 365455 w 606157"/>
              <a:gd name="connsiteY49" fmla="*/ 548084 h 606722"/>
              <a:gd name="connsiteX50" fmla="*/ 304582 w 606157"/>
              <a:gd name="connsiteY50" fmla="*/ 605945 h 606722"/>
              <a:gd name="connsiteX51" fmla="*/ 242464 w 606157"/>
              <a:gd name="connsiteY51" fmla="*/ 546840 h 606722"/>
              <a:gd name="connsiteX52" fmla="*/ 236502 w 606157"/>
              <a:gd name="connsiteY52" fmla="*/ 424363 h 606722"/>
              <a:gd name="connsiteX53" fmla="*/ 234544 w 606157"/>
              <a:gd name="connsiteY53" fmla="*/ 384901 h 606722"/>
              <a:gd name="connsiteX54" fmla="*/ 206244 w 606157"/>
              <a:gd name="connsiteY54" fmla="*/ 384901 h 606722"/>
              <a:gd name="connsiteX55" fmla="*/ 184529 w 606157"/>
              <a:gd name="connsiteY55" fmla="*/ 363214 h 606722"/>
              <a:gd name="connsiteX56" fmla="*/ 184529 w 606157"/>
              <a:gd name="connsiteY56" fmla="*/ 185721 h 606722"/>
              <a:gd name="connsiteX57" fmla="*/ 222975 w 606157"/>
              <a:gd name="connsiteY57" fmla="*/ 147058 h 606722"/>
              <a:gd name="connsiteX58" fmla="*/ 488454 w 606157"/>
              <a:gd name="connsiteY58" fmla="*/ 706 h 606722"/>
              <a:gd name="connsiteX59" fmla="*/ 550481 w 606157"/>
              <a:gd name="connsiteY59" fmla="*/ 62663 h 606722"/>
              <a:gd name="connsiteX60" fmla="*/ 488454 w 606157"/>
              <a:gd name="connsiteY60" fmla="*/ 124620 h 606722"/>
              <a:gd name="connsiteX61" fmla="*/ 426427 w 606157"/>
              <a:gd name="connsiteY61" fmla="*/ 62663 h 606722"/>
              <a:gd name="connsiteX62" fmla="*/ 488454 w 606157"/>
              <a:gd name="connsiteY62" fmla="*/ 706 h 606722"/>
              <a:gd name="connsiteX63" fmla="*/ 119538 w 606157"/>
              <a:gd name="connsiteY63" fmla="*/ 353 h 606722"/>
              <a:gd name="connsiteX64" fmla="*/ 181565 w 606157"/>
              <a:gd name="connsiteY64" fmla="*/ 62310 h 606722"/>
              <a:gd name="connsiteX65" fmla="*/ 119538 w 606157"/>
              <a:gd name="connsiteY65" fmla="*/ 124267 h 606722"/>
              <a:gd name="connsiteX66" fmla="*/ 57511 w 606157"/>
              <a:gd name="connsiteY66" fmla="*/ 62310 h 606722"/>
              <a:gd name="connsiteX67" fmla="*/ 119538 w 606157"/>
              <a:gd name="connsiteY67" fmla="*/ 353 h 606722"/>
              <a:gd name="connsiteX68" fmla="*/ 303961 w 606157"/>
              <a:gd name="connsiteY68" fmla="*/ 0 h 606722"/>
              <a:gd name="connsiteX69" fmla="*/ 366024 w 606157"/>
              <a:gd name="connsiteY69" fmla="*/ 61957 h 606722"/>
              <a:gd name="connsiteX70" fmla="*/ 303961 w 606157"/>
              <a:gd name="connsiteY70" fmla="*/ 123914 h 606722"/>
              <a:gd name="connsiteX71" fmla="*/ 241898 w 606157"/>
              <a:gd name="connsiteY71" fmla="*/ 61957 h 606722"/>
              <a:gd name="connsiteX72" fmla="*/ 303961 w 606157"/>
              <a:gd name="connsiteY72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06157" h="606722">
                <a:moveTo>
                  <a:pt x="451337" y="147905"/>
                </a:moveTo>
                <a:lnTo>
                  <a:pt x="569477" y="147905"/>
                </a:lnTo>
                <a:cubicBezTo>
                  <a:pt x="589954" y="148971"/>
                  <a:pt x="606157" y="165856"/>
                  <a:pt x="606157" y="186562"/>
                </a:cubicBezTo>
                <a:lnTo>
                  <a:pt x="606157" y="363939"/>
                </a:lnTo>
                <a:cubicBezTo>
                  <a:pt x="606157" y="375936"/>
                  <a:pt x="596453" y="385711"/>
                  <a:pt x="584434" y="385711"/>
                </a:cubicBezTo>
                <a:lnTo>
                  <a:pt x="557904" y="385711"/>
                </a:lnTo>
                <a:lnTo>
                  <a:pt x="549980" y="548781"/>
                </a:lnTo>
                <a:cubicBezTo>
                  <a:pt x="548378" y="581217"/>
                  <a:pt x="521580" y="606722"/>
                  <a:pt x="489085" y="606722"/>
                </a:cubicBezTo>
                <a:cubicBezTo>
                  <a:pt x="455877" y="606722"/>
                  <a:pt x="428456" y="580684"/>
                  <a:pt x="426854" y="547537"/>
                </a:cubicBezTo>
                <a:lnTo>
                  <a:pt x="420711" y="420814"/>
                </a:lnTo>
                <a:cubicBezTo>
                  <a:pt x="444482" y="412194"/>
                  <a:pt x="461219" y="389355"/>
                  <a:pt x="461219" y="363228"/>
                </a:cubicBezTo>
                <a:lnTo>
                  <a:pt x="461219" y="185762"/>
                </a:lnTo>
                <a:cubicBezTo>
                  <a:pt x="461219" y="172077"/>
                  <a:pt x="457658" y="159102"/>
                  <a:pt x="451337" y="147905"/>
                </a:cubicBezTo>
                <a:close/>
                <a:moveTo>
                  <a:pt x="38457" y="147552"/>
                </a:moveTo>
                <a:lnTo>
                  <a:pt x="155074" y="147552"/>
                </a:lnTo>
                <a:cubicBezTo>
                  <a:pt x="148664" y="158839"/>
                  <a:pt x="145014" y="171902"/>
                  <a:pt x="145014" y="185766"/>
                </a:cubicBezTo>
                <a:lnTo>
                  <a:pt x="145014" y="363239"/>
                </a:lnTo>
                <a:cubicBezTo>
                  <a:pt x="145014" y="389811"/>
                  <a:pt x="162284" y="413184"/>
                  <a:pt x="187210" y="421360"/>
                </a:cubicBezTo>
                <a:lnTo>
                  <a:pt x="181068" y="548444"/>
                </a:lnTo>
                <a:cubicBezTo>
                  <a:pt x="179465" y="580881"/>
                  <a:pt x="152670" y="606298"/>
                  <a:pt x="120178" y="606298"/>
                </a:cubicBezTo>
                <a:cubicBezTo>
                  <a:pt x="86973" y="606298"/>
                  <a:pt x="59555" y="580348"/>
                  <a:pt x="57952" y="547200"/>
                </a:cubicBezTo>
                <a:lnTo>
                  <a:pt x="50029" y="385279"/>
                </a:lnTo>
                <a:lnTo>
                  <a:pt x="21810" y="385279"/>
                </a:lnTo>
                <a:cubicBezTo>
                  <a:pt x="9792" y="385279"/>
                  <a:pt x="0" y="375592"/>
                  <a:pt x="0" y="363595"/>
                </a:cubicBezTo>
                <a:lnTo>
                  <a:pt x="0" y="186122"/>
                </a:lnTo>
                <a:cubicBezTo>
                  <a:pt x="0" y="164882"/>
                  <a:pt x="17181" y="147641"/>
                  <a:pt x="38457" y="147552"/>
                </a:cubicBezTo>
                <a:close/>
                <a:moveTo>
                  <a:pt x="222975" y="147058"/>
                </a:moveTo>
                <a:lnTo>
                  <a:pt x="282512" y="147058"/>
                </a:lnTo>
                <a:lnTo>
                  <a:pt x="270498" y="159057"/>
                </a:lnTo>
                <a:cubicBezTo>
                  <a:pt x="267739" y="161901"/>
                  <a:pt x="267739" y="166523"/>
                  <a:pt x="270498" y="169278"/>
                </a:cubicBezTo>
                <a:lnTo>
                  <a:pt x="283224" y="181988"/>
                </a:lnTo>
                <a:lnTo>
                  <a:pt x="273345" y="292199"/>
                </a:lnTo>
                <a:cubicBezTo>
                  <a:pt x="272989" y="296021"/>
                  <a:pt x="274057" y="299754"/>
                  <a:pt x="276193" y="302953"/>
                </a:cubicBezTo>
                <a:lnTo>
                  <a:pt x="297196" y="332550"/>
                </a:lnTo>
                <a:cubicBezTo>
                  <a:pt x="298531" y="334417"/>
                  <a:pt x="300756" y="335572"/>
                  <a:pt x="303070" y="335572"/>
                </a:cubicBezTo>
                <a:cubicBezTo>
                  <a:pt x="305472" y="335572"/>
                  <a:pt x="307608" y="334417"/>
                  <a:pt x="309032" y="332550"/>
                </a:cubicBezTo>
                <a:lnTo>
                  <a:pt x="329946" y="302953"/>
                </a:lnTo>
                <a:cubicBezTo>
                  <a:pt x="332171" y="299754"/>
                  <a:pt x="333239" y="296021"/>
                  <a:pt x="332883" y="292199"/>
                </a:cubicBezTo>
                <a:lnTo>
                  <a:pt x="323004" y="181988"/>
                </a:lnTo>
                <a:lnTo>
                  <a:pt x="335641" y="169278"/>
                </a:lnTo>
                <a:cubicBezTo>
                  <a:pt x="338489" y="166523"/>
                  <a:pt x="338489" y="161901"/>
                  <a:pt x="335641" y="159057"/>
                </a:cubicBezTo>
                <a:lnTo>
                  <a:pt x="323627" y="147058"/>
                </a:lnTo>
                <a:lnTo>
                  <a:pt x="385033" y="147058"/>
                </a:lnTo>
                <a:lnTo>
                  <a:pt x="385033" y="147147"/>
                </a:lnTo>
                <a:cubicBezTo>
                  <a:pt x="405413" y="148214"/>
                  <a:pt x="421699" y="165101"/>
                  <a:pt x="421699" y="185721"/>
                </a:cubicBezTo>
                <a:lnTo>
                  <a:pt x="421699" y="363214"/>
                </a:lnTo>
                <a:cubicBezTo>
                  <a:pt x="421699" y="375213"/>
                  <a:pt x="411910" y="384901"/>
                  <a:pt x="399895" y="384901"/>
                </a:cubicBezTo>
                <a:lnTo>
                  <a:pt x="373375" y="384901"/>
                </a:lnTo>
                <a:lnTo>
                  <a:pt x="371506" y="424363"/>
                </a:lnTo>
                <a:lnTo>
                  <a:pt x="365455" y="548084"/>
                </a:lnTo>
                <a:cubicBezTo>
                  <a:pt x="363853" y="580525"/>
                  <a:pt x="337154" y="605945"/>
                  <a:pt x="304582" y="605945"/>
                </a:cubicBezTo>
                <a:cubicBezTo>
                  <a:pt x="271388" y="605945"/>
                  <a:pt x="244066" y="579903"/>
                  <a:pt x="242464" y="546840"/>
                </a:cubicBezTo>
                <a:lnTo>
                  <a:pt x="236502" y="424363"/>
                </a:lnTo>
                <a:lnTo>
                  <a:pt x="234544" y="384901"/>
                </a:lnTo>
                <a:lnTo>
                  <a:pt x="206244" y="384901"/>
                </a:lnTo>
                <a:cubicBezTo>
                  <a:pt x="194229" y="384901"/>
                  <a:pt x="184529" y="375213"/>
                  <a:pt x="184529" y="363214"/>
                </a:cubicBezTo>
                <a:lnTo>
                  <a:pt x="184529" y="185721"/>
                </a:lnTo>
                <a:cubicBezTo>
                  <a:pt x="184529" y="164479"/>
                  <a:pt x="201705" y="147236"/>
                  <a:pt x="222975" y="147058"/>
                </a:cubicBezTo>
                <a:close/>
                <a:moveTo>
                  <a:pt x="488454" y="706"/>
                </a:moveTo>
                <a:cubicBezTo>
                  <a:pt x="522711" y="706"/>
                  <a:pt x="550481" y="28445"/>
                  <a:pt x="550481" y="62663"/>
                </a:cubicBezTo>
                <a:cubicBezTo>
                  <a:pt x="550481" y="96881"/>
                  <a:pt x="522711" y="124620"/>
                  <a:pt x="488454" y="124620"/>
                </a:cubicBezTo>
                <a:cubicBezTo>
                  <a:pt x="454197" y="124620"/>
                  <a:pt x="426427" y="96881"/>
                  <a:pt x="426427" y="62663"/>
                </a:cubicBezTo>
                <a:cubicBezTo>
                  <a:pt x="426427" y="28445"/>
                  <a:pt x="454197" y="706"/>
                  <a:pt x="488454" y="706"/>
                </a:cubicBezTo>
                <a:close/>
                <a:moveTo>
                  <a:pt x="119538" y="353"/>
                </a:moveTo>
                <a:cubicBezTo>
                  <a:pt x="153795" y="353"/>
                  <a:pt x="181565" y="28092"/>
                  <a:pt x="181565" y="62310"/>
                </a:cubicBezTo>
                <a:cubicBezTo>
                  <a:pt x="181565" y="96528"/>
                  <a:pt x="153795" y="124267"/>
                  <a:pt x="119538" y="124267"/>
                </a:cubicBezTo>
                <a:cubicBezTo>
                  <a:pt x="85281" y="124267"/>
                  <a:pt x="57511" y="96528"/>
                  <a:pt x="57511" y="62310"/>
                </a:cubicBezTo>
                <a:cubicBezTo>
                  <a:pt x="57511" y="28092"/>
                  <a:pt x="85281" y="353"/>
                  <a:pt x="119538" y="353"/>
                </a:cubicBezTo>
                <a:close/>
                <a:moveTo>
                  <a:pt x="303961" y="0"/>
                </a:moveTo>
                <a:cubicBezTo>
                  <a:pt x="338237" y="0"/>
                  <a:pt x="366024" y="27739"/>
                  <a:pt x="366024" y="61957"/>
                </a:cubicBezTo>
                <a:cubicBezTo>
                  <a:pt x="366024" y="96175"/>
                  <a:pt x="338237" y="123914"/>
                  <a:pt x="303961" y="123914"/>
                </a:cubicBezTo>
                <a:cubicBezTo>
                  <a:pt x="269685" y="123914"/>
                  <a:pt x="241898" y="96175"/>
                  <a:pt x="241898" y="61957"/>
                </a:cubicBezTo>
                <a:cubicBezTo>
                  <a:pt x="241898" y="27739"/>
                  <a:pt x="269685" y="0"/>
                  <a:pt x="3039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14A958-C139-4D0D-B031-6707F280ECF2}"/>
              </a:ext>
            </a:extLst>
          </p:cNvPr>
          <p:cNvSpPr/>
          <p:nvPr/>
        </p:nvSpPr>
        <p:spPr bwMode="auto">
          <a:xfrm>
            <a:off x="6944752" y="5268669"/>
            <a:ext cx="3029672" cy="76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4B866F-FACC-425C-99E2-12FC9FC8EBFF}"/>
              </a:ext>
            </a:extLst>
          </p:cNvPr>
          <p:cNvSpPr txBox="1"/>
          <p:nvPr/>
        </p:nvSpPr>
        <p:spPr bwMode="auto">
          <a:xfrm>
            <a:off x="6944752" y="4826864"/>
            <a:ext cx="3029672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02. …</a:t>
            </a:r>
            <a:r>
              <a:rPr lang="zh-CN" altLang="en-US" b="1" dirty="0">
                <a:cs typeface="+mn-ea"/>
                <a:sym typeface="+mn-lt"/>
              </a:rPr>
              <a:t>要点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8EDC24C-BE84-45D6-BB06-AAF2B4C9659E}"/>
              </a:ext>
            </a:extLst>
          </p:cNvPr>
          <p:cNvSpPr/>
          <p:nvPr/>
        </p:nvSpPr>
        <p:spPr bwMode="auto">
          <a:xfrm>
            <a:off x="6354147" y="5059858"/>
            <a:ext cx="397846" cy="398217"/>
          </a:xfrm>
          <a:custGeom>
            <a:avLst/>
            <a:gdLst>
              <a:gd name="connsiteX0" fmla="*/ 451337 w 606157"/>
              <a:gd name="connsiteY0" fmla="*/ 147905 h 606722"/>
              <a:gd name="connsiteX1" fmla="*/ 569477 w 606157"/>
              <a:gd name="connsiteY1" fmla="*/ 147905 h 606722"/>
              <a:gd name="connsiteX2" fmla="*/ 606157 w 606157"/>
              <a:gd name="connsiteY2" fmla="*/ 186562 h 606722"/>
              <a:gd name="connsiteX3" fmla="*/ 606157 w 606157"/>
              <a:gd name="connsiteY3" fmla="*/ 363939 h 606722"/>
              <a:gd name="connsiteX4" fmla="*/ 584434 w 606157"/>
              <a:gd name="connsiteY4" fmla="*/ 385711 h 606722"/>
              <a:gd name="connsiteX5" fmla="*/ 557904 w 606157"/>
              <a:gd name="connsiteY5" fmla="*/ 385711 h 606722"/>
              <a:gd name="connsiteX6" fmla="*/ 549980 w 606157"/>
              <a:gd name="connsiteY6" fmla="*/ 548781 h 606722"/>
              <a:gd name="connsiteX7" fmla="*/ 489085 w 606157"/>
              <a:gd name="connsiteY7" fmla="*/ 606722 h 606722"/>
              <a:gd name="connsiteX8" fmla="*/ 426854 w 606157"/>
              <a:gd name="connsiteY8" fmla="*/ 547537 h 606722"/>
              <a:gd name="connsiteX9" fmla="*/ 420711 w 606157"/>
              <a:gd name="connsiteY9" fmla="*/ 420814 h 606722"/>
              <a:gd name="connsiteX10" fmla="*/ 461219 w 606157"/>
              <a:gd name="connsiteY10" fmla="*/ 363228 h 606722"/>
              <a:gd name="connsiteX11" fmla="*/ 461219 w 606157"/>
              <a:gd name="connsiteY11" fmla="*/ 185762 h 606722"/>
              <a:gd name="connsiteX12" fmla="*/ 451337 w 606157"/>
              <a:gd name="connsiteY12" fmla="*/ 147905 h 606722"/>
              <a:gd name="connsiteX13" fmla="*/ 38457 w 606157"/>
              <a:gd name="connsiteY13" fmla="*/ 147552 h 606722"/>
              <a:gd name="connsiteX14" fmla="*/ 155074 w 606157"/>
              <a:gd name="connsiteY14" fmla="*/ 147552 h 606722"/>
              <a:gd name="connsiteX15" fmla="*/ 145014 w 606157"/>
              <a:gd name="connsiteY15" fmla="*/ 185766 h 606722"/>
              <a:gd name="connsiteX16" fmla="*/ 145014 w 606157"/>
              <a:gd name="connsiteY16" fmla="*/ 363239 h 606722"/>
              <a:gd name="connsiteX17" fmla="*/ 187210 w 606157"/>
              <a:gd name="connsiteY17" fmla="*/ 421360 h 606722"/>
              <a:gd name="connsiteX18" fmla="*/ 181068 w 606157"/>
              <a:gd name="connsiteY18" fmla="*/ 548444 h 606722"/>
              <a:gd name="connsiteX19" fmla="*/ 120178 w 606157"/>
              <a:gd name="connsiteY19" fmla="*/ 606298 h 606722"/>
              <a:gd name="connsiteX20" fmla="*/ 57952 w 606157"/>
              <a:gd name="connsiteY20" fmla="*/ 547200 h 606722"/>
              <a:gd name="connsiteX21" fmla="*/ 50029 w 606157"/>
              <a:gd name="connsiteY21" fmla="*/ 385279 h 606722"/>
              <a:gd name="connsiteX22" fmla="*/ 21810 w 606157"/>
              <a:gd name="connsiteY22" fmla="*/ 385279 h 606722"/>
              <a:gd name="connsiteX23" fmla="*/ 0 w 606157"/>
              <a:gd name="connsiteY23" fmla="*/ 363595 h 606722"/>
              <a:gd name="connsiteX24" fmla="*/ 0 w 606157"/>
              <a:gd name="connsiteY24" fmla="*/ 186122 h 606722"/>
              <a:gd name="connsiteX25" fmla="*/ 38457 w 606157"/>
              <a:gd name="connsiteY25" fmla="*/ 147552 h 606722"/>
              <a:gd name="connsiteX26" fmla="*/ 222975 w 606157"/>
              <a:gd name="connsiteY26" fmla="*/ 147058 h 606722"/>
              <a:gd name="connsiteX27" fmla="*/ 282512 w 606157"/>
              <a:gd name="connsiteY27" fmla="*/ 147058 h 606722"/>
              <a:gd name="connsiteX28" fmla="*/ 270498 w 606157"/>
              <a:gd name="connsiteY28" fmla="*/ 159057 h 606722"/>
              <a:gd name="connsiteX29" fmla="*/ 270498 w 606157"/>
              <a:gd name="connsiteY29" fmla="*/ 169278 h 606722"/>
              <a:gd name="connsiteX30" fmla="*/ 283224 w 606157"/>
              <a:gd name="connsiteY30" fmla="*/ 181988 h 606722"/>
              <a:gd name="connsiteX31" fmla="*/ 273345 w 606157"/>
              <a:gd name="connsiteY31" fmla="*/ 292199 h 606722"/>
              <a:gd name="connsiteX32" fmla="*/ 276193 w 606157"/>
              <a:gd name="connsiteY32" fmla="*/ 302953 h 606722"/>
              <a:gd name="connsiteX33" fmla="*/ 297196 w 606157"/>
              <a:gd name="connsiteY33" fmla="*/ 332550 h 606722"/>
              <a:gd name="connsiteX34" fmla="*/ 303070 w 606157"/>
              <a:gd name="connsiteY34" fmla="*/ 335572 h 606722"/>
              <a:gd name="connsiteX35" fmla="*/ 309032 w 606157"/>
              <a:gd name="connsiteY35" fmla="*/ 332550 h 606722"/>
              <a:gd name="connsiteX36" fmla="*/ 329946 w 606157"/>
              <a:gd name="connsiteY36" fmla="*/ 302953 h 606722"/>
              <a:gd name="connsiteX37" fmla="*/ 332883 w 606157"/>
              <a:gd name="connsiteY37" fmla="*/ 292199 h 606722"/>
              <a:gd name="connsiteX38" fmla="*/ 323004 w 606157"/>
              <a:gd name="connsiteY38" fmla="*/ 181988 h 606722"/>
              <a:gd name="connsiteX39" fmla="*/ 335641 w 606157"/>
              <a:gd name="connsiteY39" fmla="*/ 169278 h 606722"/>
              <a:gd name="connsiteX40" fmla="*/ 335641 w 606157"/>
              <a:gd name="connsiteY40" fmla="*/ 159057 h 606722"/>
              <a:gd name="connsiteX41" fmla="*/ 323627 w 606157"/>
              <a:gd name="connsiteY41" fmla="*/ 147058 h 606722"/>
              <a:gd name="connsiteX42" fmla="*/ 385033 w 606157"/>
              <a:gd name="connsiteY42" fmla="*/ 147058 h 606722"/>
              <a:gd name="connsiteX43" fmla="*/ 385033 w 606157"/>
              <a:gd name="connsiteY43" fmla="*/ 147147 h 606722"/>
              <a:gd name="connsiteX44" fmla="*/ 421699 w 606157"/>
              <a:gd name="connsiteY44" fmla="*/ 185721 h 606722"/>
              <a:gd name="connsiteX45" fmla="*/ 421699 w 606157"/>
              <a:gd name="connsiteY45" fmla="*/ 363214 h 606722"/>
              <a:gd name="connsiteX46" fmla="*/ 399895 w 606157"/>
              <a:gd name="connsiteY46" fmla="*/ 384901 h 606722"/>
              <a:gd name="connsiteX47" fmla="*/ 373375 w 606157"/>
              <a:gd name="connsiteY47" fmla="*/ 384901 h 606722"/>
              <a:gd name="connsiteX48" fmla="*/ 371506 w 606157"/>
              <a:gd name="connsiteY48" fmla="*/ 424363 h 606722"/>
              <a:gd name="connsiteX49" fmla="*/ 365455 w 606157"/>
              <a:gd name="connsiteY49" fmla="*/ 548084 h 606722"/>
              <a:gd name="connsiteX50" fmla="*/ 304582 w 606157"/>
              <a:gd name="connsiteY50" fmla="*/ 605945 h 606722"/>
              <a:gd name="connsiteX51" fmla="*/ 242464 w 606157"/>
              <a:gd name="connsiteY51" fmla="*/ 546840 h 606722"/>
              <a:gd name="connsiteX52" fmla="*/ 236502 w 606157"/>
              <a:gd name="connsiteY52" fmla="*/ 424363 h 606722"/>
              <a:gd name="connsiteX53" fmla="*/ 234544 w 606157"/>
              <a:gd name="connsiteY53" fmla="*/ 384901 h 606722"/>
              <a:gd name="connsiteX54" fmla="*/ 206244 w 606157"/>
              <a:gd name="connsiteY54" fmla="*/ 384901 h 606722"/>
              <a:gd name="connsiteX55" fmla="*/ 184529 w 606157"/>
              <a:gd name="connsiteY55" fmla="*/ 363214 h 606722"/>
              <a:gd name="connsiteX56" fmla="*/ 184529 w 606157"/>
              <a:gd name="connsiteY56" fmla="*/ 185721 h 606722"/>
              <a:gd name="connsiteX57" fmla="*/ 222975 w 606157"/>
              <a:gd name="connsiteY57" fmla="*/ 147058 h 606722"/>
              <a:gd name="connsiteX58" fmla="*/ 488454 w 606157"/>
              <a:gd name="connsiteY58" fmla="*/ 706 h 606722"/>
              <a:gd name="connsiteX59" fmla="*/ 550481 w 606157"/>
              <a:gd name="connsiteY59" fmla="*/ 62663 h 606722"/>
              <a:gd name="connsiteX60" fmla="*/ 488454 w 606157"/>
              <a:gd name="connsiteY60" fmla="*/ 124620 h 606722"/>
              <a:gd name="connsiteX61" fmla="*/ 426427 w 606157"/>
              <a:gd name="connsiteY61" fmla="*/ 62663 h 606722"/>
              <a:gd name="connsiteX62" fmla="*/ 488454 w 606157"/>
              <a:gd name="connsiteY62" fmla="*/ 706 h 606722"/>
              <a:gd name="connsiteX63" fmla="*/ 119538 w 606157"/>
              <a:gd name="connsiteY63" fmla="*/ 353 h 606722"/>
              <a:gd name="connsiteX64" fmla="*/ 181565 w 606157"/>
              <a:gd name="connsiteY64" fmla="*/ 62310 h 606722"/>
              <a:gd name="connsiteX65" fmla="*/ 119538 w 606157"/>
              <a:gd name="connsiteY65" fmla="*/ 124267 h 606722"/>
              <a:gd name="connsiteX66" fmla="*/ 57511 w 606157"/>
              <a:gd name="connsiteY66" fmla="*/ 62310 h 606722"/>
              <a:gd name="connsiteX67" fmla="*/ 119538 w 606157"/>
              <a:gd name="connsiteY67" fmla="*/ 353 h 606722"/>
              <a:gd name="connsiteX68" fmla="*/ 303961 w 606157"/>
              <a:gd name="connsiteY68" fmla="*/ 0 h 606722"/>
              <a:gd name="connsiteX69" fmla="*/ 366024 w 606157"/>
              <a:gd name="connsiteY69" fmla="*/ 61957 h 606722"/>
              <a:gd name="connsiteX70" fmla="*/ 303961 w 606157"/>
              <a:gd name="connsiteY70" fmla="*/ 123914 h 606722"/>
              <a:gd name="connsiteX71" fmla="*/ 241898 w 606157"/>
              <a:gd name="connsiteY71" fmla="*/ 61957 h 606722"/>
              <a:gd name="connsiteX72" fmla="*/ 303961 w 606157"/>
              <a:gd name="connsiteY72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06157" h="606722">
                <a:moveTo>
                  <a:pt x="451337" y="147905"/>
                </a:moveTo>
                <a:lnTo>
                  <a:pt x="569477" y="147905"/>
                </a:lnTo>
                <a:cubicBezTo>
                  <a:pt x="589954" y="148971"/>
                  <a:pt x="606157" y="165856"/>
                  <a:pt x="606157" y="186562"/>
                </a:cubicBezTo>
                <a:lnTo>
                  <a:pt x="606157" y="363939"/>
                </a:lnTo>
                <a:cubicBezTo>
                  <a:pt x="606157" y="375936"/>
                  <a:pt x="596453" y="385711"/>
                  <a:pt x="584434" y="385711"/>
                </a:cubicBezTo>
                <a:lnTo>
                  <a:pt x="557904" y="385711"/>
                </a:lnTo>
                <a:lnTo>
                  <a:pt x="549980" y="548781"/>
                </a:lnTo>
                <a:cubicBezTo>
                  <a:pt x="548378" y="581217"/>
                  <a:pt x="521580" y="606722"/>
                  <a:pt x="489085" y="606722"/>
                </a:cubicBezTo>
                <a:cubicBezTo>
                  <a:pt x="455877" y="606722"/>
                  <a:pt x="428456" y="580684"/>
                  <a:pt x="426854" y="547537"/>
                </a:cubicBezTo>
                <a:lnTo>
                  <a:pt x="420711" y="420814"/>
                </a:lnTo>
                <a:cubicBezTo>
                  <a:pt x="444482" y="412194"/>
                  <a:pt x="461219" y="389355"/>
                  <a:pt x="461219" y="363228"/>
                </a:cubicBezTo>
                <a:lnTo>
                  <a:pt x="461219" y="185762"/>
                </a:lnTo>
                <a:cubicBezTo>
                  <a:pt x="461219" y="172077"/>
                  <a:pt x="457658" y="159102"/>
                  <a:pt x="451337" y="147905"/>
                </a:cubicBezTo>
                <a:close/>
                <a:moveTo>
                  <a:pt x="38457" y="147552"/>
                </a:moveTo>
                <a:lnTo>
                  <a:pt x="155074" y="147552"/>
                </a:lnTo>
                <a:cubicBezTo>
                  <a:pt x="148664" y="158839"/>
                  <a:pt x="145014" y="171902"/>
                  <a:pt x="145014" y="185766"/>
                </a:cubicBezTo>
                <a:lnTo>
                  <a:pt x="145014" y="363239"/>
                </a:lnTo>
                <a:cubicBezTo>
                  <a:pt x="145014" y="389811"/>
                  <a:pt x="162284" y="413184"/>
                  <a:pt x="187210" y="421360"/>
                </a:cubicBezTo>
                <a:lnTo>
                  <a:pt x="181068" y="548444"/>
                </a:lnTo>
                <a:cubicBezTo>
                  <a:pt x="179465" y="580881"/>
                  <a:pt x="152670" y="606298"/>
                  <a:pt x="120178" y="606298"/>
                </a:cubicBezTo>
                <a:cubicBezTo>
                  <a:pt x="86973" y="606298"/>
                  <a:pt x="59555" y="580348"/>
                  <a:pt x="57952" y="547200"/>
                </a:cubicBezTo>
                <a:lnTo>
                  <a:pt x="50029" y="385279"/>
                </a:lnTo>
                <a:lnTo>
                  <a:pt x="21810" y="385279"/>
                </a:lnTo>
                <a:cubicBezTo>
                  <a:pt x="9792" y="385279"/>
                  <a:pt x="0" y="375592"/>
                  <a:pt x="0" y="363595"/>
                </a:cubicBezTo>
                <a:lnTo>
                  <a:pt x="0" y="186122"/>
                </a:lnTo>
                <a:cubicBezTo>
                  <a:pt x="0" y="164882"/>
                  <a:pt x="17181" y="147641"/>
                  <a:pt x="38457" y="147552"/>
                </a:cubicBezTo>
                <a:close/>
                <a:moveTo>
                  <a:pt x="222975" y="147058"/>
                </a:moveTo>
                <a:lnTo>
                  <a:pt x="282512" y="147058"/>
                </a:lnTo>
                <a:lnTo>
                  <a:pt x="270498" y="159057"/>
                </a:lnTo>
                <a:cubicBezTo>
                  <a:pt x="267739" y="161901"/>
                  <a:pt x="267739" y="166523"/>
                  <a:pt x="270498" y="169278"/>
                </a:cubicBezTo>
                <a:lnTo>
                  <a:pt x="283224" y="181988"/>
                </a:lnTo>
                <a:lnTo>
                  <a:pt x="273345" y="292199"/>
                </a:lnTo>
                <a:cubicBezTo>
                  <a:pt x="272989" y="296021"/>
                  <a:pt x="274057" y="299754"/>
                  <a:pt x="276193" y="302953"/>
                </a:cubicBezTo>
                <a:lnTo>
                  <a:pt x="297196" y="332550"/>
                </a:lnTo>
                <a:cubicBezTo>
                  <a:pt x="298531" y="334417"/>
                  <a:pt x="300756" y="335572"/>
                  <a:pt x="303070" y="335572"/>
                </a:cubicBezTo>
                <a:cubicBezTo>
                  <a:pt x="305472" y="335572"/>
                  <a:pt x="307608" y="334417"/>
                  <a:pt x="309032" y="332550"/>
                </a:cubicBezTo>
                <a:lnTo>
                  <a:pt x="329946" y="302953"/>
                </a:lnTo>
                <a:cubicBezTo>
                  <a:pt x="332171" y="299754"/>
                  <a:pt x="333239" y="296021"/>
                  <a:pt x="332883" y="292199"/>
                </a:cubicBezTo>
                <a:lnTo>
                  <a:pt x="323004" y="181988"/>
                </a:lnTo>
                <a:lnTo>
                  <a:pt x="335641" y="169278"/>
                </a:lnTo>
                <a:cubicBezTo>
                  <a:pt x="338489" y="166523"/>
                  <a:pt x="338489" y="161901"/>
                  <a:pt x="335641" y="159057"/>
                </a:cubicBezTo>
                <a:lnTo>
                  <a:pt x="323627" y="147058"/>
                </a:lnTo>
                <a:lnTo>
                  <a:pt x="385033" y="147058"/>
                </a:lnTo>
                <a:lnTo>
                  <a:pt x="385033" y="147147"/>
                </a:lnTo>
                <a:cubicBezTo>
                  <a:pt x="405413" y="148214"/>
                  <a:pt x="421699" y="165101"/>
                  <a:pt x="421699" y="185721"/>
                </a:cubicBezTo>
                <a:lnTo>
                  <a:pt x="421699" y="363214"/>
                </a:lnTo>
                <a:cubicBezTo>
                  <a:pt x="421699" y="375213"/>
                  <a:pt x="411910" y="384901"/>
                  <a:pt x="399895" y="384901"/>
                </a:cubicBezTo>
                <a:lnTo>
                  <a:pt x="373375" y="384901"/>
                </a:lnTo>
                <a:lnTo>
                  <a:pt x="371506" y="424363"/>
                </a:lnTo>
                <a:lnTo>
                  <a:pt x="365455" y="548084"/>
                </a:lnTo>
                <a:cubicBezTo>
                  <a:pt x="363853" y="580525"/>
                  <a:pt x="337154" y="605945"/>
                  <a:pt x="304582" y="605945"/>
                </a:cubicBezTo>
                <a:cubicBezTo>
                  <a:pt x="271388" y="605945"/>
                  <a:pt x="244066" y="579903"/>
                  <a:pt x="242464" y="546840"/>
                </a:cubicBezTo>
                <a:lnTo>
                  <a:pt x="236502" y="424363"/>
                </a:lnTo>
                <a:lnTo>
                  <a:pt x="234544" y="384901"/>
                </a:lnTo>
                <a:lnTo>
                  <a:pt x="206244" y="384901"/>
                </a:lnTo>
                <a:cubicBezTo>
                  <a:pt x="194229" y="384901"/>
                  <a:pt x="184529" y="375213"/>
                  <a:pt x="184529" y="363214"/>
                </a:cubicBezTo>
                <a:lnTo>
                  <a:pt x="184529" y="185721"/>
                </a:lnTo>
                <a:cubicBezTo>
                  <a:pt x="184529" y="164479"/>
                  <a:pt x="201705" y="147236"/>
                  <a:pt x="222975" y="147058"/>
                </a:cubicBezTo>
                <a:close/>
                <a:moveTo>
                  <a:pt x="488454" y="706"/>
                </a:moveTo>
                <a:cubicBezTo>
                  <a:pt x="522711" y="706"/>
                  <a:pt x="550481" y="28445"/>
                  <a:pt x="550481" y="62663"/>
                </a:cubicBezTo>
                <a:cubicBezTo>
                  <a:pt x="550481" y="96881"/>
                  <a:pt x="522711" y="124620"/>
                  <a:pt x="488454" y="124620"/>
                </a:cubicBezTo>
                <a:cubicBezTo>
                  <a:pt x="454197" y="124620"/>
                  <a:pt x="426427" y="96881"/>
                  <a:pt x="426427" y="62663"/>
                </a:cubicBezTo>
                <a:cubicBezTo>
                  <a:pt x="426427" y="28445"/>
                  <a:pt x="454197" y="706"/>
                  <a:pt x="488454" y="706"/>
                </a:cubicBezTo>
                <a:close/>
                <a:moveTo>
                  <a:pt x="119538" y="353"/>
                </a:moveTo>
                <a:cubicBezTo>
                  <a:pt x="153795" y="353"/>
                  <a:pt x="181565" y="28092"/>
                  <a:pt x="181565" y="62310"/>
                </a:cubicBezTo>
                <a:cubicBezTo>
                  <a:pt x="181565" y="96528"/>
                  <a:pt x="153795" y="124267"/>
                  <a:pt x="119538" y="124267"/>
                </a:cubicBezTo>
                <a:cubicBezTo>
                  <a:pt x="85281" y="124267"/>
                  <a:pt x="57511" y="96528"/>
                  <a:pt x="57511" y="62310"/>
                </a:cubicBezTo>
                <a:cubicBezTo>
                  <a:pt x="57511" y="28092"/>
                  <a:pt x="85281" y="353"/>
                  <a:pt x="119538" y="353"/>
                </a:cubicBezTo>
                <a:close/>
                <a:moveTo>
                  <a:pt x="303961" y="0"/>
                </a:moveTo>
                <a:cubicBezTo>
                  <a:pt x="338237" y="0"/>
                  <a:pt x="366024" y="27739"/>
                  <a:pt x="366024" y="61957"/>
                </a:cubicBezTo>
                <a:cubicBezTo>
                  <a:pt x="366024" y="96175"/>
                  <a:pt x="338237" y="123914"/>
                  <a:pt x="303961" y="123914"/>
                </a:cubicBezTo>
                <a:cubicBezTo>
                  <a:pt x="269685" y="123914"/>
                  <a:pt x="241898" y="96175"/>
                  <a:pt x="241898" y="61957"/>
                </a:cubicBezTo>
                <a:cubicBezTo>
                  <a:pt x="241898" y="27739"/>
                  <a:pt x="269685" y="0"/>
                  <a:pt x="3039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9166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80393-9CB9-4475-96DD-A6B1E4F8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课程要点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4E6D84A6-2D77-4C3D-89B1-98A759A56BF3}"/>
              </a:ext>
            </a:extLst>
          </p:cNvPr>
          <p:cNvSpPr/>
          <p:nvPr/>
        </p:nvSpPr>
        <p:spPr bwMode="auto">
          <a:xfrm>
            <a:off x="5815592" y="3263186"/>
            <a:ext cx="1739504" cy="1739503"/>
          </a:xfrm>
          <a:custGeom>
            <a:avLst/>
            <a:gdLst>
              <a:gd name="T0" fmla="*/ 1840 w 1840"/>
              <a:gd name="T1" fmla="*/ 964 h 1840"/>
              <a:gd name="T2" fmla="*/ 1682 w 1840"/>
              <a:gd name="T3" fmla="*/ 808 h 1840"/>
              <a:gd name="T4" fmla="*/ 1791 w 1840"/>
              <a:gd name="T5" fmla="*/ 614 h 1840"/>
              <a:gd name="T6" fmla="*/ 1578 w 1840"/>
              <a:gd name="T7" fmla="*/ 521 h 1840"/>
              <a:gd name="T8" fmla="*/ 1602 w 1840"/>
              <a:gd name="T9" fmla="*/ 301 h 1840"/>
              <a:gd name="T10" fmla="*/ 1379 w 1840"/>
              <a:gd name="T11" fmla="*/ 303 h 1840"/>
              <a:gd name="T12" fmla="*/ 1318 w 1840"/>
              <a:gd name="T13" fmla="*/ 90 h 1840"/>
              <a:gd name="T14" fmla="*/ 1103 w 1840"/>
              <a:gd name="T15" fmla="*/ 173 h 1840"/>
              <a:gd name="T16" fmla="*/ 964 w 1840"/>
              <a:gd name="T17" fmla="*/ 0 h 1840"/>
              <a:gd name="T18" fmla="*/ 808 w 1840"/>
              <a:gd name="T19" fmla="*/ 159 h 1840"/>
              <a:gd name="T20" fmla="*/ 613 w 1840"/>
              <a:gd name="T21" fmla="*/ 49 h 1840"/>
              <a:gd name="T22" fmla="*/ 521 w 1840"/>
              <a:gd name="T23" fmla="*/ 262 h 1840"/>
              <a:gd name="T24" fmla="*/ 301 w 1840"/>
              <a:gd name="T25" fmla="*/ 239 h 1840"/>
              <a:gd name="T26" fmla="*/ 303 w 1840"/>
              <a:gd name="T27" fmla="*/ 461 h 1840"/>
              <a:gd name="T28" fmla="*/ 89 w 1840"/>
              <a:gd name="T29" fmla="*/ 522 h 1840"/>
              <a:gd name="T30" fmla="*/ 173 w 1840"/>
              <a:gd name="T31" fmla="*/ 737 h 1840"/>
              <a:gd name="T32" fmla="*/ 0 w 1840"/>
              <a:gd name="T33" fmla="*/ 877 h 1840"/>
              <a:gd name="T34" fmla="*/ 159 w 1840"/>
              <a:gd name="T35" fmla="*/ 1032 h 1840"/>
              <a:gd name="T36" fmla="*/ 49 w 1840"/>
              <a:gd name="T37" fmla="*/ 1227 h 1840"/>
              <a:gd name="T38" fmla="*/ 262 w 1840"/>
              <a:gd name="T39" fmla="*/ 1320 h 1840"/>
              <a:gd name="T40" fmla="*/ 239 w 1840"/>
              <a:gd name="T41" fmla="*/ 1540 h 1840"/>
              <a:gd name="T42" fmla="*/ 461 w 1840"/>
              <a:gd name="T43" fmla="*/ 1538 h 1840"/>
              <a:gd name="T44" fmla="*/ 522 w 1840"/>
              <a:gd name="T45" fmla="*/ 1751 h 1840"/>
              <a:gd name="T46" fmla="*/ 737 w 1840"/>
              <a:gd name="T47" fmla="*/ 1668 h 1840"/>
              <a:gd name="T48" fmla="*/ 876 w 1840"/>
              <a:gd name="T49" fmla="*/ 1840 h 1840"/>
              <a:gd name="T50" fmla="*/ 1032 w 1840"/>
              <a:gd name="T51" fmla="*/ 1682 h 1840"/>
              <a:gd name="T52" fmla="*/ 1227 w 1840"/>
              <a:gd name="T53" fmla="*/ 1791 h 1840"/>
              <a:gd name="T54" fmla="*/ 1319 w 1840"/>
              <a:gd name="T55" fmla="*/ 1579 h 1840"/>
              <a:gd name="T56" fmla="*/ 1540 w 1840"/>
              <a:gd name="T57" fmla="*/ 1602 h 1840"/>
              <a:gd name="T58" fmla="*/ 1538 w 1840"/>
              <a:gd name="T59" fmla="*/ 1380 h 1840"/>
              <a:gd name="T60" fmla="*/ 1751 w 1840"/>
              <a:gd name="T61" fmla="*/ 1318 h 1840"/>
              <a:gd name="T62" fmla="*/ 1668 w 1840"/>
              <a:gd name="T63" fmla="*/ 1104 h 1840"/>
              <a:gd name="T64" fmla="*/ 1081 w 1840"/>
              <a:gd name="T65" fmla="*/ 1490 h 1840"/>
              <a:gd name="T66" fmla="*/ 759 w 1840"/>
              <a:gd name="T67" fmla="*/ 351 h 1840"/>
              <a:gd name="T68" fmla="*/ 1081 w 1840"/>
              <a:gd name="T69" fmla="*/ 1490 h 1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840" h="1840">
                <a:moveTo>
                  <a:pt x="1827" y="1080"/>
                </a:moveTo>
                <a:cubicBezTo>
                  <a:pt x="1840" y="964"/>
                  <a:pt x="1840" y="964"/>
                  <a:pt x="1840" y="964"/>
                </a:cubicBezTo>
                <a:cubicBezTo>
                  <a:pt x="1690" y="906"/>
                  <a:pt x="1690" y="906"/>
                  <a:pt x="1690" y="906"/>
                </a:cubicBezTo>
                <a:cubicBezTo>
                  <a:pt x="1689" y="874"/>
                  <a:pt x="1687" y="841"/>
                  <a:pt x="1682" y="808"/>
                </a:cubicBezTo>
                <a:cubicBezTo>
                  <a:pt x="1823" y="726"/>
                  <a:pt x="1823" y="726"/>
                  <a:pt x="1823" y="726"/>
                </a:cubicBezTo>
                <a:cubicBezTo>
                  <a:pt x="1791" y="614"/>
                  <a:pt x="1791" y="614"/>
                  <a:pt x="1791" y="614"/>
                </a:cubicBezTo>
                <a:cubicBezTo>
                  <a:pt x="1628" y="618"/>
                  <a:pt x="1628" y="618"/>
                  <a:pt x="1628" y="618"/>
                </a:cubicBezTo>
                <a:cubicBezTo>
                  <a:pt x="1614" y="584"/>
                  <a:pt x="1597" y="552"/>
                  <a:pt x="1578" y="521"/>
                </a:cubicBezTo>
                <a:cubicBezTo>
                  <a:pt x="1675" y="392"/>
                  <a:pt x="1675" y="392"/>
                  <a:pt x="1675" y="392"/>
                </a:cubicBezTo>
                <a:cubicBezTo>
                  <a:pt x="1602" y="301"/>
                  <a:pt x="1602" y="301"/>
                  <a:pt x="1602" y="301"/>
                </a:cubicBezTo>
                <a:cubicBezTo>
                  <a:pt x="1455" y="366"/>
                  <a:pt x="1455" y="366"/>
                  <a:pt x="1455" y="366"/>
                </a:cubicBezTo>
                <a:cubicBezTo>
                  <a:pt x="1431" y="344"/>
                  <a:pt x="1406" y="322"/>
                  <a:pt x="1379" y="303"/>
                </a:cubicBezTo>
                <a:cubicBezTo>
                  <a:pt x="1420" y="147"/>
                  <a:pt x="1420" y="147"/>
                  <a:pt x="1420" y="147"/>
                </a:cubicBezTo>
                <a:cubicBezTo>
                  <a:pt x="1318" y="90"/>
                  <a:pt x="1318" y="90"/>
                  <a:pt x="1318" y="90"/>
                </a:cubicBezTo>
                <a:cubicBezTo>
                  <a:pt x="1206" y="206"/>
                  <a:pt x="1206" y="206"/>
                  <a:pt x="1206" y="206"/>
                </a:cubicBezTo>
                <a:cubicBezTo>
                  <a:pt x="1173" y="193"/>
                  <a:pt x="1139" y="181"/>
                  <a:pt x="1103" y="173"/>
                </a:cubicBezTo>
                <a:cubicBezTo>
                  <a:pt x="1080" y="13"/>
                  <a:pt x="1080" y="13"/>
                  <a:pt x="1080" y="13"/>
                </a:cubicBezTo>
                <a:cubicBezTo>
                  <a:pt x="964" y="0"/>
                  <a:pt x="964" y="0"/>
                  <a:pt x="964" y="0"/>
                </a:cubicBezTo>
                <a:cubicBezTo>
                  <a:pt x="906" y="151"/>
                  <a:pt x="906" y="151"/>
                  <a:pt x="906" y="151"/>
                </a:cubicBezTo>
                <a:cubicBezTo>
                  <a:pt x="874" y="151"/>
                  <a:pt x="841" y="154"/>
                  <a:pt x="808" y="159"/>
                </a:cubicBezTo>
                <a:cubicBezTo>
                  <a:pt x="726" y="17"/>
                  <a:pt x="726" y="17"/>
                  <a:pt x="726" y="17"/>
                </a:cubicBezTo>
                <a:cubicBezTo>
                  <a:pt x="613" y="49"/>
                  <a:pt x="613" y="49"/>
                  <a:pt x="613" y="49"/>
                </a:cubicBezTo>
                <a:cubicBezTo>
                  <a:pt x="617" y="213"/>
                  <a:pt x="617" y="213"/>
                  <a:pt x="617" y="213"/>
                </a:cubicBezTo>
                <a:cubicBezTo>
                  <a:pt x="584" y="227"/>
                  <a:pt x="552" y="244"/>
                  <a:pt x="521" y="262"/>
                </a:cubicBezTo>
                <a:cubicBezTo>
                  <a:pt x="392" y="166"/>
                  <a:pt x="392" y="166"/>
                  <a:pt x="392" y="166"/>
                </a:cubicBezTo>
                <a:cubicBezTo>
                  <a:pt x="301" y="239"/>
                  <a:pt x="301" y="239"/>
                  <a:pt x="301" y="239"/>
                </a:cubicBezTo>
                <a:cubicBezTo>
                  <a:pt x="366" y="386"/>
                  <a:pt x="366" y="386"/>
                  <a:pt x="366" y="386"/>
                </a:cubicBezTo>
                <a:cubicBezTo>
                  <a:pt x="343" y="410"/>
                  <a:pt x="322" y="435"/>
                  <a:pt x="303" y="461"/>
                </a:cubicBezTo>
                <a:cubicBezTo>
                  <a:pt x="147" y="420"/>
                  <a:pt x="147" y="420"/>
                  <a:pt x="147" y="420"/>
                </a:cubicBezTo>
                <a:cubicBezTo>
                  <a:pt x="89" y="522"/>
                  <a:pt x="89" y="522"/>
                  <a:pt x="89" y="522"/>
                </a:cubicBezTo>
                <a:cubicBezTo>
                  <a:pt x="206" y="634"/>
                  <a:pt x="206" y="634"/>
                  <a:pt x="206" y="634"/>
                </a:cubicBezTo>
                <a:cubicBezTo>
                  <a:pt x="192" y="668"/>
                  <a:pt x="181" y="702"/>
                  <a:pt x="173" y="737"/>
                </a:cubicBezTo>
                <a:cubicBezTo>
                  <a:pt x="13" y="760"/>
                  <a:pt x="13" y="760"/>
                  <a:pt x="13" y="760"/>
                </a:cubicBezTo>
                <a:cubicBezTo>
                  <a:pt x="0" y="877"/>
                  <a:pt x="0" y="877"/>
                  <a:pt x="0" y="877"/>
                </a:cubicBezTo>
                <a:cubicBezTo>
                  <a:pt x="151" y="934"/>
                  <a:pt x="151" y="934"/>
                  <a:pt x="151" y="934"/>
                </a:cubicBezTo>
                <a:cubicBezTo>
                  <a:pt x="151" y="967"/>
                  <a:pt x="154" y="1000"/>
                  <a:pt x="159" y="1032"/>
                </a:cubicBezTo>
                <a:cubicBezTo>
                  <a:pt x="17" y="1115"/>
                  <a:pt x="17" y="1115"/>
                  <a:pt x="17" y="1115"/>
                </a:cubicBezTo>
                <a:cubicBezTo>
                  <a:pt x="49" y="1227"/>
                  <a:pt x="49" y="1227"/>
                  <a:pt x="49" y="1227"/>
                </a:cubicBezTo>
                <a:cubicBezTo>
                  <a:pt x="212" y="1223"/>
                  <a:pt x="212" y="1223"/>
                  <a:pt x="212" y="1223"/>
                </a:cubicBezTo>
                <a:cubicBezTo>
                  <a:pt x="227" y="1257"/>
                  <a:pt x="243" y="1289"/>
                  <a:pt x="262" y="1320"/>
                </a:cubicBezTo>
                <a:cubicBezTo>
                  <a:pt x="166" y="1449"/>
                  <a:pt x="166" y="1449"/>
                  <a:pt x="166" y="1449"/>
                </a:cubicBezTo>
                <a:cubicBezTo>
                  <a:pt x="239" y="1540"/>
                  <a:pt x="239" y="1540"/>
                  <a:pt x="239" y="1540"/>
                </a:cubicBezTo>
                <a:cubicBezTo>
                  <a:pt x="386" y="1474"/>
                  <a:pt x="386" y="1474"/>
                  <a:pt x="386" y="1474"/>
                </a:cubicBezTo>
                <a:cubicBezTo>
                  <a:pt x="410" y="1497"/>
                  <a:pt x="435" y="1518"/>
                  <a:pt x="461" y="1538"/>
                </a:cubicBezTo>
                <a:cubicBezTo>
                  <a:pt x="420" y="1694"/>
                  <a:pt x="420" y="1694"/>
                  <a:pt x="420" y="1694"/>
                </a:cubicBezTo>
                <a:cubicBezTo>
                  <a:pt x="522" y="1751"/>
                  <a:pt x="522" y="1751"/>
                  <a:pt x="522" y="1751"/>
                </a:cubicBezTo>
                <a:cubicBezTo>
                  <a:pt x="634" y="1635"/>
                  <a:pt x="634" y="1635"/>
                  <a:pt x="634" y="1635"/>
                </a:cubicBezTo>
                <a:cubicBezTo>
                  <a:pt x="667" y="1648"/>
                  <a:pt x="702" y="1659"/>
                  <a:pt x="737" y="1668"/>
                </a:cubicBezTo>
                <a:cubicBezTo>
                  <a:pt x="760" y="1827"/>
                  <a:pt x="760" y="1827"/>
                  <a:pt x="760" y="1827"/>
                </a:cubicBezTo>
                <a:cubicBezTo>
                  <a:pt x="876" y="1840"/>
                  <a:pt x="876" y="1840"/>
                  <a:pt x="876" y="1840"/>
                </a:cubicBezTo>
                <a:cubicBezTo>
                  <a:pt x="934" y="1690"/>
                  <a:pt x="934" y="1690"/>
                  <a:pt x="934" y="1690"/>
                </a:cubicBezTo>
                <a:cubicBezTo>
                  <a:pt x="967" y="1689"/>
                  <a:pt x="1000" y="1687"/>
                  <a:pt x="1032" y="1682"/>
                </a:cubicBezTo>
                <a:cubicBezTo>
                  <a:pt x="1114" y="1823"/>
                  <a:pt x="1114" y="1823"/>
                  <a:pt x="1114" y="1823"/>
                </a:cubicBezTo>
                <a:cubicBezTo>
                  <a:pt x="1227" y="1791"/>
                  <a:pt x="1227" y="1791"/>
                  <a:pt x="1227" y="1791"/>
                </a:cubicBezTo>
                <a:cubicBezTo>
                  <a:pt x="1223" y="1628"/>
                  <a:pt x="1223" y="1628"/>
                  <a:pt x="1223" y="1628"/>
                </a:cubicBezTo>
                <a:cubicBezTo>
                  <a:pt x="1256" y="1614"/>
                  <a:pt x="1289" y="1597"/>
                  <a:pt x="1319" y="1579"/>
                </a:cubicBezTo>
                <a:cubicBezTo>
                  <a:pt x="1448" y="1675"/>
                  <a:pt x="1448" y="1675"/>
                  <a:pt x="1448" y="1675"/>
                </a:cubicBezTo>
                <a:cubicBezTo>
                  <a:pt x="1540" y="1602"/>
                  <a:pt x="1540" y="1602"/>
                  <a:pt x="1540" y="1602"/>
                </a:cubicBezTo>
                <a:cubicBezTo>
                  <a:pt x="1474" y="1455"/>
                  <a:pt x="1474" y="1455"/>
                  <a:pt x="1474" y="1455"/>
                </a:cubicBezTo>
                <a:cubicBezTo>
                  <a:pt x="1497" y="1431"/>
                  <a:pt x="1518" y="1406"/>
                  <a:pt x="1538" y="1380"/>
                </a:cubicBezTo>
                <a:cubicBezTo>
                  <a:pt x="1694" y="1420"/>
                  <a:pt x="1694" y="1420"/>
                  <a:pt x="1694" y="1420"/>
                </a:cubicBezTo>
                <a:cubicBezTo>
                  <a:pt x="1751" y="1318"/>
                  <a:pt x="1751" y="1318"/>
                  <a:pt x="1751" y="1318"/>
                </a:cubicBezTo>
                <a:cubicBezTo>
                  <a:pt x="1635" y="1207"/>
                  <a:pt x="1635" y="1207"/>
                  <a:pt x="1635" y="1207"/>
                </a:cubicBezTo>
                <a:cubicBezTo>
                  <a:pt x="1648" y="1173"/>
                  <a:pt x="1659" y="1139"/>
                  <a:pt x="1668" y="1104"/>
                </a:cubicBezTo>
                <a:lnTo>
                  <a:pt x="1827" y="1080"/>
                </a:lnTo>
                <a:close/>
                <a:moveTo>
                  <a:pt x="1081" y="1490"/>
                </a:moveTo>
                <a:cubicBezTo>
                  <a:pt x="766" y="1579"/>
                  <a:pt x="439" y="1396"/>
                  <a:pt x="350" y="1081"/>
                </a:cubicBezTo>
                <a:cubicBezTo>
                  <a:pt x="262" y="767"/>
                  <a:pt x="445" y="439"/>
                  <a:pt x="759" y="351"/>
                </a:cubicBezTo>
                <a:cubicBezTo>
                  <a:pt x="1074" y="262"/>
                  <a:pt x="1401" y="445"/>
                  <a:pt x="1490" y="760"/>
                </a:cubicBezTo>
                <a:cubicBezTo>
                  <a:pt x="1579" y="1074"/>
                  <a:pt x="1396" y="1401"/>
                  <a:pt x="1081" y="14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9F44F0AC-B17C-4997-8BF7-9DA01E04C086}"/>
              </a:ext>
            </a:extLst>
          </p:cNvPr>
          <p:cNvSpPr/>
          <p:nvPr/>
        </p:nvSpPr>
        <p:spPr bwMode="auto">
          <a:xfrm>
            <a:off x="4717110" y="2895809"/>
            <a:ext cx="1262063" cy="1262063"/>
          </a:xfrm>
          <a:custGeom>
            <a:avLst/>
            <a:gdLst>
              <a:gd name="T0" fmla="*/ 1335 w 1335"/>
              <a:gd name="T1" fmla="*/ 699 h 1335"/>
              <a:gd name="T2" fmla="*/ 1220 w 1335"/>
              <a:gd name="T3" fmla="*/ 586 h 1335"/>
              <a:gd name="T4" fmla="*/ 1300 w 1335"/>
              <a:gd name="T5" fmla="*/ 445 h 1335"/>
              <a:gd name="T6" fmla="*/ 1145 w 1335"/>
              <a:gd name="T7" fmla="*/ 378 h 1335"/>
              <a:gd name="T8" fmla="*/ 1162 w 1335"/>
              <a:gd name="T9" fmla="*/ 218 h 1335"/>
              <a:gd name="T10" fmla="*/ 1001 w 1335"/>
              <a:gd name="T11" fmla="*/ 219 h 1335"/>
              <a:gd name="T12" fmla="*/ 956 w 1335"/>
              <a:gd name="T13" fmla="*/ 65 h 1335"/>
              <a:gd name="T14" fmla="*/ 801 w 1335"/>
              <a:gd name="T15" fmla="*/ 125 h 1335"/>
              <a:gd name="T16" fmla="*/ 699 w 1335"/>
              <a:gd name="T17" fmla="*/ 0 h 1335"/>
              <a:gd name="T18" fmla="*/ 586 w 1335"/>
              <a:gd name="T19" fmla="*/ 115 h 1335"/>
              <a:gd name="T20" fmla="*/ 445 w 1335"/>
              <a:gd name="T21" fmla="*/ 35 h 1335"/>
              <a:gd name="T22" fmla="*/ 378 w 1335"/>
              <a:gd name="T23" fmla="*/ 190 h 1335"/>
              <a:gd name="T24" fmla="*/ 218 w 1335"/>
              <a:gd name="T25" fmla="*/ 173 h 1335"/>
              <a:gd name="T26" fmla="*/ 220 w 1335"/>
              <a:gd name="T27" fmla="*/ 334 h 1335"/>
              <a:gd name="T28" fmla="*/ 65 w 1335"/>
              <a:gd name="T29" fmla="*/ 379 h 1335"/>
              <a:gd name="T30" fmla="*/ 125 w 1335"/>
              <a:gd name="T31" fmla="*/ 535 h 1335"/>
              <a:gd name="T32" fmla="*/ 0 w 1335"/>
              <a:gd name="T33" fmla="*/ 636 h 1335"/>
              <a:gd name="T34" fmla="*/ 115 w 1335"/>
              <a:gd name="T35" fmla="*/ 749 h 1335"/>
              <a:gd name="T36" fmla="*/ 35 w 1335"/>
              <a:gd name="T37" fmla="*/ 890 h 1335"/>
              <a:gd name="T38" fmla="*/ 190 w 1335"/>
              <a:gd name="T39" fmla="*/ 957 h 1335"/>
              <a:gd name="T40" fmla="*/ 173 w 1335"/>
              <a:gd name="T41" fmla="*/ 1117 h 1335"/>
              <a:gd name="T42" fmla="*/ 334 w 1335"/>
              <a:gd name="T43" fmla="*/ 1116 h 1335"/>
              <a:gd name="T44" fmla="*/ 379 w 1335"/>
              <a:gd name="T45" fmla="*/ 1270 h 1335"/>
              <a:gd name="T46" fmla="*/ 535 w 1335"/>
              <a:gd name="T47" fmla="*/ 1210 h 1335"/>
              <a:gd name="T48" fmla="*/ 636 w 1335"/>
              <a:gd name="T49" fmla="*/ 1335 h 1335"/>
              <a:gd name="T50" fmla="*/ 749 w 1335"/>
              <a:gd name="T51" fmla="*/ 1220 h 1335"/>
              <a:gd name="T52" fmla="*/ 890 w 1335"/>
              <a:gd name="T53" fmla="*/ 1299 h 1335"/>
              <a:gd name="T54" fmla="*/ 957 w 1335"/>
              <a:gd name="T55" fmla="*/ 1145 h 1335"/>
              <a:gd name="T56" fmla="*/ 1117 w 1335"/>
              <a:gd name="T57" fmla="*/ 1162 h 1335"/>
              <a:gd name="T58" fmla="*/ 1116 w 1335"/>
              <a:gd name="T59" fmla="*/ 1001 h 1335"/>
              <a:gd name="T60" fmla="*/ 1271 w 1335"/>
              <a:gd name="T61" fmla="*/ 956 h 1335"/>
              <a:gd name="T62" fmla="*/ 1210 w 1335"/>
              <a:gd name="T63" fmla="*/ 801 h 1335"/>
              <a:gd name="T64" fmla="*/ 776 w 1335"/>
              <a:gd name="T65" fmla="*/ 1050 h 1335"/>
              <a:gd name="T66" fmla="*/ 560 w 1335"/>
              <a:gd name="T67" fmla="*/ 286 h 1335"/>
              <a:gd name="T68" fmla="*/ 776 w 1335"/>
              <a:gd name="T69" fmla="*/ 1050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35" h="1335">
                <a:moveTo>
                  <a:pt x="1326" y="784"/>
                </a:moveTo>
                <a:cubicBezTo>
                  <a:pt x="1335" y="699"/>
                  <a:pt x="1335" y="699"/>
                  <a:pt x="1335" y="699"/>
                </a:cubicBezTo>
                <a:cubicBezTo>
                  <a:pt x="1226" y="658"/>
                  <a:pt x="1226" y="658"/>
                  <a:pt x="1226" y="658"/>
                </a:cubicBezTo>
                <a:cubicBezTo>
                  <a:pt x="1226" y="634"/>
                  <a:pt x="1224" y="610"/>
                  <a:pt x="1220" y="586"/>
                </a:cubicBezTo>
                <a:cubicBezTo>
                  <a:pt x="1323" y="527"/>
                  <a:pt x="1323" y="527"/>
                  <a:pt x="1323" y="527"/>
                </a:cubicBezTo>
                <a:cubicBezTo>
                  <a:pt x="1300" y="445"/>
                  <a:pt x="1300" y="445"/>
                  <a:pt x="1300" y="445"/>
                </a:cubicBezTo>
                <a:cubicBezTo>
                  <a:pt x="1181" y="448"/>
                  <a:pt x="1181" y="448"/>
                  <a:pt x="1181" y="448"/>
                </a:cubicBezTo>
                <a:cubicBezTo>
                  <a:pt x="1171" y="424"/>
                  <a:pt x="1159" y="400"/>
                  <a:pt x="1145" y="378"/>
                </a:cubicBezTo>
                <a:cubicBezTo>
                  <a:pt x="1215" y="284"/>
                  <a:pt x="1215" y="284"/>
                  <a:pt x="1215" y="284"/>
                </a:cubicBezTo>
                <a:cubicBezTo>
                  <a:pt x="1162" y="218"/>
                  <a:pt x="1162" y="218"/>
                  <a:pt x="1162" y="218"/>
                </a:cubicBezTo>
                <a:cubicBezTo>
                  <a:pt x="1055" y="266"/>
                  <a:pt x="1055" y="266"/>
                  <a:pt x="1055" y="266"/>
                </a:cubicBezTo>
                <a:cubicBezTo>
                  <a:pt x="1038" y="249"/>
                  <a:pt x="1020" y="234"/>
                  <a:pt x="1001" y="219"/>
                </a:cubicBezTo>
                <a:cubicBezTo>
                  <a:pt x="1031" y="106"/>
                  <a:pt x="1031" y="106"/>
                  <a:pt x="1031" y="106"/>
                </a:cubicBezTo>
                <a:cubicBezTo>
                  <a:pt x="956" y="65"/>
                  <a:pt x="956" y="65"/>
                  <a:pt x="956" y="65"/>
                </a:cubicBezTo>
                <a:cubicBezTo>
                  <a:pt x="875" y="149"/>
                  <a:pt x="875" y="149"/>
                  <a:pt x="875" y="149"/>
                </a:cubicBezTo>
                <a:cubicBezTo>
                  <a:pt x="851" y="139"/>
                  <a:pt x="826" y="131"/>
                  <a:pt x="801" y="125"/>
                </a:cubicBezTo>
                <a:cubicBezTo>
                  <a:pt x="784" y="9"/>
                  <a:pt x="784" y="9"/>
                  <a:pt x="784" y="9"/>
                </a:cubicBezTo>
                <a:cubicBezTo>
                  <a:pt x="699" y="0"/>
                  <a:pt x="699" y="0"/>
                  <a:pt x="699" y="0"/>
                </a:cubicBezTo>
                <a:cubicBezTo>
                  <a:pt x="658" y="109"/>
                  <a:pt x="658" y="109"/>
                  <a:pt x="658" y="109"/>
                </a:cubicBezTo>
                <a:cubicBezTo>
                  <a:pt x="634" y="109"/>
                  <a:pt x="610" y="111"/>
                  <a:pt x="586" y="115"/>
                </a:cubicBezTo>
                <a:cubicBezTo>
                  <a:pt x="527" y="12"/>
                  <a:pt x="527" y="12"/>
                  <a:pt x="527" y="12"/>
                </a:cubicBezTo>
                <a:cubicBezTo>
                  <a:pt x="445" y="35"/>
                  <a:pt x="445" y="35"/>
                  <a:pt x="445" y="35"/>
                </a:cubicBezTo>
                <a:cubicBezTo>
                  <a:pt x="448" y="154"/>
                  <a:pt x="448" y="154"/>
                  <a:pt x="448" y="154"/>
                </a:cubicBezTo>
                <a:cubicBezTo>
                  <a:pt x="424" y="164"/>
                  <a:pt x="400" y="176"/>
                  <a:pt x="378" y="190"/>
                </a:cubicBezTo>
                <a:cubicBezTo>
                  <a:pt x="284" y="120"/>
                  <a:pt x="284" y="120"/>
                  <a:pt x="284" y="120"/>
                </a:cubicBezTo>
                <a:cubicBezTo>
                  <a:pt x="218" y="173"/>
                  <a:pt x="218" y="173"/>
                  <a:pt x="218" y="173"/>
                </a:cubicBezTo>
                <a:cubicBezTo>
                  <a:pt x="266" y="280"/>
                  <a:pt x="266" y="280"/>
                  <a:pt x="266" y="280"/>
                </a:cubicBezTo>
                <a:cubicBezTo>
                  <a:pt x="249" y="297"/>
                  <a:pt x="234" y="315"/>
                  <a:pt x="220" y="334"/>
                </a:cubicBezTo>
                <a:cubicBezTo>
                  <a:pt x="106" y="305"/>
                  <a:pt x="106" y="305"/>
                  <a:pt x="106" y="305"/>
                </a:cubicBezTo>
                <a:cubicBezTo>
                  <a:pt x="65" y="379"/>
                  <a:pt x="65" y="379"/>
                  <a:pt x="65" y="379"/>
                </a:cubicBezTo>
                <a:cubicBezTo>
                  <a:pt x="149" y="460"/>
                  <a:pt x="149" y="460"/>
                  <a:pt x="149" y="460"/>
                </a:cubicBezTo>
                <a:cubicBezTo>
                  <a:pt x="139" y="484"/>
                  <a:pt x="131" y="509"/>
                  <a:pt x="125" y="535"/>
                </a:cubicBezTo>
                <a:cubicBezTo>
                  <a:pt x="9" y="551"/>
                  <a:pt x="9" y="551"/>
                  <a:pt x="9" y="551"/>
                </a:cubicBezTo>
                <a:cubicBezTo>
                  <a:pt x="0" y="636"/>
                  <a:pt x="0" y="636"/>
                  <a:pt x="0" y="636"/>
                </a:cubicBezTo>
                <a:cubicBezTo>
                  <a:pt x="109" y="678"/>
                  <a:pt x="109" y="678"/>
                  <a:pt x="109" y="678"/>
                </a:cubicBezTo>
                <a:cubicBezTo>
                  <a:pt x="110" y="701"/>
                  <a:pt x="111" y="725"/>
                  <a:pt x="115" y="749"/>
                </a:cubicBezTo>
                <a:cubicBezTo>
                  <a:pt x="12" y="809"/>
                  <a:pt x="12" y="809"/>
                  <a:pt x="12" y="809"/>
                </a:cubicBezTo>
                <a:cubicBezTo>
                  <a:pt x="35" y="890"/>
                  <a:pt x="35" y="890"/>
                  <a:pt x="35" y="890"/>
                </a:cubicBezTo>
                <a:cubicBezTo>
                  <a:pt x="154" y="887"/>
                  <a:pt x="154" y="887"/>
                  <a:pt x="154" y="887"/>
                </a:cubicBezTo>
                <a:cubicBezTo>
                  <a:pt x="164" y="912"/>
                  <a:pt x="177" y="935"/>
                  <a:pt x="190" y="957"/>
                </a:cubicBezTo>
                <a:cubicBezTo>
                  <a:pt x="120" y="1051"/>
                  <a:pt x="120" y="1051"/>
                  <a:pt x="120" y="1051"/>
                </a:cubicBezTo>
                <a:cubicBezTo>
                  <a:pt x="173" y="1117"/>
                  <a:pt x="173" y="1117"/>
                  <a:pt x="173" y="1117"/>
                </a:cubicBezTo>
                <a:cubicBezTo>
                  <a:pt x="280" y="1070"/>
                  <a:pt x="280" y="1070"/>
                  <a:pt x="280" y="1070"/>
                </a:cubicBezTo>
                <a:cubicBezTo>
                  <a:pt x="297" y="1086"/>
                  <a:pt x="315" y="1102"/>
                  <a:pt x="334" y="1116"/>
                </a:cubicBezTo>
                <a:cubicBezTo>
                  <a:pt x="305" y="1229"/>
                  <a:pt x="305" y="1229"/>
                  <a:pt x="305" y="1229"/>
                </a:cubicBezTo>
                <a:cubicBezTo>
                  <a:pt x="379" y="1270"/>
                  <a:pt x="379" y="1270"/>
                  <a:pt x="379" y="1270"/>
                </a:cubicBezTo>
                <a:cubicBezTo>
                  <a:pt x="460" y="1186"/>
                  <a:pt x="460" y="1186"/>
                  <a:pt x="460" y="1186"/>
                </a:cubicBezTo>
                <a:cubicBezTo>
                  <a:pt x="484" y="1196"/>
                  <a:pt x="509" y="1204"/>
                  <a:pt x="535" y="1210"/>
                </a:cubicBezTo>
                <a:cubicBezTo>
                  <a:pt x="551" y="1326"/>
                  <a:pt x="551" y="1326"/>
                  <a:pt x="551" y="1326"/>
                </a:cubicBezTo>
                <a:cubicBezTo>
                  <a:pt x="636" y="1335"/>
                  <a:pt x="636" y="1335"/>
                  <a:pt x="636" y="1335"/>
                </a:cubicBezTo>
                <a:cubicBezTo>
                  <a:pt x="678" y="1226"/>
                  <a:pt x="678" y="1226"/>
                  <a:pt x="678" y="1226"/>
                </a:cubicBezTo>
                <a:cubicBezTo>
                  <a:pt x="701" y="1226"/>
                  <a:pt x="725" y="1224"/>
                  <a:pt x="749" y="1220"/>
                </a:cubicBezTo>
                <a:cubicBezTo>
                  <a:pt x="808" y="1323"/>
                  <a:pt x="808" y="1323"/>
                  <a:pt x="808" y="1323"/>
                </a:cubicBezTo>
                <a:cubicBezTo>
                  <a:pt x="890" y="1299"/>
                  <a:pt x="890" y="1299"/>
                  <a:pt x="890" y="1299"/>
                </a:cubicBezTo>
                <a:cubicBezTo>
                  <a:pt x="887" y="1181"/>
                  <a:pt x="887" y="1181"/>
                  <a:pt x="887" y="1181"/>
                </a:cubicBezTo>
                <a:cubicBezTo>
                  <a:pt x="912" y="1171"/>
                  <a:pt x="935" y="1159"/>
                  <a:pt x="957" y="1145"/>
                </a:cubicBezTo>
                <a:cubicBezTo>
                  <a:pt x="1051" y="1215"/>
                  <a:pt x="1051" y="1215"/>
                  <a:pt x="1051" y="1215"/>
                </a:cubicBezTo>
                <a:cubicBezTo>
                  <a:pt x="1117" y="1162"/>
                  <a:pt x="1117" y="1162"/>
                  <a:pt x="1117" y="1162"/>
                </a:cubicBezTo>
                <a:cubicBezTo>
                  <a:pt x="1070" y="1055"/>
                  <a:pt x="1070" y="1055"/>
                  <a:pt x="1070" y="1055"/>
                </a:cubicBezTo>
                <a:cubicBezTo>
                  <a:pt x="1086" y="1038"/>
                  <a:pt x="1102" y="1020"/>
                  <a:pt x="1116" y="1001"/>
                </a:cubicBezTo>
                <a:cubicBezTo>
                  <a:pt x="1229" y="1031"/>
                  <a:pt x="1229" y="1031"/>
                  <a:pt x="1229" y="1031"/>
                </a:cubicBezTo>
                <a:cubicBezTo>
                  <a:pt x="1271" y="956"/>
                  <a:pt x="1271" y="956"/>
                  <a:pt x="1271" y="956"/>
                </a:cubicBezTo>
                <a:cubicBezTo>
                  <a:pt x="1186" y="875"/>
                  <a:pt x="1186" y="875"/>
                  <a:pt x="1186" y="875"/>
                </a:cubicBezTo>
                <a:cubicBezTo>
                  <a:pt x="1196" y="851"/>
                  <a:pt x="1204" y="826"/>
                  <a:pt x="1210" y="801"/>
                </a:cubicBezTo>
                <a:lnTo>
                  <a:pt x="1326" y="784"/>
                </a:lnTo>
                <a:close/>
                <a:moveTo>
                  <a:pt x="776" y="1050"/>
                </a:moveTo>
                <a:cubicBezTo>
                  <a:pt x="565" y="1109"/>
                  <a:pt x="345" y="986"/>
                  <a:pt x="286" y="775"/>
                </a:cubicBezTo>
                <a:cubicBezTo>
                  <a:pt x="226" y="564"/>
                  <a:pt x="349" y="345"/>
                  <a:pt x="560" y="286"/>
                </a:cubicBezTo>
                <a:cubicBezTo>
                  <a:pt x="771" y="226"/>
                  <a:pt x="990" y="349"/>
                  <a:pt x="1050" y="560"/>
                </a:cubicBezTo>
                <a:cubicBezTo>
                  <a:pt x="1109" y="771"/>
                  <a:pt x="987" y="990"/>
                  <a:pt x="776" y="105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2F573B15-3E4F-4431-A002-63A174B46475}"/>
              </a:ext>
            </a:extLst>
          </p:cNvPr>
          <p:cNvSpPr/>
          <p:nvPr/>
        </p:nvSpPr>
        <p:spPr bwMode="auto">
          <a:xfrm rot="21321938">
            <a:off x="5573607" y="2008943"/>
            <a:ext cx="1262063" cy="1262063"/>
          </a:xfrm>
          <a:custGeom>
            <a:avLst/>
            <a:gdLst>
              <a:gd name="T0" fmla="*/ 1335 w 1335"/>
              <a:gd name="T1" fmla="*/ 699 h 1335"/>
              <a:gd name="T2" fmla="*/ 1220 w 1335"/>
              <a:gd name="T3" fmla="*/ 586 h 1335"/>
              <a:gd name="T4" fmla="*/ 1300 w 1335"/>
              <a:gd name="T5" fmla="*/ 445 h 1335"/>
              <a:gd name="T6" fmla="*/ 1145 w 1335"/>
              <a:gd name="T7" fmla="*/ 378 h 1335"/>
              <a:gd name="T8" fmla="*/ 1162 w 1335"/>
              <a:gd name="T9" fmla="*/ 218 h 1335"/>
              <a:gd name="T10" fmla="*/ 1001 w 1335"/>
              <a:gd name="T11" fmla="*/ 219 h 1335"/>
              <a:gd name="T12" fmla="*/ 956 w 1335"/>
              <a:gd name="T13" fmla="*/ 65 h 1335"/>
              <a:gd name="T14" fmla="*/ 801 w 1335"/>
              <a:gd name="T15" fmla="*/ 125 h 1335"/>
              <a:gd name="T16" fmla="*/ 699 w 1335"/>
              <a:gd name="T17" fmla="*/ 0 h 1335"/>
              <a:gd name="T18" fmla="*/ 586 w 1335"/>
              <a:gd name="T19" fmla="*/ 115 h 1335"/>
              <a:gd name="T20" fmla="*/ 445 w 1335"/>
              <a:gd name="T21" fmla="*/ 35 h 1335"/>
              <a:gd name="T22" fmla="*/ 378 w 1335"/>
              <a:gd name="T23" fmla="*/ 190 h 1335"/>
              <a:gd name="T24" fmla="*/ 218 w 1335"/>
              <a:gd name="T25" fmla="*/ 173 h 1335"/>
              <a:gd name="T26" fmla="*/ 220 w 1335"/>
              <a:gd name="T27" fmla="*/ 334 h 1335"/>
              <a:gd name="T28" fmla="*/ 65 w 1335"/>
              <a:gd name="T29" fmla="*/ 379 h 1335"/>
              <a:gd name="T30" fmla="*/ 125 w 1335"/>
              <a:gd name="T31" fmla="*/ 535 h 1335"/>
              <a:gd name="T32" fmla="*/ 0 w 1335"/>
              <a:gd name="T33" fmla="*/ 636 h 1335"/>
              <a:gd name="T34" fmla="*/ 115 w 1335"/>
              <a:gd name="T35" fmla="*/ 749 h 1335"/>
              <a:gd name="T36" fmla="*/ 35 w 1335"/>
              <a:gd name="T37" fmla="*/ 890 h 1335"/>
              <a:gd name="T38" fmla="*/ 190 w 1335"/>
              <a:gd name="T39" fmla="*/ 957 h 1335"/>
              <a:gd name="T40" fmla="*/ 173 w 1335"/>
              <a:gd name="T41" fmla="*/ 1117 h 1335"/>
              <a:gd name="T42" fmla="*/ 334 w 1335"/>
              <a:gd name="T43" fmla="*/ 1116 h 1335"/>
              <a:gd name="T44" fmla="*/ 379 w 1335"/>
              <a:gd name="T45" fmla="*/ 1270 h 1335"/>
              <a:gd name="T46" fmla="*/ 535 w 1335"/>
              <a:gd name="T47" fmla="*/ 1210 h 1335"/>
              <a:gd name="T48" fmla="*/ 636 w 1335"/>
              <a:gd name="T49" fmla="*/ 1335 h 1335"/>
              <a:gd name="T50" fmla="*/ 749 w 1335"/>
              <a:gd name="T51" fmla="*/ 1220 h 1335"/>
              <a:gd name="T52" fmla="*/ 890 w 1335"/>
              <a:gd name="T53" fmla="*/ 1299 h 1335"/>
              <a:gd name="T54" fmla="*/ 957 w 1335"/>
              <a:gd name="T55" fmla="*/ 1145 h 1335"/>
              <a:gd name="T56" fmla="*/ 1117 w 1335"/>
              <a:gd name="T57" fmla="*/ 1162 h 1335"/>
              <a:gd name="T58" fmla="*/ 1116 w 1335"/>
              <a:gd name="T59" fmla="*/ 1001 h 1335"/>
              <a:gd name="T60" fmla="*/ 1271 w 1335"/>
              <a:gd name="T61" fmla="*/ 956 h 1335"/>
              <a:gd name="T62" fmla="*/ 1210 w 1335"/>
              <a:gd name="T63" fmla="*/ 801 h 1335"/>
              <a:gd name="T64" fmla="*/ 776 w 1335"/>
              <a:gd name="T65" fmla="*/ 1050 h 1335"/>
              <a:gd name="T66" fmla="*/ 560 w 1335"/>
              <a:gd name="T67" fmla="*/ 286 h 1335"/>
              <a:gd name="T68" fmla="*/ 776 w 1335"/>
              <a:gd name="T69" fmla="*/ 1050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35" h="1335">
                <a:moveTo>
                  <a:pt x="1326" y="784"/>
                </a:moveTo>
                <a:cubicBezTo>
                  <a:pt x="1335" y="699"/>
                  <a:pt x="1335" y="699"/>
                  <a:pt x="1335" y="699"/>
                </a:cubicBezTo>
                <a:cubicBezTo>
                  <a:pt x="1226" y="658"/>
                  <a:pt x="1226" y="658"/>
                  <a:pt x="1226" y="658"/>
                </a:cubicBezTo>
                <a:cubicBezTo>
                  <a:pt x="1226" y="634"/>
                  <a:pt x="1224" y="610"/>
                  <a:pt x="1220" y="586"/>
                </a:cubicBezTo>
                <a:cubicBezTo>
                  <a:pt x="1323" y="527"/>
                  <a:pt x="1323" y="527"/>
                  <a:pt x="1323" y="527"/>
                </a:cubicBezTo>
                <a:cubicBezTo>
                  <a:pt x="1300" y="445"/>
                  <a:pt x="1300" y="445"/>
                  <a:pt x="1300" y="445"/>
                </a:cubicBezTo>
                <a:cubicBezTo>
                  <a:pt x="1181" y="448"/>
                  <a:pt x="1181" y="448"/>
                  <a:pt x="1181" y="448"/>
                </a:cubicBezTo>
                <a:cubicBezTo>
                  <a:pt x="1171" y="424"/>
                  <a:pt x="1159" y="400"/>
                  <a:pt x="1145" y="378"/>
                </a:cubicBezTo>
                <a:cubicBezTo>
                  <a:pt x="1215" y="284"/>
                  <a:pt x="1215" y="284"/>
                  <a:pt x="1215" y="284"/>
                </a:cubicBezTo>
                <a:cubicBezTo>
                  <a:pt x="1162" y="218"/>
                  <a:pt x="1162" y="218"/>
                  <a:pt x="1162" y="218"/>
                </a:cubicBezTo>
                <a:cubicBezTo>
                  <a:pt x="1055" y="266"/>
                  <a:pt x="1055" y="266"/>
                  <a:pt x="1055" y="266"/>
                </a:cubicBezTo>
                <a:cubicBezTo>
                  <a:pt x="1038" y="249"/>
                  <a:pt x="1020" y="234"/>
                  <a:pt x="1001" y="219"/>
                </a:cubicBezTo>
                <a:cubicBezTo>
                  <a:pt x="1031" y="106"/>
                  <a:pt x="1031" y="106"/>
                  <a:pt x="1031" y="106"/>
                </a:cubicBezTo>
                <a:cubicBezTo>
                  <a:pt x="956" y="65"/>
                  <a:pt x="956" y="65"/>
                  <a:pt x="956" y="65"/>
                </a:cubicBezTo>
                <a:cubicBezTo>
                  <a:pt x="875" y="149"/>
                  <a:pt x="875" y="149"/>
                  <a:pt x="875" y="149"/>
                </a:cubicBezTo>
                <a:cubicBezTo>
                  <a:pt x="851" y="139"/>
                  <a:pt x="826" y="131"/>
                  <a:pt x="801" y="125"/>
                </a:cubicBezTo>
                <a:cubicBezTo>
                  <a:pt x="784" y="9"/>
                  <a:pt x="784" y="9"/>
                  <a:pt x="784" y="9"/>
                </a:cubicBezTo>
                <a:cubicBezTo>
                  <a:pt x="699" y="0"/>
                  <a:pt x="699" y="0"/>
                  <a:pt x="699" y="0"/>
                </a:cubicBezTo>
                <a:cubicBezTo>
                  <a:pt x="658" y="109"/>
                  <a:pt x="658" y="109"/>
                  <a:pt x="658" y="109"/>
                </a:cubicBezTo>
                <a:cubicBezTo>
                  <a:pt x="634" y="109"/>
                  <a:pt x="610" y="111"/>
                  <a:pt x="586" y="115"/>
                </a:cubicBezTo>
                <a:cubicBezTo>
                  <a:pt x="527" y="12"/>
                  <a:pt x="527" y="12"/>
                  <a:pt x="527" y="12"/>
                </a:cubicBezTo>
                <a:cubicBezTo>
                  <a:pt x="445" y="35"/>
                  <a:pt x="445" y="35"/>
                  <a:pt x="445" y="35"/>
                </a:cubicBezTo>
                <a:cubicBezTo>
                  <a:pt x="448" y="154"/>
                  <a:pt x="448" y="154"/>
                  <a:pt x="448" y="154"/>
                </a:cubicBezTo>
                <a:cubicBezTo>
                  <a:pt x="424" y="164"/>
                  <a:pt x="400" y="176"/>
                  <a:pt x="378" y="190"/>
                </a:cubicBezTo>
                <a:cubicBezTo>
                  <a:pt x="284" y="120"/>
                  <a:pt x="284" y="120"/>
                  <a:pt x="284" y="120"/>
                </a:cubicBezTo>
                <a:cubicBezTo>
                  <a:pt x="218" y="173"/>
                  <a:pt x="218" y="173"/>
                  <a:pt x="218" y="173"/>
                </a:cubicBezTo>
                <a:cubicBezTo>
                  <a:pt x="266" y="280"/>
                  <a:pt x="266" y="280"/>
                  <a:pt x="266" y="280"/>
                </a:cubicBezTo>
                <a:cubicBezTo>
                  <a:pt x="249" y="297"/>
                  <a:pt x="234" y="315"/>
                  <a:pt x="220" y="334"/>
                </a:cubicBezTo>
                <a:cubicBezTo>
                  <a:pt x="106" y="305"/>
                  <a:pt x="106" y="305"/>
                  <a:pt x="106" y="305"/>
                </a:cubicBezTo>
                <a:cubicBezTo>
                  <a:pt x="65" y="379"/>
                  <a:pt x="65" y="379"/>
                  <a:pt x="65" y="379"/>
                </a:cubicBezTo>
                <a:cubicBezTo>
                  <a:pt x="149" y="460"/>
                  <a:pt x="149" y="460"/>
                  <a:pt x="149" y="460"/>
                </a:cubicBezTo>
                <a:cubicBezTo>
                  <a:pt x="139" y="484"/>
                  <a:pt x="131" y="509"/>
                  <a:pt x="125" y="535"/>
                </a:cubicBezTo>
                <a:cubicBezTo>
                  <a:pt x="9" y="551"/>
                  <a:pt x="9" y="551"/>
                  <a:pt x="9" y="551"/>
                </a:cubicBezTo>
                <a:cubicBezTo>
                  <a:pt x="0" y="636"/>
                  <a:pt x="0" y="636"/>
                  <a:pt x="0" y="636"/>
                </a:cubicBezTo>
                <a:cubicBezTo>
                  <a:pt x="109" y="678"/>
                  <a:pt x="109" y="678"/>
                  <a:pt x="109" y="678"/>
                </a:cubicBezTo>
                <a:cubicBezTo>
                  <a:pt x="110" y="701"/>
                  <a:pt x="111" y="725"/>
                  <a:pt x="115" y="749"/>
                </a:cubicBezTo>
                <a:cubicBezTo>
                  <a:pt x="12" y="809"/>
                  <a:pt x="12" y="809"/>
                  <a:pt x="12" y="809"/>
                </a:cubicBezTo>
                <a:cubicBezTo>
                  <a:pt x="35" y="890"/>
                  <a:pt x="35" y="890"/>
                  <a:pt x="35" y="890"/>
                </a:cubicBezTo>
                <a:cubicBezTo>
                  <a:pt x="154" y="887"/>
                  <a:pt x="154" y="887"/>
                  <a:pt x="154" y="887"/>
                </a:cubicBezTo>
                <a:cubicBezTo>
                  <a:pt x="164" y="912"/>
                  <a:pt x="177" y="935"/>
                  <a:pt x="190" y="957"/>
                </a:cubicBezTo>
                <a:cubicBezTo>
                  <a:pt x="120" y="1051"/>
                  <a:pt x="120" y="1051"/>
                  <a:pt x="120" y="1051"/>
                </a:cubicBezTo>
                <a:cubicBezTo>
                  <a:pt x="173" y="1117"/>
                  <a:pt x="173" y="1117"/>
                  <a:pt x="173" y="1117"/>
                </a:cubicBezTo>
                <a:cubicBezTo>
                  <a:pt x="280" y="1070"/>
                  <a:pt x="280" y="1070"/>
                  <a:pt x="280" y="1070"/>
                </a:cubicBezTo>
                <a:cubicBezTo>
                  <a:pt x="297" y="1086"/>
                  <a:pt x="315" y="1102"/>
                  <a:pt x="334" y="1116"/>
                </a:cubicBezTo>
                <a:cubicBezTo>
                  <a:pt x="305" y="1229"/>
                  <a:pt x="305" y="1229"/>
                  <a:pt x="305" y="1229"/>
                </a:cubicBezTo>
                <a:cubicBezTo>
                  <a:pt x="379" y="1270"/>
                  <a:pt x="379" y="1270"/>
                  <a:pt x="379" y="1270"/>
                </a:cubicBezTo>
                <a:cubicBezTo>
                  <a:pt x="460" y="1186"/>
                  <a:pt x="460" y="1186"/>
                  <a:pt x="460" y="1186"/>
                </a:cubicBezTo>
                <a:cubicBezTo>
                  <a:pt x="484" y="1196"/>
                  <a:pt x="509" y="1204"/>
                  <a:pt x="535" y="1210"/>
                </a:cubicBezTo>
                <a:cubicBezTo>
                  <a:pt x="551" y="1326"/>
                  <a:pt x="551" y="1326"/>
                  <a:pt x="551" y="1326"/>
                </a:cubicBezTo>
                <a:cubicBezTo>
                  <a:pt x="636" y="1335"/>
                  <a:pt x="636" y="1335"/>
                  <a:pt x="636" y="1335"/>
                </a:cubicBezTo>
                <a:cubicBezTo>
                  <a:pt x="678" y="1226"/>
                  <a:pt x="678" y="1226"/>
                  <a:pt x="678" y="1226"/>
                </a:cubicBezTo>
                <a:cubicBezTo>
                  <a:pt x="701" y="1226"/>
                  <a:pt x="725" y="1224"/>
                  <a:pt x="749" y="1220"/>
                </a:cubicBezTo>
                <a:cubicBezTo>
                  <a:pt x="808" y="1323"/>
                  <a:pt x="808" y="1323"/>
                  <a:pt x="808" y="1323"/>
                </a:cubicBezTo>
                <a:cubicBezTo>
                  <a:pt x="890" y="1299"/>
                  <a:pt x="890" y="1299"/>
                  <a:pt x="890" y="1299"/>
                </a:cubicBezTo>
                <a:cubicBezTo>
                  <a:pt x="887" y="1181"/>
                  <a:pt x="887" y="1181"/>
                  <a:pt x="887" y="1181"/>
                </a:cubicBezTo>
                <a:cubicBezTo>
                  <a:pt x="912" y="1171"/>
                  <a:pt x="935" y="1159"/>
                  <a:pt x="957" y="1145"/>
                </a:cubicBezTo>
                <a:cubicBezTo>
                  <a:pt x="1051" y="1215"/>
                  <a:pt x="1051" y="1215"/>
                  <a:pt x="1051" y="1215"/>
                </a:cubicBezTo>
                <a:cubicBezTo>
                  <a:pt x="1117" y="1162"/>
                  <a:pt x="1117" y="1162"/>
                  <a:pt x="1117" y="1162"/>
                </a:cubicBezTo>
                <a:cubicBezTo>
                  <a:pt x="1070" y="1055"/>
                  <a:pt x="1070" y="1055"/>
                  <a:pt x="1070" y="1055"/>
                </a:cubicBezTo>
                <a:cubicBezTo>
                  <a:pt x="1086" y="1038"/>
                  <a:pt x="1102" y="1020"/>
                  <a:pt x="1116" y="1001"/>
                </a:cubicBezTo>
                <a:cubicBezTo>
                  <a:pt x="1229" y="1031"/>
                  <a:pt x="1229" y="1031"/>
                  <a:pt x="1229" y="1031"/>
                </a:cubicBezTo>
                <a:cubicBezTo>
                  <a:pt x="1271" y="956"/>
                  <a:pt x="1271" y="956"/>
                  <a:pt x="1271" y="956"/>
                </a:cubicBezTo>
                <a:cubicBezTo>
                  <a:pt x="1186" y="875"/>
                  <a:pt x="1186" y="875"/>
                  <a:pt x="1186" y="875"/>
                </a:cubicBezTo>
                <a:cubicBezTo>
                  <a:pt x="1196" y="851"/>
                  <a:pt x="1204" y="826"/>
                  <a:pt x="1210" y="801"/>
                </a:cubicBezTo>
                <a:lnTo>
                  <a:pt x="1326" y="784"/>
                </a:lnTo>
                <a:close/>
                <a:moveTo>
                  <a:pt x="776" y="1050"/>
                </a:moveTo>
                <a:cubicBezTo>
                  <a:pt x="565" y="1109"/>
                  <a:pt x="345" y="986"/>
                  <a:pt x="286" y="775"/>
                </a:cubicBezTo>
                <a:cubicBezTo>
                  <a:pt x="226" y="564"/>
                  <a:pt x="349" y="345"/>
                  <a:pt x="560" y="286"/>
                </a:cubicBezTo>
                <a:cubicBezTo>
                  <a:pt x="771" y="226"/>
                  <a:pt x="990" y="349"/>
                  <a:pt x="1050" y="560"/>
                </a:cubicBezTo>
                <a:cubicBezTo>
                  <a:pt x="1109" y="771"/>
                  <a:pt x="987" y="990"/>
                  <a:pt x="776" y="10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ACAC44B1-B0E3-4853-BFEB-C23A9B297CE7}"/>
              </a:ext>
            </a:extLst>
          </p:cNvPr>
          <p:cNvSpPr/>
          <p:nvPr/>
        </p:nvSpPr>
        <p:spPr bwMode="auto">
          <a:xfrm rot="3456646">
            <a:off x="7014306" y="2987173"/>
            <a:ext cx="628649" cy="520769"/>
          </a:xfrm>
          <a:custGeom>
            <a:avLst/>
            <a:gdLst>
              <a:gd name="T0" fmla="*/ 540 w 540"/>
              <a:gd name="T1" fmla="*/ 127 h 447"/>
              <a:gd name="T2" fmla="*/ 531 w 540"/>
              <a:gd name="T3" fmla="*/ 120 h 447"/>
              <a:gd name="T4" fmla="*/ 506 w 540"/>
              <a:gd name="T5" fmla="*/ 103 h 447"/>
              <a:gd name="T6" fmla="*/ 425 w 540"/>
              <a:gd name="T7" fmla="*/ 55 h 447"/>
              <a:gd name="T8" fmla="*/ 335 w 540"/>
              <a:gd name="T9" fmla="*/ 14 h 447"/>
              <a:gd name="T10" fmla="*/ 302 w 540"/>
              <a:gd name="T11" fmla="*/ 4 h 447"/>
              <a:gd name="T12" fmla="*/ 289 w 540"/>
              <a:gd name="T13" fmla="*/ 0 h 447"/>
              <a:gd name="T14" fmla="*/ 295 w 540"/>
              <a:gd name="T15" fmla="*/ 4 h 447"/>
              <a:gd name="T16" fmla="*/ 310 w 540"/>
              <a:gd name="T17" fmla="*/ 15 h 447"/>
              <a:gd name="T18" fmla="*/ 354 w 540"/>
              <a:gd name="T19" fmla="*/ 50 h 447"/>
              <a:gd name="T20" fmla="*/ 375 w 540"/>
              <a:gd name="T21" fmla="*/ 70 h 447"/>
              <a:gd name="T22" fmla="*/ 393 w 540"/>
              <a:gd name="T23" fmla="*/ 88 h 447"/>
              <a:gd name="T24" fmla="*/ 406 w 540"/>
              <a:gd name="T25" fmla="*/ 100 h 447"/>
              <a:gd name="T26" fmla="*/ 410 w 540"/>
              <a:gd name="T27" fmla="*/ 105 h 447"/>
              <a:gd name="T28" fmla="*/ 404 w 540"/>
              <a:gd name="T29" fmla="*/ 106 h 447"/>
              <a:gd name="T30" fmla="*/ 386 w 540"/>
              <a:gd name="T31" fmla="*/ 110 h 447"/>
              <a:gd name="T32" fmla="*/ 359 w 540"/>
              <a:gd name="T33" fmla="*/ 117 h 447"/>
              <a:gd name="T34" fmla="*/ 324 w 540"/>
              <a:gd name="T35" fmla="*/ 127 h 447"/>
              <a:gd name="T36" fmla="*/ 240 w 540"/>
              <a:gd name="T37" fmla="*/ 162 h 447"/>
              <a:gd name="T38" fmla="*/ 195 w 540"/>
              <a:gd name="T39" fmla="*/ 187 h 447"/>
              <a:gd name="T40" fmla="*/ 173 w 540"/>
              <a:gd name="T41" fmla="*/ 202 h 447"/>
              <a:gd name="T42" fmla="*/ 163 w 540"/>
              <a:gd name="T43" fmla="*/ 210 h 447"/>
              <a:gd name="T44" fmla="*/ 152 w 540"/>
              <a:gd name="T45" fmla="*/ 218 h 447"/>
              <a:gd name="T46" fmla="*/ 80 w 540"/>
              <a:gd name="T47" fmla="*/ 292 h 447"/>
              <a:gd name="T48" fmla="*/ 33 w 540"/>
              <a:gd name="T49" fmla="*/ 368 h 447"/>
              <a:gd name="T50" fmla="*/ 8 w 540"/>
              <a:gd name="T51" fmla="*/ 425 h 447"/>
              <a:gd name="T52" fmla="*/ 2 w 540"/>
              <a:gd name="T53" fmla="*/ 441 h 447"/>
              <a:gd name="T54" fmla="*/ 0 w 540"/>
              <a:gd name="T55" fmla="*/ 447 h 447"/>
              <a:gd name="T56" fmla="*/ 3 w 540"/>
              <a:gd name="T57" fmla="*/ 441 h 447"/>
              <a:gd name="T58" fmla="*/ 10 w 540"/>
              <a:gd name="T59" fmla="*/ 426 h 447"/>
              <a:gd name="T60" fmla="*/ 41 w 540"/>
              <a:gd name="T61" fmla="*/ 373 h 447"/>
              <a:gd name="T62" fmla="*/ 95 w 540"/>
              <a:gd name="T63" fmla="*/ 305 h 447"/>
              <a:gd name="T64" fmla="*/ 170 w 540"/>
              <a:gd name="T65" fmla="*/ 243 h 447"/>
              <a:gd name="T66" fmla="*/ 180 w 540"/>
              <a:gd name="T67" fmla="*/ 236 h 447"/>
              <a:gd name="T68" fmla="*/ 191 w 540"/>
              <a:gd name="T69" fmla="*/ 230 h 447"/>
              <a:gd name="T70" fmla="*/ 213 w 540"/>
              <a:gd name="T71" fmla="*/ 218 h 447"/>
              <a:gd name="T72" fmla="*/ 256 w 540"/>
              <a:gd name="T73" fmla="*/ 199 h 447"/>
              <a:gd name="T74" fmla="*/ 337 w 540"/>
              <a:gd name="T75" fmla="*/ 176 h 447"/>
              <a:gd name="T76" fmla="*/ 370 w 540"/>
              <a:gd name="T77" fmla="*/ 170 h 447"/>
              <a:gd name="T78" fmla="*/ 396 w 540"/>
              <a:gd name="T79" fmla="*/ 167 h 447"/>
              <a:gd name="T80" fmla="*/ 413 w 540"/>
              <a:gd name="T81" fmla="*/ 165 h 447"/>
              <a:gd name="T82" fmla="*/ 418 w 540"/>
              <a:gd name="T83" fmla="*/ 165 h 447"/>
              <a:gd name="T84" fmla="*/ 416 w 540"/>
              <a:gd name="T85" fmla="*/ 171 h 447"/>
              <a:gd name="T86" fmla="*/ 409 w 540"/>
              <a:gd name="T87" fmla="*/ 187 h 447"/>
              <a:gd name="T88" fmla="*/ 399 w 540"/>
              <a:gd name="T89" fmla="*/ 209 h 447"/>
              <a:gd name="T90" fmla="*/ 390 w 540"/>
              <a:gd name="T91" fmla="*/ 234 h 447"/>
              <a:gd name="T92" fmla="*/ 375 w 540"/>
              <a:gd name="T93" fmla="*/ 282 h 447"/>
              <a:gd name="T94" fmla="*/ 372 w 540"/>
              <a:gd name="T95" fmla="*/ 298 h 447"/>
              <a:gd name="T96" fmla="*/ 370 w 540"/>
              <a:gd name="T97" fmla="*/ 304 h 447"/>
              <a:gd name="T98" fmla="*/ 375 w 540"/>
              <a:gd name="T99" fmla="*/ 295 h 447"/>
              <a:gd name="T100" fmla="*/ 390 w 540"/>
              <a:gd name="T101" fmla="*/ 274 h 447"/>
              <a:gd name="T102" fmla="*/ 443 w 540"/>
              <a:gd name="T103" fmla="*/ 211 h 447"/>
              <a:gd name="T104" fmla="*/ 508 w 540"/>
              <a:gd name="T105" fmla="*/ 152 h 447"/>
              <a:gd name="T106" fmla="*/ 531 w 540"/>
              <a:gd name="T107" fmla="*/ 134 h 447"/>
              <a:gd name="T108" fmla="*/ 540 w 540"/>
              <a:gd name="T109" fmla="*/ 127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40" h="447">
                <a:moveTo>
                  <a:pt x="540" y="127"/>
                </a:moveTo>
                <a:cubicBezTo>
                  <a:pt x="540" y="127"/>
                  <a:pt x="537" y="125"/>
                  <a:pt x="531" y="120"/>
                </a:cubicBezTo>
                <a:cubicBezTo>
                  <a:pt x="525" y="116"/>
                  <a:pt x="516" y="110"/>
                  <a:pt x="506" y="103"/>
                </a:cubicBezTo>
                <a:cubicBezTo>
                  <a:pt x="485" y="89"/>
                  <a:pt x="456" y="71"/>
                  <a:pt x="425" y="55"/>
                </a:cubicBezTo>
                <a:cubicBezTo>
                  <a:pt x="394" y="38"/>
                  <a:pt x="361" y="24"/>
                  <a:pt x="335" y="14"/>
                </a:cubicBezTo>
                <a:cubicBezTo>
                  <a:pt x="321" y="10"/>
                  <a:pt x="310" y="6"/>
                  <a:pt x="302" y="4"/>
                </a:cubicBezTo>
                <a:cubicBezTo>
                  <a:pt x="294" y="1"/>
                  <a:pt x="289" y="0"/>
                  <a:pt x="289" y="0"/>
                </a:cubicBezTo>
                <a:cubicBezTo>
                  <a:pt x="289" y="0"/>
                  <a:pt x="292" y="2"/>
                  <a:pt x="295" y="4"/>
                </a:cubicBezTo>
                <a:cubicBezTo>
                  <a:pt x="299" y="7"/>
                  <a:pt x="304" y="10"/>
                  <a:pt x="310" y="15"/>
                </a:cubicBezTo>
                <a:cubicBezTo>
                  <a:pt x="323" y="25"/>
                  <a:pt x="339" y="37"/>
                  <a:pt x="354" y="50"/>
                </a:cubicBezTo>
                <a:cubicBezTo>
                  <a:pt x="361" y="57"/>
                  <a:pt x="369" y="64"/>
                  <a:pt x="375" y="70"/>
                </a:cubicBezTo>
                <a:cubicBezTo>
                  <a:pt x="382" y="76"/>
                  <a:pt x="388" y="82"/>
                  <a:pt x="393" y="88"/>
                </a:cubicBezTo>
                <a:cubicBezTo>
                  <a:pt x="399" y="93"/>
                  <a:pt x="403" y="97"/>
                  <a:pt x="406" y="100"/>
                </a:cubicBezTo>
                <a:cubicBezTo>
                  <a:pt x="409" y="103"/>
                  <a:pt x="410" y="105"/>
                  <a:pt x="410" y="105"/>
                </a:cubicBezTo>
                <a:cubicBezTo>
                  <a:pt x="410" y="105"/>
                  <a:pt x="408" y="105"/>
                  <a:pt x="404" y="106"/>
                </a:cubicBezTo>
                <a:cubicBezTo>
                  <a:pt x="400" y="107"/>
                  <a:pt x="394" y="108"/>
                  <a:pt x="386" y="110"/>
                </a:cubicBezTo>
                <a:cubicBezTo>
                  <a:pt x="379" y="112"/>
                  <a:pt x="370" y="114"/>
                  <a:pt x="359" y="117"/>
                </a:cubicBezTo>
                <a:cubicBezTo>
                  <a:pt x="349" y="120"/>
                  <a:pt x="337" y="123"/>
                  <a:pt x="324" y="127"/>
                </a:cubicBezTo>
                <a:cubicBezTo>
                  <a:pt x="299" y="135"/>
                  <a:pt x="269" y="146"/>
                  <a:pt x="240" y="162"/>
                </a:cubicBezTo>
                <a:cubicBezTo>
                  <a:pt x="225" y="169"/>
                  <a:pt x="210" y="178"/>
                  <a:pt x="195" y="187"/>
                </a:cubicBezTo>
                <a:cubicBezTo>
                  <a:pt x="188" y="192"/>
                  <a:pt x="180" y="197"/>
                  <a:pt x="173" y="202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52" y="218"/>
                  <a:pt x="152" y="218"/>
                  <a:pt x="152" y="218"/>
                </a:cubicBezTo>
                <a:cubicBezTo>
                  <a:pt x="125" y="241"/>
                  <a:pt x="100" y="267"/>
                  <a:pt x="80" y="292"/>
                </a:cubicBezTo>
                <a:cubicBezTo>
                  <a:pt x="61" y="319"/>
                  <a:pt x="45" y="345"/>
                  <a:pt x="33" y="368"/>
                </a:cubicBezTo>
                <a:cubicBezTo>
                  <a:pt x="21" y="391"/>
                  <a:pt x="13" y="411"/>
                  <a:pt x="8" y="425"/>
                </a:cubicBezTo>
                <a:cubicBezTo>
                  <a:pt x="5" y="432"/>
                  <a:pt x="3" y="437"/>
                  <a:pt x="2" y="441"/>
                </a:cubicBezTo>
                <a:cubicBezTo>
                  <a:pt x="1" y="445"/>
                  <a:pt x="0" y="447"/>
                  <a:pt x="0" y="447"/>
                </a:cubicBezTo>
                <a:cubicBezTo>
                  <a:pt x="0" y="447"/>
                  <a:pt x="1" y="445"/>
                  <a:pt x="3" y="441"/>
                </a:cubicBezTo>
                <a:cubicBezTo>
                  <a:pt x="4" y="438"/>
                  <a:pt x="7" y="433"/>
                  <a:pt x="10" y="426"/>
                </a:cubicBezTo>
                <a:cubicBezTo>
                  <a:pt x="17" y="413"/>
                  <a:pt x="27" y="394"/>
                  <a:pt x="41" y="373"/>
                </a:cubicBezTo>
                <a:cubicBezTo>
                  <a:pt x="55" y="351"/>
                  <a:pt x="73" y="328"/>
                  <a:pt x="95" y="305"/>
                </a:cubicBezTo>
                <a:cubicBezTo>
                  <a:pt x="117" y="282"/>
                  <a:pt x="142" y="261"/>
                  <a:pt x="170" y="243"/>
                </a:cubicBezTo>
                <a:cubicBezTo>
                  <a:pt x="180" y="236"/>
                  <a:pt x="180" y="236"/>
                  <a:pt x="180" y="236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198" y="226"/>
                  <a:pt x="206" y="222"/>
                  <a:pt x="213" y="218"/>
                </a:cubicBezTo>
                <a:cubicBezTo>
                  <a:pt x="227" y="211"/>
                  <a:pt x="242" y="205"/>
                  <a:pt x="256" y="199"/>
                </a:cubicBezTo>
                <a:cubicBezTo>
                  <a:pt x="285" y="188"/>
                  <a:pt x="313" y="181"/>
                  <a:pt x="337" y="176"/>
                </a:cubicBezTo>
                <a:cubicBezTo>
                  <a:pt x="349" y="174"/>
                  <a:pt x="360" y="172"/>
                  <a:pt x="370" y="170"/>
                </a:cubicBezTo>
                <a:cubicBezTo>
                  <a:pt x="380" y="169"/>
                  <a:pt x="389" y="168"/>
                  <a:pt x="396" y="167"/>
                </a:cubicBezTo>
                <a:cubicBezTo>
                  <a:pt x="403" y="166"/>
                  <a:pt x="409" y="166"/>
                  <a:pt x="413" y="165"/>
                </a:cubicBezTo>
                <a:cubicBezTo>
                  <a:pt x="416" y="165"/>
                  <a:pt x="418" y="165"/>
                  <a:pt x="418" y="165"/>
                </a:cubicBezTo>
                <a:cubicBezTo>
                  <a:pt x="418" y="165"/>
                  <a:pt x="417" y="167"/>
                  <a:pt x="416" y="171"/>
                </a:cubicBezTo>
                <a:cubicBezTo>
                  <a:pt x="414" y="175"/>
                  <a:pt x="412" y="180"/>
                  <a:pt x="409" y="187"/>
                </a:cubicBezTo>
                <a:cubicBezTo>
                  <a:pt x="406" y="193"/>
                  <a:pt x="403" y="201"/>
                  <a:pt x="399" y="209"/>
                </a:cubicBezTo>
                <a:cubicBezTo>
                  <a:pt x="396" y="217"/>
                  <a:pt x="393" y="225"/>
                  <a:pt x="390" y="234"/>
                </a:cubicBezTo>
                <a:cubicBezTo>
                  <a:pt x="384" y="251"/>
                  <a:pt x="379" y="269"/>
                  <a:pt x="375" y="282"/>
                </a:cubicBezTo>
                <a:cubicBezTo>
                  <a:pt x="374" y="288"/>
                  <a:pt x="372" y="294"/>
                  <a:pt x="372" y="298"/>
                </a:cubicBezTo>
                <a:cubicBezTo>
                  <a:pt x="371" y="301"/>
                  <a:pt x="370" y="304"/>
                  <a:pt x="370" y="304"/>
                </a:cubicBezTo>
                <a:cubicBezTo>
                  <a:pt x="370" y="304"/>
                  <a:pt x="372" y="301"/>
                  <a:pt x="375" y="295"/>
                </a:cubicBezTo>
                <a:cubicBezTo>
                  <a:pt x="378" y="290"/>
                  <a:pt x="383" y="283"/>
                  <a:pt x="390" y="274"/>
                </a:cubicBezTo>
                <a:cubicBezTo>
                  <a:pt x="402" y="256"/>
                  <a:pt x="421" y="233"/>
                  <a:pt x="443" y="211"/>
                </a:cubicBezTo>
                <a:cubicBezTo>
                  <a:pt x="464" y="189"/>
                  <a:pt x="489" y="167"/>
                  <a:pt x="508" y="152"/>
                </a:cubicBezTo>
                <a:cubicBezTo>
                  <a:pt x="517" y="144"/>
                  <a:pt x="525" y="138"/>
                  <a:pt x="531" y="134"/>
                </a:cubicBezTo>
                <a:cubicBezTo>
                  <a:pt x="537" y="129"/>
                  <a:pt x="540" y="127"/>
                  <a:pt x="540" y="12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F676423C-2F89-40AB-B4EE-ED102BA7BAC7}"/>
              </a:ext>
            </a:extLst>
          </p:cNvPr>
          <p:cNvSpPr/>
          <p:nvPr/>
        </p:nvSpPr>
        <p:spPr bwMode="auto">
          <a:xfrm rot="19573895">
            <a:off x="5154572" y="2006750"/>
            <a:ext cx="628649" cy="520769"/>
          </a:xfrm>
          <a:custGeom>
            <a:avLst/>
            <a:gdLst>
              <a:gd name="T0" fmla="*/ 540 w 540"/>
              <a:gd name="T1" fmla="*/ 127 h 447"/>
              <a:gd name="T2" fmla="*/ 531 w 540"/>
              <a:gd name="T3" fmla="*/ 120 h 447"/>
              <a:gd name="T4" fmla="*/ 506 w 540"/>
              <a:gd name="T5" fmla="*/ 103 h 447"/>
              <a:gd name="T6" fmla="*/ 425 w 540"/>
              <a:gd name="T7" fmla="*/ 55 h 447"/>
              <a:gd name="T8" fmla="*/ 335 w 540"/>
              <a:gd name="T9" fmla="*/ 14 h 447"/>
              <a:gd name="T10" fmla="*/ 302 w 540"/>
              <a:gd name="T11" fmla="*/ 4 h 447"/>
              <a:gd name="T12" fmla="*/ 289 w 540"/>
              <a:gd name="T13" fmla="*/ 0 h 447"/>
              <a:gd name="T14" fmla="*/ 295 w 540"/>
              <a:gd name="T15" fmla="*/ 4 h 447"/>
              <a:gd name="T16" fmla="*/ 310 w 540"/>
              <a:gd name="T17" fmla="*/ 15 h 447"/>
              <a:gd name="T18" fmla="*/ 354 w 540"/>
              <a:gd name="T19" fmla="*/ 50 h 447"/>
              <a:gd name="T20" fmla="*/ 375 w 540"/>
              <a:gd name="T21" fmla="*/ 70 h 447"/>
              <a:gd name="T22" fmla="*/ 393 w 540"/>
              <a:gd name="T23" fmla="*/ 88 h 447"/>
              <a:gd name="T24" fmla="*/ 406 w 540"/>
              <a:gd name="T25" fmla="*/ 100 h 447"/>
              <a:gd name="T26" fmla="*/ 410 w 540"/>
              <a:gd name="T27" fmla="*/ 105 h 447"/>
              <a:gd name="T28" fmla="*/ 404 w 540"/>
              <a:gd name="T29" fmla="*/ 106 h 447"/>
              <a:gd name="T30" fmla="*/ 386 w 540"/>
              <a:gd name="T31" fmla="*/ 110 h 447"/>
              <a:gd name="T32" fmla="*/ 359 w 540"/>
              <a:gd name="T33" fmla="*/ 117 h 447"/>
              <a:gd name="T34" fmla="*/ 324 w 540"/>
              <a:gd name="T35" fmla="*/ 127 h 447"/>
              <a:gd name="T36" fmla="*/ 240 w 540"/>
              <a:gd name="T37" fmla="*/ 162 h 447"/>
              <a:gd name="T38" fmla="*/ 195 w 540"/>
              <a:gd name="T39" fmla="*/ 187 h 447"/>
              <a:gd name="T40" fmla="*/ 173 w 540"/>
              <a:gd name="T41" fmla="*/ 202 h 447"/>
              <a:gd name="T42" fmla="*/ 163 w 540"/>
              <a:gd name="T43" fmla="*/ 210 h 447"/>
              <a:gd name="T44" fmla="*/ 152 w 540"/>
              <a:gd name="T45" fmla="*/ 218 h 447"/>
              <a:gd name="T46" fmla="*/ 80 w 540"/>
              <a:gd name="T47" fmla="*/ 292 h 447"/>
              <a:gd name="T48" fmla="*/ 33 w 540"/>
              <a:gd name="T49" fmla="*/ 368 h 447"/>
              <a:gd name="T50" fmla="*/ 8 w 540"/>
              <a:gd name="T51" fmla="*/ 425 h 447"/>
              <a:gd name="T52" fmla="*/ 2 w 540"/>
              <a:gd name="T53" fmla="*/ 441 h 447"/>
              <a:gd name="T54" fmla="*/ 0 w 540"/>
              <a:gd name="T55" fmla="*/ 447 h 447"/>
              <a:gd name="T56" fmla="*/ 3 w 540"/>
              <a:gd name="T57" fmla="*/ 441 h 447"/>
              <a:gd name="T58" fmla="*/ 10 w 540"/>
              <a:gd name="T59" fmla="*/ 426 h 447"/>
              <a:gd name="T60" fmla="*/ 41 w 540"/>
              <a:gd name="T61" fmla="*/ 373 h 447"/>
              <a:gd name="T62" fmla="*/ 95 w 540"/>
              <a:gd name="T63" fmla="*/ 305 h 447"/>
              <a:gd name="T64" fmla="*/ 170 w 540"/>
              <a:gd name="T65" fmla="*/ 243 h 447"/>
              <a:gd name="T66" fmla="*/ 180 w 540"/>
              <a:gd name="T67" fmla="*/ 236 h 447"/>
              <a:gd name="T68" fmla="*/ 191 w 540"/>
              <a:gd name="T69" fmla="*/ 230 h 447"/>
              <a:gd name="T70" fmla="*/ 213 w 540"/>
              <a:gd name="T71" fmla="*/ 218 h 447"/>
              <a:gd name="T72" fmla="*/ 256 w 540"/>
              <a:gd name="T73" fmla="*/ 199 h 447"/>
              <a:gd name="T74" fmla="*/ 337 w 540"/>
              <a:gd name="T75" fmla="*/ 176 h 447"/>
              <a:gd name="T76" fmla="*/ 370 w 540"/>
              <a:gd name="T77" fmla="*/ 170 h 447"/>
              <a:gd name="T78" fmla="*/ 396 w 540"/>
              <a:gd name="T79" fmla="*/ 167 h 447"/>
              <a:gd name="T80" fmla="*/ 413 w 540"/>
              <a:gd name="T81" fmla="*/ 165 h 447"/>
              <a:gd name="T82" fmla="*/ 418 w 540"/>
              <a:gd name="T83" fmla="*/ 165 h 447"/>
              <a:gd name="T84" fmla="*/ 416 w 540"/>
              <a:gd name="T85" fmla="*/ 171 h 447"/>
              <a:gd name="T86" fmla="*/ 409 w 540"/>
              <a:gd name="T87" fmla="*/ 187 h 447"/>
              <a:gd name="T88" fmla="*/ 399 w 540"/>
              <a:gd name="T89" fmla="*/ 209 h 447"/>
              <a:gd name="T90" fmla="*/ 390 w 540"/>
              <a:gd name="T91" fmla="*/ 234 h 447"/>
              <a:gd name="T92" fmla="*/ 375 w 540"/>
              <a:gd name="T93" fmla="*/ 282 h 447"/>
              <a:gd name="T94" fmla="*/ 372 w 540"/>
              <a:gd name="T95" fmla="*/ 298 h 447"/>
              <a:gd name="T96" fmla="*/ 370 w 540"/>
              <a:gd name="T97" fmla="*/ 304 h 447"/>
              <a:gd name="T98" fmla="*/ 375 w 540"/>
              <a:gd name="T99" fmla="*/ 295 h 447"/>
              <a:gd name="T100" fmla="*/ 390 w 540"/>
              <a:gd name="T101" fmla="*/ 274 h 447"/>
              <a:gd name="T102" fmla="*/ 443 w 540"/>
              <a:gd name="T103" fmla="*/ 211 h 447"/>
              <a:gd name="T104" fmla="*/ 508 w 540"/>
              <a:gd name="T105" fmla="*/ 152 h 447"/>
              <a:gd name="T106" fmla="*/ 531 w 540"/>
              <a:gd name="T107" fmla="*/ 134 h 447"/>
              <a:gd name="T108" fmla="*/ 540 w 540"/>
              <a:gd name="T109" fmla="*/ 127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40" h="447">
                <a:moveTo>
                  <a:pt x="540" y="127"/>
                </a:moveTo>
                <a:cubicBezTo>
                  <a:pt x="540" y="127"/>
                  <a:pt x="537" y="125"/>
                  <a:pt x="531" y="120"/>
                </a:cubicBezTo>
                <a:cubicBezTo>
                  <a:pt x="525" y="116"/>
                  <a:pt x="516" y="110"/>
                  <a:pt x="506" y="103"/>
                </a:cubicBezTo>
                <a:cubicBezTo>
                  <a:pt x="485" y="89"/>
                  <a:pt x="456" y="71"/>
                  <a:pt x="425" y="55"/>
                </a:cubicBezTo>
                <a:cubicBezTo>
                  <a:pt x="394" y="38"/>
                  <a:pt x="361" y="24"/>
                  <a:pt x="335" y="14"/>
                </a:cubicBezTo>
                <a:cubicBezTo>
                  <a:pt x="321" y="10"/>
                  <a:pt x="310" y="6"/>
                  <a:pt x="302" y="4"/>
                </a:cubicBezTo>
                <a:cubicBezTo>
                  <a:pt x="294" y="1"/>
                  <a:pt x="289" y="0"/>
                  <a:pt x="289" y="0"/>
                </a:cubicBezTo>
                <a:cubicBezTo>
                  <a:pt x="289" y="0"/>
                  <a:pt x="292" y="2"/>
                  <a:pt x="295" y="4"/>
                </a:cubicBezTo>
                <a:cubicBezTo>
                  <a:pt x="299" y="7"/>
                  <a:pt x="304" y="10"/>
                  <a:pt x="310" y="15"/>
                </a:cubicBezTo>
                <a:cubicBezTo>
                  <a:pt x="323" y="25"/>
                  <a:pt x="339" y="37"/>
                  <a:pt x="354" y="50"/>
                </a:cubicBezTo>
                <a:cubicBezTo>
                  <a:pt x="361" y="57"/>
                  <a:pt x="369" y="64"/>
                  <a:pt x="375" y="70"/>
                </a:cubicBezTo>
                <a:cubicBezTo>
                  <a:pt x="382" y="76"/>
                  <a:pt x="388" y="82"/>
                  <a:pt x="393" y="88"/>
                </a:cubicBezTo>
                <a:cubicBezTo>
                  <a:pt x="399" y="93"/>
                  <a:pt x="403" y="97"/>
                  <a:pt x="406" y="100"/>
                </a:cubicBezTo>
                <a:cubicBezTo>
                  <a:pt x="409" y="103"/>
                  <a:pt x="410" y="105"/>
                  <a:pt x="410" y="105"/>
                </a:cubicBezTo>
                <a:cubicBezTo>
                  <a:pt x="410" y="105"/>
                  <a:pt x="408" y="105"/>
                  <a:pt x="404" y="106"/>
                </a:cubicBezTo>
                <a:cubicBezTo>
                  <a:pt x="400" y="107"/>
                  <a:pt x="394" y="108"/>
                  <a:pt x="386" y="110"/>
                </a:cubicBezTo>
                <a:cubicBezTo>
                  <a:pt x="379" y="112"/>
                  <a:pt x="370" y="114"/>
                  <a:pt x="359" y="117"/>
                </a:cubicBezTo>
                <a:cubicBezTo>
                  <a:pt x="349" y="120"/>
                  <a:pt x="337" y="123"/>
                  <a:pt x="324" y="127"/>
                </a:cubicBezTo>
                <a:cubicBezTo>
                  <a:pt x="299" y="135"/>
                  <a:pt x="269" y="146"/>
                  <a:pt x="240" y="162"/>
                </a:cubicBezTo>
                <a:cubicBezTo>
                  <a:pt x="225" y="169"/>
                  <a:pt x="210" y="178"/>
                  <a:pt x="195" y="187"/>
                </a:cubicBezTo>
                <a:cubicBezTo>
                  <a:pt x="188" y="192"/>
                  <a:pt x="180" y="197"/>
                  <a:pt x="173" y="202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52" y="218"/>
                  <a:pt x="152" y="218"/>
                  <a:pt x="152" y="218"/>
                </a:cubicBezTo>
                <a:cubicBezTo>
                  <a:pt x="125" y="241"/>
                  <a:pt x="100" y="267"/>
                  <a:pt x="80" y="292"/>
                </a:cubicBezTo>
                <a:cubicBezTo>
                  <a:pt x="61" y="319"/>
                  <a:pt x="45" y="345"/>
                  <a:pt x="33" y="368"/>
                </a:cubicBezTo>
                <a:cubicBezTo>
                  <a:pt x="21" y="391"/>
                  <a:pt x="13" y="411"/>
                  <a:pt x="8" y="425"/>
                </a:cubicBezTo>
                <a:cubicBezTo>
                  <a:pt x="5" y="432"/>
                  <a:pt x="3" y="437"/>
                  <a:pt x="2" y="441"/>
                </a:cubicBezTo>
                <a:cubicBezTo>
                  <a:pt x="1" y="445"/>
                  <a:pt x="0" y="447"/>
                  <a:pt x="0" y="447"/>
                </a:cubicBezTo>
                <a:cubicBezTo>
                  <a:pt x="0" y="447"/>
                  <a:pt x="1" y="445"/>
                  <a:pt x="3" y="441"/>
                </a:cubicBezTo>
                <a:cubicBezTo>
                  <a:pt x="4" y="438"/>
                  <a:pt x="7" y="433"/>
                  <a:pt x="10" y="426"/>
                </a:cubicBezTo>
                <a:cubicBezTo>
                  <a:pt x="17" y="413"/>
                  <a:pt x="27" y="394"/>
                  <a:pt x="41" y="373"/>
                </a:cubicBezTo>
                <a:cubicBezTo>
                  <a:pt x="55" y="351"/>
                  <a:pt x="73" y="328"/>
                  <a:pt x="95" y="305"/>
                </a:cubicBezTo>
                <a:cubicBezTo>
                  <a:pt x="117" y="282"/>
                  <a:pt x="142" y="261"/>
                  <a:pt x="170" y="243"/>
                </a:cubicBezTo>
                <a:cubicBezTo>
                  <a:pt x="180" y="236"/>
                  <a:pt x="180" y="236"/>
                  <a:pt x="180" y="236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198" y="226"/>
                  <a:pt x="206" y="222"/>
                  <a:pt x="213" y="218"/>
                </a:cubicBezTo>
                <a:cubicBezTo>
                  <a:pt x="227" y="211"/>
                  <a:pt x="242" y="205"/>
                  <a:pt x="256" y="199"/>
                </a:cubicBezTo>
                <a:cubicBezTo>
                  <a:pt x="285" y="188"/>
                  <a:pt x="313" y="181"/>
                  <a:pt x="337" y="176"/>
                </a:cubicBezTo>
                <a:cubicBezTo>
                  <a:pt x="349" y="174"/>
                  <a:pt x="360" y="172"/>
                  <a:pt x="370" y="170"/>
                </a:cubicBezTo>
                <a:cubicBezTo>
                  <a:pt x="380" y="169"/>
                  <a:pt x="389" y="168"/>
                  <a:pt x="396" y="167"/>
                </a:cubicBezTo>
                <a:cubicBezTo>
                  <a:pt x="403" y="166"/>
                  <a:pt x="409" y="166"/>
                  <a:pt x="413" y="165"/>
                </a:cubicBezTo>
                <a:cubicBezTo>
                  <a:pt x="416" y="165"/>
                  <a:pt x="418" y="165"/>
                  <a:pt x="418" y="165"/>
                </a:cubicBezTo>
                <a:cubicBezTo>
                  <a:pt x="418" y="165"/>
                  <a:pt x="417" y="167"/>
                  <a:pt x="416" y="171"/>
                </a:cubicBezTo>
                <a:cubicBezTo>
                  <a:pt x="414" y="175"/>
                  <a:pt x="412" y="180"/>
                  <a:pt x="409" y="187"/>
                </a:cubicBezTo>
                <a:cubicBezTo>
                  <a:pt x="406" y="193"/>
                  <a:pt x="403" y="201"/>
                  <a:pt x="399" y="209"/>
                </a:cubicBezTo>
                <a:cubicBezTo>
                  <a:pt x="396" y="217"/>
                  <a:pt x="393" y="225"/>
                  <a:pt x="390" y="234"/>
                </a:cubicBezTo>
                <a:cubicBezTo>
                  <a:pt x="384" y="251"/>
                  <a:pt x="379" y="269"/>
                  <a:pt x="375" y="282"/>
                </a:cubicBezTo>
                <a:cubicBezTo>
                  <a:pt x="374" y="288"/>
                  <a:pt x="372" y="294"/>
                  <a:pt x="372" y="298"/>
                </a:cubicBezTo>
                <a:cubicBezTo>
                  <a:pt x="371" y="301"/>
                  <a:pt x="370" y="304"/>
                  <a:pt x="370" y="304"/>
                </a:cubicBezTo>
                <a:cubicBezTo>
                  <a:pt x="370" y="304"/>
                  <a:pt x="372" y="301"/>
                  <a:pt x="375" y="295"/>
                </a:cubicBezTo>
                <a:cubicBezTo>
                  <a:pt x="378" y="290"/>
                  <a:pt x="383" y="283"/>
                  <a:pt x="390" y="274"/>
                </a:cubicBezTo>
                <a:cubicBezTo>
                  <a:pt x="402" y="256"/>
                  <a:pt x="421" y="233"/>
                  <a:pt x="443" y="211"/>
                </a:cubicBezTo>
                <a:cubicBezTo>
                  <a:pt x="464" y="189"/>
                  <a:pt x="489" y="167"/>
                  <a:pt x="508" y="152"/>
                </a:cubicBezTo>
                <a:cubicBezTo>
                  <a:pt x="517" y="144"/>
                  <a:pt x="525" y="138"/>
                  <a:pt x="531" y="134"/>
                </a:cubicBezTo>
                <a:cubicBezTo>
                  <a:pt x="537" y="129"/>
                  <a:pt x="540" y="127"/>
                  <a:pt x="540" y="12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795D9EA7-B048-427A-A243-B5F3F48A566D}"/>
              </a:ext>
            </a:extLst>
          </p:cNvPr>
          <p:cNvSpPr/>
          <p:nvPr/>
        </p:nvSpPr>
        <p:spPr bwMode="auto">
          <a:xfrm rot="17898758" flipH="1">
            <a:off x="4549046" y="2635425"/>
            <a:ext cx="628649" cy="520769"/>
          </a:xfrm>
          <a:custGeom>
            <a:avLst/>
            <a:gdLst>
              <a:gd name="T0" fmla="*/ 540 w 540"/>
              <a:gd name="T1" fmla="*/ 127 h 447"/>
              <a:gd name="T2" fmla="*/ 531 w 540"/>
              <a:gd name="T3" fmla="*/ 120 h 447"/>
              <a:gd name="T4" fmla="*/ 506 w 540"/>
              <a:gd name="T5" fmla="*/ 103 h 447"/>
              <a:gd name="T6" fmla="*/ 425 w 540"/>
              <a:gd name="T7" fmla="*/ 55 h 447"/>
              <a:gd name="T8" fmla="*/ 335 w 540"/>
              <a:gd name="T9" fmla="*/ 14 h 447"/>
              <a:gd name="T10" fmla="*/ 302 w 540"/>
              <a:gd name="T11" fmla="*/ 4 h 447"/>
              <a:gd name="T12" fmla="*/ 289 w 540"/>
              <a:gd name="T13" fmla="*/ 0 h 447"/>
              <a:gd name="T14" fmla="*/ 295 w 540"/>
              <a:gd name="T15" fmla="*/ 4 h 447"/>
              <a:gd name="T16" fmla="*/ 310 w 540"/>
              <a:gd name="T17" fmla="*/ 15 h 447"/>
              <a:gd name="T18" fmla="*/ 354 w 540"/>
              <a:gd name="T19" fmla="*/ 50 h 447"/>
              <a:gd name="T20" fmla="*/ 375 w 540"/>
              <a:gd name="T21" fmla="*/ 70 h 447"/>
              <a:gd name="T22" fmla="*/ 393 w 540"/>
              <a:gd name="T23" fmla="*/ 88 h 447"/>
              <a:gd name="T24" fmla="*/ 406 w 540"/>
              <a:gd name="T25" fmla="*/ 100 h 447"/>
              <a:gd name="T26" fmla="*/ 410 w 540"/>
              <a:gd name="T27" fmla="*/ 105 h 447"/>
              <a:gd name="T28" fmla="*/ 404 w 540"/>
              <a:gd name="T29" fmla="*/ 106 h 447"/>
              <a:gd name="T30" fmla="*/ 386 w 540"/>
              <a:gd name="T31" fmla="*/ 110 h 447"/>
              <a:gd name="T32" fmla="*/ 359 w 540"/>
              <a:gd name="T33" fmla="*/ 117 h 447"/>
              <a:gd name="T34" fmla="*/ 324 w 540"/>
              <a:gd name="T35" fmla="*/ 127 h 447"/>
              <a:gd name="T36" fmla="*/ 240 w 540"/>
              <a:gd name="T37" fmla="*/ 162 h 447"/>
              <a:gd name="T38" fmla="*/ 195 w 540"/>
              <a:gd name="T39" fmla="*/ 187 h 447"/>
              <a:gd name="T40" fmla="*/ 173 w 540"/>
              <a:gd name="T41" fmla="*/ 202 h 447"/>
              <a:gd name="T42" fmla="*/ 163 w 540"/>
              <a:gd name="T43" fmla="*/ 210 h 447"/>
              <a:gd name="T44" fmla="*/ 152 w 540"/>
              <a:gd name="T45" fmla="*/ 218 h 447"/>
              <a:gd name="T46" fmla="*/ 80 w 540"/>
              <a:gd name="T47" fmla="*/ 292 h 447"/>
              <a:gd name="T48" fmla="*/ 33 w 540"/>
              <a:gd name="T49" fmla="*/ 368 h 447"/>
              <a:gd name="T50" fmla="*/ 8 w 540"/>
              <a:gd name="T51" fmla="*/ 425 h 447"/>
              <a:gd name="T52" fmla="*/ 2 w 540"/>
              <a:gd name="T53" fmla="*/ 441 h 447"/>
              <a:gd name="T54" fmla="*/ 0 w 540"/>
              <a:gd name="T55" fmla="*/ 447 h 447"/>
              <a:gd name="T56" fmla="*/ 3 w 540"/>
              <a:gd name="T57" fmla="*/ 441 h 447"/>
              <a:gd name="T58" fmla="*/ 10 w 540"/>
              <a:gd name="T59" fmla="*/ 426 h 447"/>
              <a:gd name="T60" fmla="*/ 41 w 540"/>
              <a:gd name="T61" fmla="*/ 373 h 447"/>
              <a:gd name="T62" fmla="*/ 95 w 540"/>
              <a:gd name="T63" fmla="*/ 305 h 447"/>
              <a:gd name="T64" fmla="*/ 170 w 540"/>
              <a:gd name="T65" fmla="*/ 243 h 447"/>
              <a:gd name="T66" fmla="*/ 180 w 540"/>
              <a:gd name="T67" fmla="*/ 236 h 447"/>
              <a:gd name="T68" fmla="*/ 191 w 540"/>
              <a:gd name="T69" fmla="*/ 230 h 447"/>
              <a:gd name="T70" fmla="*/ 213 w 540"/>
              <a:gd name="T71" fmla="*/ 218 h 447"/>
              <a:gd name="T72" fmla="*/ 256 w 540"/>
              <a:gd name="T73" fmla="*/ 199 h 447"/>
              <a:gd name="T74" fmla="*/ 337 w 540"/>
              <a:gd name="T75" fmla="*/ 176 h 447"/>
              <a:gd name="T76" fmla="*/ 370 w 540"/>
              <a:gd name="T77" fmla="*/ 170 h 447"/>
              <a:gd name="T78" fmla="*/ 396 w 540"/>
              <a:gd name="T79" fmla="*/ 167 h 447"/>
              <a:gd name="T80" fmla="*/ 413 w 540"/>
              <a:gd name="T81" fmla="*/ 165 h 447"/>
              <a:gd name="T82" fmla="*/ 418 w 540"/>
              <a:gd name="T83" fmla="*/ 165 h 447"/>
              <a:gd name="T84" fmla="*/ 416 w 540"/>
              <a:gd name="T85" fmla="*/ 171 h 447"/>
              <a:gd name="T86" fmla="*/ 409 w 540"/>
              <a:gd name="T87" fmla="*/ 187 h 447"/>
              <a:gd name="T88" fmla="*/ 399 w 540"/>
              <a:gd name="T89" fmla="*/ 209 h 447"/>
              <a:gd name="T90" fmla="*/ 390 w 540"/>
              <a:gd name="T91" fmla="*/ 234 h 447"/>
              <a:gd name="T92" fmla="*/ 375 w 540"/>
              <a:gd name="T93" fmla="*/ 282 h 447"/>
              <a:gd name="T94" fmla="*/ 372 w 540"/>
              <a:gd name="T95" fmla="*/ 298 h 447"/>
              <a:gd name="T96" fmla="*/ 370 w 540"/>
              <a:gd name="T97" fmla="*/ 304 h 447"/>
              <a:gd name="T98" fmla="*/ 375 w 540"/>
              <a:gd name="T99" fmla="*/ 295 h 447"/>
              <a:gd name="T100" fmla="*/ 390 w 540"/>
              <a:gd name="T101" fmla="*/ 274 h 447"/>
              <a:gd name="T102" fmla="*/ 443 w 540"/>
              <a:gd name="T103" fmla="*/ 211 h 447"/>
              <a:gd name="T104" fmla="*/ 508 w 540"/>
              <a:gd name="T105" fmla="*/ 152 h 447"/>
              <a:gd name="T106" fmla="*/ 531 w 540"/>
              <a:gd name="T107" fmla="*/ 134 h 447"/>
              <a:gd name="T108" fmla="*/ 540 w 540"/>
              <a:gd name="T109" fmla="*/ 127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40" h="447">
                <a:moveTo>
                  <a:pt x="540" y="127"/>
                </a:moveTo>
                <a:cubicBezTo>
                  <a:pt x="540" y="127"/>
                  <a:pt x="537" y="125"/>
                  <a:pt x="531" y="120"/>
                </a:cubicBezTo>
                <a:cubicBezTo>
                  <a:pt x="525" y="116"/>
                  <a:pt x="516" y="110"/>
                  <a:pt x="506" y="103"/>
                </a:cubicBezTo>
                <a:cubicBezTo>
                  <a:pt x="485" y="89"/>
                  <a:pt x="456" y="71"/>
                  <a:pt x="425" y="55"/>
                </a:cubicBezTo>
                <a:cubicBezTo>
                  <a:pt x="394" y="38"/>
                  <a:pt x="361" y="24"/>
                  <a:pt x="335" y="14"/>
                </a:cubicBezTo>
                <a:cubicBezTo>
                  <a:pt x="321" y="10"/>
                  <a:pt x="310" y="6"/>
                  <a:pt x="302" y="4"/>
                </a:cubicBezTo>
                <a:cubicBezTo>
                  <a:pt x="294" y="1"/>
                  <a:pt x="289" y="0"/>
                  <a:pt x="289" y="0"/>
                </a:cubicBezTo>
                <a:cubicBezTo>
                  <a:pt x="289" y="0"/>
                  <a:pt x="292" y="2"/>
                  <a:pt x="295" y="4"/>
                </a:cubicBezTo>
                <a:cubicBezTo>
                  <a:pt x="299" y="7"/>
                  <a:pt x="304" y="10"/>
                  <a:pt x="310" y="15"/>
                </a:cubicBezTo>
                <a:cubicBezTo>
                  <a:pt x="323" y="25"/>
                  <a:pt x="339" y="37"/>
                  <a:pt x="354" y="50"/>
                </a:cubicBezTo>
                <a:cubicBezTo>
                  <a:pt x="361" y="57"/>
                  <a:pt x="369" y="64"/>
                  <a:pt x="375" y="70"/>
                </a:cubicBezTo>
                <a:cubicBezTo>
                  <a:pt x="382" y="76"/>
                  <a:pt x="388" y="82"/>
                  <a:pt x="393" y="88"/>
                </a:cubicBezTo>
                <a:cubicBezTo>
                  <a:pt x="399" y="93"/>
                  <a:pt x="403" y="97"/>
                  <a:pt x="406" y="100"/>
                </a:cubicBezTo>
                <a:cubicBezTo>
                  <a:pt x="409" y="103"/>
                  <a:pt x="410" y="105"/>
                  <a:pt x="410" y="105"/>
                </a:cubicBezTo>
                <a:cubicBezTo>
                  <a:pt x="410" y="105"/>
                  <a:pt x="408" y="105"/>
                  <a:pt x="404" y="106"/>
                </a:cubicBezTo>
                <a:cubicBezTo>
                  <a:pt x="400" y="107"/>
                  <a:pt x="394" y="108"/>
                  <a:pt x="386" y="110"/>
                </a:cubicBezTo>
                <a:cubicBezTo>
                  <a:pt x="379" y="112"/>
                  <a:pt x="370" y="114"/>
                  <a:pt x="359" y="117"/>
                </a:cubicBezTo>
                <a:cubicBezTo>
                  <a:pt x="349" y="120"/>
                  <a:pt x="337" y="123"/>
                  <a:pt x="324" y="127"/>
                </a:cubicBezTo>
                <a:cubicBezTo>
                  <a:pt x="299" y="135"/>
                  <a:pt x="269" y="146"/>
                  <a:pt x="240" y="162"/>
                </a:cubicBezTo>
                <a:cubicBezTo>
                  <a:pt x="225" y="169"/>
                  <a:pt x="210" y="178"/>
                  <a:pt x="195" y="187"/>
                </a:cubicBezTo>
                <a:cubicBezTo>
                  <a:pt x="188" y="192"/>
                  <a:pt x="180" y="197"/>
                  <a:pt x="173" y="202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52" y="218"/>
                  <a:pt x="152" y="218"/>
                  <a:pt x="152" y="218"/>
                </a:cubicBezTo>
                <a:cubicBezTo>
                  <a:pt x="125" y="241"/>
                  <a:pt x="100" y="267"/>
                  <a:pt x="80" y="292"/>
                </a:cubicBezTo>
                <a:cubicBezTo>
                  <a:pt x="61" y="319"/>
                  <a:pt x="45" y="345"/>
                  <a:pt x="33" y="368"/>
                </a:cubicBezTo>
                <a:cubicBezTo>
                  <a:pt x="21" y="391"/>
                  <a:pt x="13" y="411"/>
                  <a:pt x="8" y="425"/>
                </a:cubicBezTo>
                <a:cubicBezTo>
                  <a:pt x="5" y="432"/>
                  <a:pt x="3" y="437"/>
                  <a:pt x="2" y="441"/>
                </a:cubicBezTo>
                <a:cubicBezTo>
                  <a:pt x="1" y="445"/>
                  <a:pt x="0" y="447"/>
                  <a:pt x="0" y="447"/>
                </a:cubicBezTo>
                <a:cubicBezTo>
                  <a:pt x="0" y="447"/>
                  <a:pt x="1" y="445"/>
                  <a:pt x="3" y="441"/>
                </a:cubicBezTo>
                <a:cubicBezTo>
                  <a:pt x="4" y="438"/>
                  <a:pt x="7" y="433"/>
                  <a:pt x="10" y="426"/>
                </a:cubicBezTo>
                <a:cubicBezTo>
                  <a:pt x="17" y="413"/>
                  <a:pt x="27" y="394"/>
                  <a:pt x="41" y="373"/>
                </a:cubicBezTo>
                <a:cubicBezTo>
                  <a:pt x="55" y="351"/>
                  <a:pt x="73" y="328"/>
                  <a:pt x="95" y="305"/>
                </a:cubicBezTo>
                <a:cubicBezTo>
                  <a:pt x="117" y="282"/>
                  <a:pt x="142" y="261"/>
                  <a:pt x="170" y="243"/>
                </a:cubicBezTo>
                <a:cubicBezTo>
                  <a:pt x="180" y="236"/>
                  <a:pt x="180" y="236"/>
                  <a:pt x="180" y="236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198" y="226"/>
                  <a:pt x="206" y="222"/>
                  <a:pt x="213" y="218"/>
                </a:cubicBezTo>
                <a:cubicBezTo>
                  <a:pt x="227" y="211"/>
                  <a:pt x="242" y="205"/>
                  <a:pt x="256" y="199"/>
                </a:cubicBezTo>
                <a:cubicBezTo>
                  <a:pt x="285" y="188"/>
                  <a:pt x="313" y="181"/>
                  <a:pt x="337" y="176"/>
                </a:cubicBezTo>
                <a:cubicBezTo>
                  <a:pt x="349" y="174"/>
                  <a:pt x="360" y="172"/>
                  <a:pt x="370" y="170"/>
                </a:cubicBezTo>
                <a:cubicBezTo>
                  <a:pt x="380" y="169"/>
                  <a:pt x="389" y="168"/>
                  <a:pt x="396" y="167"/>
                </a:cubicBezTo>
                <a:cubicBezTo>
                  <a:pt x="403" y="166"/>
                  <a:pt x="409" y="166"/>
                  <a:pt x="413" y="165"/>
                </a:cubicBezTo>
                <a:cubicBezTo>
                  <a:pt x="416" y="165"/>
                  <a:pt x="418" y="165"/>
                  <a:pt x="418" y="165"/>
                </a:cubicBezTo>
                <a:cubicBezTo>
                  <a:pt x="418" y="165"/>
                  <a:pt x="417" y="167"/>
                  <a:pt x="416" y="171"/>
                </a:cubicBezTo>
                <a:cubicBezTo>
                  <a:pt x="414" y="175"/>
                  <a:pt x="412" y="180"/>
                  <a:pt x="409" y="187"/>
                </a:cubicBezTo>
                <a:cubicBezTo>
                  <a:pt x="406" y="193"/>
                  <a:pt x="403" y="201"/>
                  <a:pt x="399" y="209"/>
                </a:cubicBezTo>
                <a:cubicBezTo>
                  <a:pt x="396" y="217"/>
                  <a:pt x="393" y="225"/>
                  <a:pt x="390" y="234"/>
                </a:cubicBezTo>
                <a:cubicBezTo>
                  <a:pt x="384" y="251"/>
                  <a:pt x="379" y="269"/>
                  <a:pt x="375" y="282"/>
                </a:cubicBezTo>
                <a:cubicBezTo>
                  <a:pt x="374" y="288"/>
                  <a:pt x="372" y="294"/>
                  <a:pt x="372" y="298"/>
                </a:cubicBezTo>
                <a:cubicBezTo>
                  <a:pt x="371" y="301"/>
                  <a:pt x="370" y="304"/>
                  <a:pt x="370" y="304"/>
                </a:cubicBezTo>
                <a:cubicBezTo>
                  <a:pt x="370" y="304"/>
                  <a:pt x="372" y="301"/>
                  <a:pt x="375" y="295"/>
                </a:cubicBezTo>
                <a:cubicBezTo>
                  <a:pt x="378" y="290"/>
                  <a:pt x="383" y="283"/>
                  <a:pt x="390" y="274"/>
                </a:cubicBezTo>
                <a:cubicBezTo>
                  <a:pt x="402" y="256"/>
                  <a:pt x="421" y="233"/>
                  <a:pt x="443" y="211"/>
                </a:cubicBezTo>
                <a:cubicBezTo>
                  <a:pt x="464" y="189"/>
                  <a:pt x="489" y="167"/>
                  <a:pt x="508" y="152"/>
                </a:cubicBezTo>
                <a:cubicBezTo>
                  <a:pt x="517" y="144"/>
                  <a:pt x="525" y="138"/>
                  <a:pt x="531" y="134"/>
                </a:cubicBezTo>
                <a:cubicBezTo>
                  <a:pt x="537" y="129"/>
                  <a:pt x="540" y="127"/>
                  <a:pt x="540" y="12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id-ID" sz="1350">
              <a:cs typeface="+mn-ea"/>
              <a:sym typeface="+mn-lt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AFF34C29-5E2B-4E2A-9A3B-070A4B188557}"/>
              </a:ext>
            </a:extLst>
          </p:cNvPr>
          <p:cNvSpPr/>
          <p:nvPr/>
        </p:nvSpPr>
        <p:spPr bwMode="auto">
          <a:xfrm>
            <a:off x="6430309" y="3878260"/>
            <a:ext cx="510072" cy="509356"/>
          </a:xfrm>
          <a:custGeom>
            <a:avLst/>
            <a:gdLst>
              <a:gd name="connsiteX0" fmla="*/ 283444 w 606933"/>
              <a:gd name="connsiteY0" fmla="*/ 426569 h 606087"/>
              <a:gd name="connsiteX1" fmla="*/ 283444 w 606933"/>
              <a:gd name="connsiteY1" fmla="*/ 512781 h 606087"/>
              <a:gd name="connsiteX2" fmla="*/ 323459 w 606933"/>
              <a:gd name="connsiteY2" fmla="*/ 512781 h 606087"/>
              <a:gd name="connsiteX3" fmla="*/ 323459 w 606933"/>
              <a:gd name="connsiteY3" fmla="*/ 426569 h 606087"/>
              <a:gd name="connsiteX4" fmla="*/ 499111 w 606933"/>
              <a:gd name="connsiteY4" fmla="*/ 426559 h 606087"/>
              <a:gd name="connsiteX5" fmla="*/ 499111 w 606933"/>
              <a:gd name="connsiteY5" fmla="*/ 512777 h 606087"/>
              <a:gd name="connsiteX6" fmla="*/ 539119 w 606933"/>
              <a:gd name="connsiteY6" fmla="*/ 512777 h 606087"/>
              <a:gd name="connsiteX7" fmla="*/ 539119 w 606933"/>
              <a:gd name="connsiteY7" fmla="*/ 426559 h 606087"/>
              <a:gd name="connsiteX8" fmla="*/ 67841 w 606933"/>
              <a:gd name="connsiteY8" fmla="*/ 426559 h 606087"/>
              <a:gd name="connsiteX9" fmla="*/ 67841 w 606933"/>
              <a:gd name="connsiteY9" fmla="*/ 512777 h 606087"/>
              <a:gd name="connsiteX10" fmla="*/ 107866 w 606933"/>
              <a:gd name="connsiteY10" fmla="*/ 512777 h 606087"/>
              <a:gd name="connsiteX11" fmla="*/ 107866 w 606933"/>
              <a:gd name="connsiteY11" fmla="*/ 426559 h 606087"/>
              <a:gd name="connsiteX12" fmla="*/ 283444 w 606933"/>
              <a:gd name="connsiteY12" fmla="*/ 286410 h 606087"/>
              <a:gd name="connsiteX13" fmla="*/ 283444 w 606933"/>
              <a:gd name="connsiteY13" fmla="*/ 372623 h 606087"/>
              <a:gd name="connsiteX14" fmla="*/ 323459 w 606933"/>
              <a:gd name="connsiteY14" fmla="*/ 372623 h 606087"/>
              <a:gd name="connsiteX15" fmla="*/ 323459 w 606933"/>
              <a:gd name="connsiteY15" fmla="*/ 286410 h 606087"/>
              <a:gd name="connsiteX16" fmla="*/ 499111 w 606933"/>
              <a:gd name="connsiteY16" fmla="*/ 286394 h 606087"/>
              <a:gd name="connsiteX17" fmla="*/ 499111 w 606933"/>
              <a:gd name="connsiteY17" fmla="*/ 372611 h 606087"/>
              <a:gd name="connsiteX18" fmla="*/ 539119 w 606933"/>
              <a:gd name="connsiteY18" fmla="*/ 372611 h 606087"/>
              <a:gd name="connsiteX19" fmla="*/ 539119 w 606933"/>
              <a:gd name="connsiteY19" fmla="*/ 286394 h 606087"/>
              <a:gd name="connsiteX20" fmla="*/ 67841 w 606933"/>
              <a:gd name="connsiteY20" fmla="*/ 286394 h 606087"/>
              <a:gd name="connsiteX21" fmla="*/ 67841 w 606933"/>
              <a:gd name="connsiteY21" fmla="*/ 372611 h 606087"/>
              <a:gd name="connsiteX22" fmla="*/ 107866 w 606933"/>
              <a:gd name="connsiteY22" fmla="*/ 372611 h 606087"/>
              <a:gd name="connsiteX23" fmla="*/ 107866 w 606933"/>
              <a:gd name="connsiteY23" fmla="*/ 286394 h 606087"/>
              <a:gd name="connsiteX24" fmla="*/ 283444 w 606933"/>
              <a:gd name="connsiteY24" fmla="*/ 146252 h 606087"/>
              <a:gd name="connsiteX25" fmla="*/ 283444 w 606933"/>
              <a:gd name="connsiteY25" fmla="*/ 232465 h 606087"/>
              <a:gd name="connsiteX26" fmla="*/ 323459 w 606933"/>
              <a:gd name="connsiteY26" fmla="*/ 232465 h 606087"/>
              <a:gd name="connsiteX27" fmla="*/ 323459 w 606933"/>
              <a:gd name="connsiteY27" fmla="*/ 146252 h 606087"/>
              <a:gd name="connsiteX28" fmla="*/ 519115 w 606933"/>
              <a:gd name="connsiteY28" fmla="*/ 145929 h 606087"/>
              <a:gd name="connsiteX29" fmla="*/ 606933 w 606933"/>
              <a:gd name="connsiteY29" fmla="*/ 232446 h 606087"/>
              <a:gd name="connsiteX30" fmla="*/ 606933 w 606933"/>
              <a:gd name="connsiteY30" fmla="*/ 606087 h 606087"/>
              <a:gd name="connsiteX31" fmla="*/ 431296 w 606933"/>
              <a:gd name="connsiteY31" fmla="*/ 606087 h 606087"/>
              <a:gd name="connsiteX32" fmla="*/ 431296 w 606933"/>
              <a:gd name="connsiteY32" fmla="*/ 232446 h 606087"/>
              <a:gd name="connsiteX33" fmla="*/ 87854 w 606933"/>
              <a:gd name="connsiteY33" fmla="*/ 145929 h 606087"/>
              <a:gd name="connsiteX34" fmla="*/ 175708 w 606933"/>
              <a:gd name="connsiteY34" fmla="*/ 232446 h 606087"/>
              <a:gd name="connsiteX35" fmla="*/ 175708 w 606933"/>
              <a:gd name="connsiteY35" fmla="*/ 606087 h 606087"/>
              <a:gd name="connsiteX36" fmla="*/ 0 w 606933"/>
              <a:gd name="connsiteY36" fmla="*/ 606087 h 606087"/>
              <a:gd name="connsiteX37" fmla="*/ 0 w 606933"/>
              <a:gd name="connsiteY37" fmla="*/ 232446 h 606087"/>
              <a:gd name="connsiteX38" fmla="*/ 306953 w 606933"/>
              <a:gd name="connsiteY38" fmla="*/ 0 h 606087"/>
              <a:gd name="connsiteX39" fmla="*/ 359973 w 606933"/>
              <a:gd name="connsiteY39" fmla="*/ 53046 h 606087"/>
              <a:gd name="connsiteX40" fmla="*/ 391285 w 606933"/>
              <a:gd name="connsiteY40" fmla="*/ 53046 h 606087"/>
              <a:gd name="connsiteX41" fmla="*/ 391285 w 606933"/>
              <a:gd name="connsiteY41" fmla="*/ 606087 h 606087"/>
              <a:gd name="connsiteX42" fmla="*/ 215718 w 606933"/>
              <a:gd name="connsiteY42" fmla="*/ 606087 h 606087"/>
              <a:gd name="connsiteX43" fmla="*/ 215718 w 606933"/>
              <a:gd name="connsiteY43" fmla="*/ 53046 h 606087"/>
              <a:gd name="connsiteX44" fmla="*/ 253832 w 606933"/>
              <a:gd name="connsiteY44" fmla="*/ 53046 h 606087"/>
              <a:gd name="connsiteX45" fmla="*/ 306953 w 606933"/>
              <a:gd name="connsiteY45" fmla="*/ 0 h 606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06933" h="606087">
                <a:moveTo>
                  <a:pt x="283444" y="426569"/>
                </a:moveTo>
                <a:lnTo>
                  <a:pt x="283444" y="512781"/>
                </a:lnTo>
                <a:lnTo>
                  <a:pt x="323459" y="512781"/>
                </a:lnTo>
                <a:lnTo>
                  <a:pt x="323459" y="426569"/>
                </a:lnTo>
                <a:close/>
                <a:moveTo>
                  <a:pt x="499111" y="426559"/>
                </a:moveTo>
                <a:lnTo>
                  <a:pt x="499111" y="512777"/>
                </a:lnTo>
                <a:lnTo>
                  <a:pt x="539119" y="512777"/>
                </a:lnTo>
                <a:lnTo>
                  <a:pt x="539119" y="426559"/>
                </a:lnTo>
                <a:close/>
                <a:moveTo>
                  <a:pt x="67841" y="426559"/>
                </a:moveTo>
                <a:lnTo>
                  <a:pt x="67841" y="512777"/>
                </a:lnTo>
                <a:lnTo>
                  <a:pt x="107866" y="512777"/>
                </a:lnTo>
                <a:lnTo>
                  <a:pt x="107866" y="426559"/>
                </a:lnTo>
                <a:close/>
                <a:moveTo>
                  <a:pt x="283444" y="286410"/>
                </a:moveTo>
                <a:lnTo>
                  <a:pt x="283444" y="372623"/>
                </a:lnTo>
                <a:lnTo>
                  <a:pt x="323459" y="372623"/>
                </a:lnTo>
                <a:lnTo>
                  <a:pt x="323459" y="286410"/>
                </a:lnTo>
                <a:close/>
                <a:moveTo>
                  <a:pt x="499111" y="286394"/>
                </a:moveTo>
                <a:lnTo>
                  <a:pt x="499111" y="372611"/>
                </a:lnTo>
                <a:lnTo>
                  <a:pt x="539119" y="372611"/>
                </a:lnTo>
                <a:lnTo>
                  <a:pt x="539119" y="286394"/>
                </a:lnTo>
                <a:close/>
                <a:moveTo>
                  <a:pt x="67841" y="286394"/>
                </a:moveTo>
                <a:lnTo>
                  <a:pt x="67841" y="372611"/>
                </a:lnTo>
                <a:lnTo>
                  <a:pt x="107866" y="372611"/>
                </a:lnTo>
                <a:lnTo>
                  <a:pt x="107866" y="286394"/>
                </a:lnTo>
                <a:close/>
                <a:moveTo>
                  <a:pt x="283444" y="146252"/>
                </a:moveTo>
                <a:lnTo>
                  <a:pt x="283444" y="232465"/>
                </a:lnTo>
                <a:lnTo>
                  <a:pt x="323459" y="232465"/>
                </a:lnTo>
                <a:lnTo>
                  <a:pt x="323459" y="146252"/>
                </a:lnTo>
                <a:close/>
                <a:moveTo>
                  <a:pt x="519115" y="145929"/>
                </a:moveTo>
                <a:lnTo>
                  <a:pt x="606933" y="232446"/>
                </a:lnTo>
                <a:lnTo>
                  <a:pt x="606933" y="606087"/>
                </a:lnTo>
                <a:lnTo>
                  <a:pt x="431296" y="606087"/>
                </a:lnTo>
                <a:lnTo>
                  <a:pt x="431296" y="232446"/>
                </a:lnTo>
                <a:close/>
                <a:moveTo>
                  <a:pt x="87854" y="145929"/>
                </a:moveTo>
                <a:lnTo>
                  <a:pt x="175708" y="232446"/>
                </a:lnTo>
                <a:lnTo>
                  <a:pt x="175708" y="606087"/>
                </a:lnTo>
                <a:lnTo>
                  <a:pt x="0" y="606087"/>
                </a:lnTo>
                <a:lnTo>
                  <a:pt x="0" y="232446"/>
                </a:lnTo>
                <a:close/>
                <a:moveTo>
                  <a:pt x="306953" y="0"/>
                </a:moveTo>
                <a:cubicBezTo>
                  <a:pt x="336264" y="0"/>
                  <a:pt x="359973" y="23776"/>
                  <a:pt x="359973" y="53046"/>
                </a:cubicBezTo>
                <a:lnTo>
                  <a:pt x="391285" y="53046"/>
                </a:lnTo>
                <a:lnTo>
                  <a:pt x="391285" y="606087"/>
                </a:lnTo>
                <a:lnTo>
                  <a:pt x="215718" y="606087"/>
                </a:lnTo>
                <a:lnTo>
                  <a:pt x="215718" y="53046"/>
                </a:lnTo>
                <a:lnTo>
                  <a:pt x="253832" y="53046"/>
                </a:lnTo>
                <a:cubicBezTo>
                  <a:pt x="253832" y="23776"/>
                  <a:pt x="277641" y="0"/>
                  <a:pt x="30695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id-ID" sz="1350" dirty="0">
              <a:cs typeface="+mn-ea"/>
              <a:sym typeface="+mn-lt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E7E7EA32-BBCA-42A8-B9A4-068E2244DD51}"/>
              </a:ext>
            </a:extLst>
          </p:cNvPr>
          <p:cNvSpPr/>
          <p:nvPr/>
        </p:nvSpPr>
        <p:spPr bwMode="auto">
          <a:xfrm>
            <a:off x="5159147" y="3338219"/>
            <a:ext cx="377988" cy="377243"/>
          </a:xfrm>
          <a:custGeom>
            <a:avLst/>
            <a:gdLst>
              <a:gd name="connsiteX0" fmla="*/ 373364 w 608838"/>
              <a:gd name="connsiteY0" fmla="*/ 414474 h 607639"/>
              <a:gd name="connsiteX1" fmla="*/ 373364 w 608838"/>
              <a:gd name="connsiteY1" fmla="*/ 461833 h 607639"/>
              <a:gd name="connsiteX2" fmla="*/ 399854 w 608838"/>
              <a:gd name="connsiteY2" fmla="*/ 447365 h 607639"/>
              <a:gd name="connsiteX3" fmla="*/ 235475 w 608838"/>
              <a:gd name="connsiteY3" fmla="*/ 414474 h 607639"/>
              <a:gd name="connsiteX4" fmla="*/ 208984 w 608838"/>
              <a:gd name="connsiteY4" fmla="*/ 447365 h 607639"/>
              <a:gd name="connsiteX5" fmla="*/ 235475 w 608838"/>
              <a:gd name="connsiteY5" fmla="*/ 461833 h 607639"/>
              <a:gd name="connsiteX6" fmla="*/ 304419 w 608838"/>
              <a:gd name="connsiteY6" fmla="*/ 174508 h 607639"/>
              <a:gd name="connsiteX7" fmla="*/ 371668 w 608838"/>
              <a:gd name="connsiteY7" fmla="*/ 241687 h 607639"/>
              <a:gd name="connsiteX8" fmla="*/ 304419 w 608838"/>
              <a:gd name="connsiteY8" fmla="*/ 308866 h 607639"/>
              <a:gd name="connsiteX9" fmla="*/ 237170 w 608838"/>
              <a:gd name="connsiteY9" fmla="*/ 241687 h 607639"/>
              <a:gd name="connsiteX10" fmla="*/ 304419 w 608838"/>
              <a:gd name="connsiteY10" fmla="*/ 174508 h 607639"/>
              <a:gd name="connsiteX11" fmla="*/ 304419 w 608838"/>
              <a:gd name="connsiteY11" fmla="*/ 131452 h 607639"/>
              <a:gd name="connsiteX12" fmla="*/ 131776 w 608838"/>
              <a:gd name="connsiteY12" fmla="*/ 303820 h 607639"/>
              <a:gd name="connsiteX13" fmla="*/ 168568 w 608838"/>
              <a:gd name="connsiteY13" fmla="*/ 410179 h 607639"/>
              <a:gd name="connsiteX14" fmla="*/ 231626 w 608838"/>
              <a:gd name="connsiteY14" fmla="*/ 329251 h 607639"/>
              <a:gd name="connsiteX15" fmla="*/ 254720 w 608838"/>
              <a:gd name="connsiteY15" fmla="*/ 317157 h 607639"/>
              <a:gd name="connsiteX16" fmla="*/ 354005 w 608838"/>
              <a:gd name="connsiteY16" fmla="*/ 317157 h 607639"/>
              <a:gd name="connsiteX17" fmla="*/ 377326 w 608838"/>
              <a:gd name="connsiteY17" fmla="*/ 329364 h 607639"/>
              <a:gd name="connsiteX18" fmla="*/ 440157 w 608838"/>
              <a:gd name="connsiteY18" fmla="*/ 410179 h 607639"/>
              <a:gd name="connsiteX19" fmla="*/ 477063 w 608838"/>
              <a:gd name="connsiteY19" fmla="*/ 303820 h 607639"/>
              <a:gd name="connsiteX20" fmla="*/ 304419 w 608838"/>
              <a:gd name="connsiteY20" fmla="*/ 131452 h 607639"/>
              <a:gd name="connsiteX21" fmla="*/ 273400 w 608838"/>
              <a:gd name="connsiteY21" fmla="*/ 0 h 607639"/>
              <a:gd name="connsiteX22" fmla="*/ 338042 w 608838"/>
              <a:gd name="connsiteY22" fmla="*/ 0 h 607639"/>
              <a:gd name="connsiteX23" fmla="*/ 370420 w 608838"/>
              <a:gd name="connsiteY23" fmla="*/ 28709 h 607639"/>
              <a:gd name="connsiteX24" fmla="*/ 374269 w 608838"/>
              <a:gd name="connsiteY24" fmla="*/ 62392 h 607639"/>
              <a:gd name="connsiteX25" fmla="*/ 428610 w 608838"/>
              <a:gd name="connsiteY25" fmla="*/ 85110 h 607639"/>
              <a:gd name="connsiteX26" fmla="*/ 454534 w 608838"/>
              <a:gd name="connsiteY26" fmla="*/ 64539 h 607639"/>
              <a:gd name="connsiteX27" fmla="*/ 474799 w 608838"/>
              <a:gd name="connsiteY27" fmla="*/ 57531 h 607639"/>
              <a:gd name="connsiteX28" fmla="*/ 497780 w 608838"/>
              <a:gd name="connsiteY28" fmla="*/ 67026 h 607639"/>
              <a:gd name="connsiteX29" fmla="*/ 543403 w 608838"/>
              <a:gd name="connsiteY29" fmla="*/ 112576 h 607639"/>
              <a:gd name="connsiteX30" fmla="*/ 545894 w 608838"/>
              <a:gd name="connsiteY30" fmla="*/ 155753 h 607639"/>
              <a:gd name="connsiteX31" fmla="*/ 524611 w 608838"/>
              <a:gd name="connsiteY31" fmla="*/ 182540 h 607639"/>
              <a:gd name="connsiteX32" fmla="*/ 545441 w 608838"/>
              <a:gd name="connsiteY32" fmla="*/ 233742 h 607639"/>
              <a:gd name="connsiteX33" fmla="*/ 579970 w 608838"/>
              <a:gd name="connsiteY33" fmla="*/ 237811 h 607639"/>
              <a:gd name="connsiteX34" fmla="*/ 608838 w 608838"/>
              <a:gd name="connsiteY34" fmla="*/ 270024 h 607639"/>
              <a:gd name="connsiteX35" fmla="*/ 608838 w 608838"/>
              <a:gd name="connsiteY35" fmla="*/ 334676 h 607639"/>
              <a:gd name="connsiteX36" fmla="*/ 579970 w 608838"/>
              <a:gd name="connsiteY36" fmla="*/ 366889 h 607639"/>
              <a:gd name="connsiteX37" fmla="*/ 544875 w 608838"/>
              <a:gd name="connsiteY37" fmla="*/ 370958 h 607639"/>
              <a:gd name="connsiteX38" fmla="*/ 523139 w 608838"/>
              <a:gd name="connsiteY38" fmla="*/ 422838 h 607639"/>
              <a:gd name="connsiteX39" fmla="*/ 546007 w 608838"/>
              <a:gd name="connsiteY39" fmla="*/ 451773 h 607639"/>
              <a:gd name="connsiteX40" fmla="*/ 543517 w 608838"/>
              <a:gd name="connsiteY40" fmla="*/ 494950 h 607639"/>
              <a:gd name="connsiteX41" fmla="*/ 497780 w 608838"/>
              <a:gd name="connsiteY41" fmla="*/ 540613 h 607639"/>
              <a:gd name="connsiteX42" fmla="*/ 474799 w 608838"/>
              <a:gd name="connsiteY42" fmla="*/ 550108 h 607639"/>
              <a:gd name="connsiteX43" fmla="*/ 454534 w 608838"/>
              <a:gd name="connsiteY43" fmla="*/ 543100 h 607639"/>
              <a:gd name="connsiteX44" fmla="*/ 425100 w 608838"/>
              <a:gd name="connsiteY44" fmla="*/ 519816 h 607639"/>
              <a:gd name="connsiteX45" fmla="*/ 372118 w 608838"/>
              <a:gd name="connsiteY45" fmla="*/ 541178 h 607639"/>
              <a:gd name="connsiteX46" fmla="*/ 367816 w 608838"/>
              <a:gd name="connsiteY46" fmla="*/ 578930 h 607639"/>
              <a:gd name="connsiteX47" fmla="*/ 335439 w 608838"/>
              <a:gd name="connsiteY47" fmla="*/ 607639 h 607639"/>
              <a:gd name="connsiteX48" fmla="*/ 270796 w 608838"/>
              <a:gd name="connsiteY48" fmla="*/ 607639 h 607639"/>
              <a:gd name="connsiteX49" fmla="*/ 238418 w 608838"/>
              <a:gd name="connsiteY49" fmla="*/ 578930 h 607639"/>
              <a:gd name="connsiteX50" fmla="*/ 233890 w 608838"/>
              <a:gd name="connsiteY50" fmla="*/ 539596 h 607639"/>
              <a:gd name="connsiteX51" fmla="*/ 184871 w 608838"/>
              <a:gd name="connsiteY51" fmla="*/ 518799 h 607639"/>
              <a:gd name="connsiteX52" fmla="*/ 154304 w 608838"/>
              <a:gd name="connsiteY52" fmla="*/ 542987 h 607639"/>
              <a:gd name="connsiteX53" fmla="*/ 134040 w 608838"/>
              <a:gd name="connsiteY53" fmla="*/ 549995 h 607639"/>
              <a:gd name="connsiteX54" fmla="*/ 111058 w 608838"/>
              <a:gd name="connsiteY54" fmla="*/ 540500 h 607639"/>
              <a:gd name="connsiteX55" fmla="*/ 65322 w 608838"/>
              <a:gd name="connsiteY55" fmla="*/ 494837 h 607639"/>
              <a:gd name="connsiteX56" fmla="*/ 62831 w 608838"/>
              <a:gd name="connsiteY56" fmla="*/ 451660 h 607639"/>
              <a:gd name="connsiteX57" fmla="*/ 87284 w 608838"/>
              <a:gd name="connsiteY57" fmla="*/ 420917 h 607639"/>
              <a:gd name="connsiteX58" fmla="*/ 67473 w 608838"/>
              <a:gd name="connsiteY58" fmla="*/ 374123 h 607639"/>
              <a:gd name="connsiteX59" fmla="*/ 28869 w 608838"/>
              <a:gd name="connsiteY59" fmla="*/ 369602 h 607639"/>
              <a:gd name="connsiteX60" fmla="*/ 0 w 608838"/>
              <a:gd name="connsiteY60" fmla="*/ 337389 h 607639"/>
              <a:gd name="connsiteX61" fmla="*/ 0 w 608838"/>
              <a:gd name="connsiteY61" fmla="*/ 272737 h 607639"/>
              <a:gd name="connsiteX62" fmla="*/ 28869 w 608838"/>
              <a:gd name="connsiteY62" fmla="*/ 240524 h 607639"/>
              <a:gd name="connsiteX63" fmla="*/ 65209 w 608838"/>
              <a:gd name="connsiteY63" fmla="*/ 236342 h 607639"/>
              <a:gd name="connsiteX64" fmla="*/ 85699 w 608838"/>
              <a:gd name="connsiteY64" fmla="*/ 184575 h 607639"/>
              <a:gd name="connsiteX65" fmla="*/ 62831 w 608838"/>
              <a:gd name="connsiteY65" fmla="*/ 155866 h 607639"/>
              <a:gd name="connsiteX66" fmla="*/ 65322 w 608838"/>
              <a:gd name="connsiteY66" fmla="*/ 112576 h 607639"/>
              <a:gd name="connsiteX67" fmla="*/ 111058 w 608838"/>
              <a:gd name="connsiteY67" fmla="*/ 67026 h 607639"/>
              <a:gd name="connsiteX68" fmla="*/ 134040 w 608838"/>
              <a:gd name="connsiteY68" fmla="*/ 57531 h 607639"/>
              <a:gd name="connsiteX69" fmla="*/ 154304 w 608838"/>
              <a:gd name="connsiteY69" fmla="*/ 64539 h 607639"/>
              <a:gd name="connsiteX70" fmla="*/ 181361 w 608838"/>
              <a:gd name="connsiteY70" fmla="*/ 85901 h 607639"/>
              <a:gd name="connsiteX71" fmla="*/ 237173 w 608838"/>
              <a:gd name="connsiteY71" fmla="*/ 62392 h 607639"/>
              <a:gd name="connsiteX72" fmla="*/ 241022 w 608838"/>
              <a:gd name="connsiteY72" fmla="*/ 28709 h 607639"/>
              <a:gd name="connsiteX73" fmla="*/ 273400 w 608838"/>
              <a:gd name="connsiteY73" fmla="*/ 0 h 607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608838" h="607639">
                <a:moveTo>
                  <a:pt x="373364" y="414474"/>
                </a:moveTo>
                <a:lnTo>
                  <a:pt x="373364" y="461833"/>
                </a:lnTo>
                <a:cubicBezTo>
                  <a:pt x="382647" y="457764"/>
                  <a:pt x="391477" y="452904"/>
                  <a:pt x="399854" y="447365"/>
                </a:cubicBezTo>
                <a:close/>
                <a:moveTo>
                  <a:pt x="235475" y="414474"/>
                </a:moveTo>
                <a:lnTo>
                  <a:pt x="208984" y="447365"/>
                </a:lnTo>
                <a:cubicBezTo>
                  <a:pt x="217362" y="452904"/>
                  <a:pt x="226192" y="457764"/>
                  <a:pt x="235475" y="461833"/>
                </a:cubicBezTo>
                <a:close/>
                <a:moveTo>
                  <a:pt x="304419" y="174508"/>
                </a:moveTo>
                <a:cubicBezTo>
                  <a:pt x="341560" y="174508"/>
                  <a:pt x="371668" y="204585"/>
                  <a:pt x="371668" y="241687"/>
                </a:cubicBezTo>
                <a:cubicBezTo>
                  <a:pt x="371668" y="278789"/>
                  <a:pt x="341560" y="308866"/>
                  <a:pt x="304419" y="308866"/>
                </a:cubicBezTo>
                <a:cubicBezTo>
                  <a:pt x="267278" y="308866"/>
                  <a:pt x="237170" y="278789"/>
                  <a:pt x="237170" y="241687"/>
                </a:cubicBezTo>
                <a:cubicBezTo>
                  <a:pt x="237170" y="204585"/>
                  <a:pt x="267278" y="174508"/>
                  <a:pt x="304419" y="174508"/>
                </a:cubicBezTo>
                <a:close/>
                <a:moveTo>
                  <a:pt x="304419" y="131452"/>
                </a:moveTo>
                <a:cubicBezTo>
                  <a:pt x="209210" y="131452"/>
                  <a:pt x="131776" y="208763"/>
                  <a:pt x="131776" y="303820"/>
                </a:cubicBezTo>
                <a:cubicBezTo>
                  <a:pt x="131776" y="343944"/>
                  <a:pt x="145587" y="380792"/>
                  <a:pt x="168568" y="410179"/>
                </a:cubicBezTo>
                <a:lnTo>
                  <a:pt x="231626" y="329251"/>
                </a:lnTo>
                <a:cubicBezTo>
                  <a:pt x="236720" y="321678"/>
                  <a:pt x="245437" y="317157"/>
                  <a:pt x="254720" y="317157"/>
                </a:cubicBezTo>
                <a:lnTo>
                  <a:pt x="354005" y="317157"/>
                </a:lnTo>
                <a:cubicBezTo>
                  <a:pt x="363288" y="317157"/>
                  <a:pt x="372005" y="321678"/>
                  <a:pt x="377326" y="329364"/>
                </a:cubicBezTo>
                <a:lnTo>
                  <a:pt x="440157" y="410179"/>
                </a:lnTo>
                <a:cubicBezTo>
                  <a:pt x="463251" y="380792"/>
                  <a:pt x="477063" y="343944"/>
                  <a:pt x="477063" y="303820"/>
                </a:cubicBezTo>
                <a:cubicBezTo>
                  <a:pt x="477063" y="208763"/>
                  <a:pt x="399628" y="131452"/>
                  <a:pt x="304419" y="131452"/>
                </a:cubicBezTo>
                <a:close/>
                <a:moveTo>
                  <a:pt x="273400" y="0"/>
                </a:moveTo>
                <a:lnTo>
                  <a:pt x="338042" y="0"/>
                </a:lnTo>
                <a:cubicBezTo>
                  <a:pt x="354571" y="0"/>
                  <a:pt x="368382" y="12320"/>
                  <a:pt x="370420" y="28709"/>
                </a:cubicBezTo>
                <a:lnTo>
                  <a:pt x="374269" y="62392"/>
                </a:lnTo>
                <a:cubicBezTo>
                  <a:pt x="393288" y="67817"/>
                  <a:pt x="411515" y="75390"/>
                  <a:pt x="428610" y="85110"/>
                </a:cubicBezTo>
                <a:lnTo>
                  <a:pt x="454534" y="64539"/>
                </a:lnTo>
                <a:cubicBezTo>
                  <a:pt x="460308" y="60018"/>
                  <a:pt x="467553" y="57531"/>
                  <a:pt x="474799" y="57531"/>
                </a:cubicBezTo>
                <a:cubicBezTo>
                  <a:pt x="483516" y="57531"/>
                  <a:pt x="491667" y="60809"/>
                  <a:pt x="497780" y="67026"/>
                </a:cubicBezTo>
                <a:lnTo>
                  <a:pt x="543403" y="112576"/>
                </a:lnTo>
                <a:cubicBezTo>
                  <a:pt x="555064" y="124218"/>
                  <a:pt x="556083" y="142868"/>
                  <a:pt x="545894" y="155753"/>
                </a:cubicBezTo>
                <a:lnTo>
                  <a:pt x="524611" y="182540"/>
                </a:lnTo>
                <a:cubicBezTo>
                  <a:pt x="533554" y="198929"/>
                  <a:pt x="540573" y="216223"/>
                  <a:pt x="545441" y="233742"/>
                </a:cubicBezTo>
                <a:lnTo>
                  <a:pt x="579970" y="237811"/>
                </a:lnTo>
                <a:cubicBezTo>
                  <a:pt x="596385" y="239733"/>
                  <a:pt x="608838" y="253635"/>
                  <a:pt x="608838" y="270024"/>
                </a:cubicBezTo>
                <a:lnTo>
                  <a:pt x="608838" y="334676"/>
                </a:lnTo>
                <a:cubicBezTo>
                  <a:pt x="608838" y="351065"/>
                  <a:pt x="596385" y="364968"/>
                  <a:pt x="579970" y="366889"/>
                </a:cubicBezTo>
                <a:lnTo>
                  <a:pt x="544875" y="370958"/>
                </a:lnTo>
                <a:cubicBezTo>
                  <a:pt x="539781" y="388817"/>
                  <a:pt x="532422" y="406223"/>
                  <a:pt x="523139" y="422838"/>
                </a:cubicBezTo>
                <a:lnTo>
                  <a:pt x="546007" y="451773"/>
                </a:lnTo>
                <a:cubicBezTo>
                  <a:pt x="556196" y="464772"/>
                  <a:pt x="555177" y="483308"/>
                  <a:pt x="543517" y="494950"/>
                </a:cubicBezTo>
                <a:lnTo>
                  <a:pt x="497780" y="540613"/>
                </a:lnTo>
                <a:cubicBezTo>
                  <a:pt x="491554" y="546717"/>
                  <a:pt x="483403" y="550108"/>
                  <a:pt x="474799" y="550108"/>
                </a:cubicBezTo>
                <a:cubicBezTo>
                  <a:pt x="467440" y="550108"/>
                  <a:pt x="460308" y="547621"/>
                  <a:pt x="454534" y="543100"/>
                </a:cubicBezTo>
                <a:lnTo>
                  <a:pt x="425100" y="519816"/>
                </a:lnTo>
                <a:cubicBezTo>
                  <a:pt x="408232" y="528971"/>
                  <a:pt x="390458" y="536092"/>
                  <a:pt x="372118" y="541178"/>
                </a:cubicBezTo>
                <a:lnTo>
                  <a:pt x="367816" y="578930"/>
                </a:lnTo>
                <a:cubicBezTo>
                  <a:pt x="365892" y="595319"/>
                  <a:pt x="351967" y="607639"/>
                  <a:pt x="335439" y="607639"/>
                </a:cubicBezTo>
                <a:lnTo>
                  <a:pt x="270796" y="607639"/>
                </a:lnTo>
                <a:cubicBezTo>
                  <a:pt x="254268" y="607639"/>
                  <a:pt x="240343" y="595319"/>
                  <a:pt x="238418" y="578930"/>
                </a:cubicBezTo>
                <a:lnTo>
                  <a:pt x="233890" y="539596"/>
                </a:lnTo>
                <a:cubicBezTo>
                  <a:pt x="216795" y="534397"/>
                  <a:pt x="200380" y="527502"/>
                  <a:pt x="184871" y="518799"/>
                </a:cubicBezTo>
                <a:lnTo>
                  <a:pt x="154304" y="542987"/>
                </a:lnTo>
                <a:cubicBezTo>
                  <a:pt x="148530" y="547508"/>
                  <a:pt x="141285" y="549995"/>
                  <a:pt x="134040" y="549995"/>
                </a:cubicBezTo>
                <a:cubicBezTo>
                  <a:pt x="125323" y="549995"/>
                  <a:pt x="117172" y="546604"/>
                  <a:pt x="111058" y="540500"/>
                </a:cubicBezTo>
                <a:lnTo>
                  <a:pt x="65322" y="494837"/>
                </a:lnTo>
                <a:cubicBezTo>
                  <a:pt x="53661" y="483082"/>
                  <a:pt x="52642" y="464545"/>
                  <a:pt x="62831" y="451660"/>
                </a:cubicBezTo>
                <a:lnTo>
                  <a:pt x="87284" y="420917"/>
                </a:lnTo>
                <a:cubicBezTo>
                  <a:pt x="79133" y="406110"/>
                  <a:pt x="72454" y="390399"/>
                  <a:pt x="67473" y="374123"/>
                </a:cubicBezTo>
                <a:lnTo>
                  <a:pt x="28869" y="369602"/>
                </a:lnTo>
                <a:cubicBezTo>
                  <a:pt x="12453" y="367680"/>
                  <a:pt x="0" y="353778"/>
                  <a:pt x="0" y="337389"/>
                </a:cubicBezTo>
                <a:lnTo>
                  <a:pt x="0" y="272737"/>
                </a:lnTo>
                <a:cubicBezTo>
                  <a:pt x="0" y="256348"/>
                  <a:pt x="12453" y="242445"/>
                  <a:pt x="28869" y="240524"/>
                </a:cubicBezTo>
                <a:lnTo>
                  <a:pt x="65209" y="236342"/>
                </a:lnTo>
                <a:cubicBezTo>
                  <a:pt x="69963" y="218483"/>
                  <a:pt x="76869" y="201077"/>
                  <a:pt x="85699" y="184575"/>
                </a:cubicBezTo>
                <a:lnTo>
                  <a:pt x="62831" y="155866"/>
                </a:lnTo>
                <a:cubicBezTo>
                  <a:pt x="52642" y="142868"/>
                  <a:pt x="53661" y="124331"/>
                  <a:pt x="65322" y="112576"/>
                </a:cubicBezTo>
                <a:lnTo>
                  <a:pt x="111058" y="67026"/>
                </a:lnTo>
                <a:cubicBezTo>
                  <a:pt x="117285" y="60922"/>
                  <a:pt x="125436" y="57531"/>
                  <a:pt x="134040" y="57531"/>
                </a:cubicBezTo>
                <a:cubicBezTo>
                  <a:pt x="141398" y="57531"/>
                  <a:pt x="148530" y="60018"/>
                  <a:pt x="154304" y="64539"/>
                </a:cubicBezTo>
                <a:lnTo>
                  <a:pt x="181361" y="85901"/>
                </a:lnTo>
                <a:cubicBezTo>
                  <a:pt x="198908" y="75842"/>
                  <a:pt x="217588" y="67930"/>
                  <a:pt x="237173" y="62392"/>
                </a:cubicBezTo>
                <a:lnTo>
                  <a:pt x="241022" y="28709"/>
                </a:lnTo>
                <a:cubicBezTo>
                  <a:pt x="242947" y="12320"/>
                  <a:pt x="256871" y="0"/>
                  <a:pt x="2734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id-ID" sz="1350" dirty="0">
              <a:cs typeface="+mn-ea"/>
              <a:sym typeface="+mn-lt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3E0CEEE2-DC77-4D2A-A65C-788F492F2B0D}"/>
              </a:ext>
            </a:extLst>
          </p:cNvPr>
          <p:cNvSpPr/>
          <p:nvPr/>
        </p:nvSpPr>
        <p:spPr bwMode="auto">
          <a:xfrm>
            <a:off x="6015644" y="2481630"/>
            <a:ext cx="377988" cy="316689"/>
          </a:xfrm>
          <a:custGeom>
            <a:avLst/>
            <a:gdLst>
              <a:gd name="connsiteX0" fmla="*/ 552739 w 609615"/>
              <a:gd name="connsiteY0" fmla="*/ 397213 h 510753"/>
              <a:gd name="connsiteX1" fmla="*/ 609615 w 609615"/>
              <a:gd name="connsiteY1" fmla="*/ 453983 h 510753"/>
              <a:gd name="connsiteX2" fmla="*/ 552739 w 609615"/>
              <a:gd name="connsiteY2" fmla="*/ 510753 h 510753"/>
              <a:gd name="connsiteX3" fmla="*/ 495863 w 609615"/>
              <a:gd name="connsiteY3" fmla="*/ 453983 h 510753"/>
              <a:gd name="connsiteX4" fmla="*/ 552739 w 609615"/>
              <a:gd name="connsiteY4" fmla="*/ 397213 h 510753"/>
              <a:gd name="connsiteX5" fmla="*/ 547870 w 609615"/>
              <a:gd name="connsiteY5" fmla="*/ 198571 h 510753"/>
              <a:gd name="connsiteX6" fmla="*/ 604746 w 609615"/>
              <a:gd name="connsiteY6" fmla="*/ 255341 h 510753"/>
              <a:gd name="connsiteX7" fmla="*/ 547870 w 609615"/>
              <a:gd name="connsiteY7" fmla="*/ 312111 h 510753"/>
              <a:gd name="connsiteX8" fmla="*/ 490994 w 609615"/>
              <a:gd name="connsiteY8" fmla="*/ 255341 h 510753"/>
              <a:gd name="connsiteX9" fmla="*/ 547870 w 609615"/>
              <a:gd name="connsiteY9" fmla="*/ 198571 h 510753"/>
              <a:gd name="connsiteX10" fmla="*/ 119644 w 609615"/>
              <a:gd name="connsiteY10" fmla="*/ 191797 h 510753"/>
              <a:gd name="connsiteX11" fmla="*/ 127891 w 609615"/>
              <a:gd name="connsiteY11" fmla="*/ 196674 h 510753"/>
              <a:gd name="connsiteX12" fmla="*/ 121502 w 609615"/>
              <a:gd name="connsiteY12" fmla="*/ 203292 h 510753"/>
              <a:gd name="connsiteX13" fmla="*/ 129982 w 609615"/>
              <a:gd name="connsiteY13" fmla="*/ 212233 h 510753"/>
              <a:gd name="connsiteX14" fmla="*/ 122664 w 609615"/>
              <a:gd name="connsiteY14" fmla="*/ 226050 h 510753"/>
              <a:gd name="connsiteX15" fmla="*/ 115462 w 609615"/>
              <a:gd name="connsiteY15" fmla="*/ 225702 h 510753"/>
              <a:gd name="connsiteX16" fmla="*/ 109306 w 609615"/>
              <a:gd name="connsiteY16" fmla="*/ 211652 h 510753"/>
              <a:gd name="connsiteX17" fmla="*/ 117669 w 609615"/>
              <a:gd name="connsiteY17" fmla="*/ 203176 h 510753"/>
              <a:gd name="connsiteX18" fmla="*/ 111513 w 609615"/>
              <a:gd name="connsiteY18" fmla="*/ 196441 h 510753"/>
              <a:gd name="connsiteX19" fmla="*/ 88250 w 609615"/>
              <a:gd name="connsiteY19" fmla="*/ 191374 h 510753"/>
              <a:gd name="connsiteX20" fmla="*/ 111272 w 609615"/>
              <a:gd name="connsiteY20" fmla="*/ 231774 h 510753"/>
              <a:gd name="connsiteX21" fmla="*/ 119760 w 609615"/>
              <a:gd name="connsiteY21" fmla="*/ 238160 h 510753"/>
              <a:gd name="connsiteX22" fmla="*/ 128364 w 609615"/>
              <a:gd name="connsiteY22" fmla="*/ 231891 h 510753"/>
              <a:gd name="connsiteX23" fmla="*/ 152316 w 609615"/>
              <a:gd name="connsiteY23" fmla="*/ 191490 h 510753"/>
              <a:gd name="connsiteX24" fmla="*/ 195918 w 609615"/>
              <a:gd name="connsiteY24" fmla="*/ 193812 h 510753"/>
              <a:gd name="connsiteX25" fmla="*/ 228241 w 609615"/>
              <a:gd name="connsiteY25" fmla="*/ 204725 h 510753"/>
              <a:gd name="connsiteX26" fmla="*/ 239287 w 609615"/>
              <a:gd name="connsiteY26" fmla="*/ 236302 h 510753"/>
              <a:gd name="connsiteX27" fmla="*/ 239287 w 609615"/>
              <a:gd name="connsiteY27" fmla="*/ 249653 h 510753"/>
              <a:gd name="connsiteX28" fmla="*/ 183360 w 609615"/>
              <a:gd name="connsiteY28" fmla="*/ 461987 h 510753"/>
              <a:gd name="connsiteX29" fmla="*/ 132433 w 609615"/>
              <a:gd name="connsiteY29" fmla="*/ 501227 h 510753"/>
              <a:gd name="connsiteX30" fmla="*/ 122085 w 609615"/>
              <a:gd name="connsiteY30" fmla="*/ 501227 h 510753"/>
              <a:gd name="connsiteX31" fmla="*/ 68949 w 609615"/>
              <a:gd name="connsiteY31" fmla="*/ 462568 h 510753"/>
              <a:gd name="connsiteX32" fmla="*/ 0 w 609615"/>
              <a:gd name="connsiteY32" fmla="*/ 249769 h 510753"/>
              <a:gd name="connsiteX33" fmla="*/ 0 w 609615"/>
              <a:gd name="connsiteY33" fmla="*/ 236302 h 510753"/>
              <a:gd name="connsiteX34" fmla="*/ 11046 w 609615"/>
              <a:gd name="connsiteY34" fmla="*/ 204725 h 510753"/>
              <a:gd name="connsiteX35" fmla="*/ 43369 w 609615"/>
              <a:gd name="connsiteY35" fmla="*/ 193812 h 510753"/>
              <a:gd name="connsiteX36" fmla="*/ 138106 w 609615"/>
              <a:gd name="connsiteY36" fmla="*/ 151894 h 510753"/>
              <a:gd name="connsiteX37" fmla="*/ 143448 w 609615"/>
              <a:gd name="connsiteY37" fmla="*/ 154218 h 510753"/>
              <a:gd name="connsiteX38" fmla="*/ 141125 w 609615"/>
              <a:gd name="connsiteY38" fmla="*/ 159679 h 510753"/>
              <a:gd name="connsiteX39" fmla="*/ 118014 w 609615"/>
              <a:gd name="connsiteY39" fmla="*/ 164559 h 510753"/>
              <a:gd name="connsiteX40" fmla="*/ 98271 w 609615"/>
              <a:gd name="connsiteY40" fmla="*/ 158982 h 510753"/>
              <a:gd name="connsiteX41" fmla="*/ 97691 w 609615"/>
              <a:gd name="connsiteY41" fmla="*/ 153172 h 510753"/>
              <a:gd name="connsiteX42" fmla="*/ 103497 w 609615"/>
              <a:gd name="connsiteY42" fmla="*/ 152591 h 510753"/>
              <a:gd name="connsiteX43" fmla="*/ 138106 w 609615"/>
              <a:gd name="connsiteY43" fmla="*/ 151894 h 510753"/>
              <a:gd name="connsiteX44" fmla="*/ 139648 w 609615"/>
              <a:gd name="connsiteY44" fmla="*/ 119739 h 510753"/>
              <a:gd name="connsiteX45" fmla="*/ 149316 w 609615"/>
              <a:gd name="connsiteY45" fmla="*/ 134921 h 510753"/>
              <a:gd name="connsiteX46" fmla="*/ 129981 w 609615"/>
              <a:gd name="connsiteY46" fmla="*/ 134921 h 510753"/>
              <a:gd name="connsiteX47" fmla="*/ 139648 w 609615"/>
              <a:gd name="connsiteY47" fmla="*/ 119739 h 510753"/>
              <a:gd name="connsiteX48" fmla="*/ 91170 w 609615"/>
              <a:gd name="connsiteY48" fmla="*/ 119739 h 510753"/>
              <a:gd name="connsiteX49" fmla="*/ 100838 w 609615"/>
              <a:gd name="connsiteY49" fmla="*/ 134921 h 510753"/>
              <a:gd name="connsiteX50" fmla="*/ 81503 w 609615"/>
              <a:gd name="connsiteY50" fmla="*/ 134921 h 510753"/>
              <a:gd name="connsiteX51" fmla="*/ 91170 w 609615"/>
              <a:gd name="connsiteY51" fmla="*/ 119739 h 510753"/>
              <a:gd name="connsiteX52" fmla="*/ 95591 w 609615"/>
              <a:gd name="connsiteY52" fmla="*/ 95554 h 510753"/>
              <a:gd name="connsiteX53" fmla="*/ 67686 w 609615"/>
              <a:gd name="connsiteY53" fmla="*/ 130042 h 510753"/>
              <a:gd name="connsiteX54" fmla="*/ 67686 w 609615"/>
              <a:gd name="connsiteY54" fmla="*/ 157679 h 510753"/>
              <a:gd name="connsiteX55" fmla="*/ 84313 w 609615"/>
              <a:gd name="connsiteY55" fmla="*/ 174168 h 510753"/>
              <a:gd name="connsiteX56" fmla="*/ 153379 w 609615"/>
              <a:gd name="connsiteY56" fmla="*/ 174168 h 510753"/>
              <a:gd name="connsiteX57" fmla="*/ 169890 w 609615"/>
              <a:gd name="connsiteY57" fmla="*/ 157562 h 510753"/>
              <a:gd name="connsiteX58" fmla="*/ 169890 w 609615"/>
              <a:gd name="connsiteY58" fmla="*/ 112043 h 510753"/>
              <a:gd name="connsiteX59" fmla="*/ 100359 w 609615"/>
              <a:gd name="connsiteY59" fmla="*/ 95554 h 510753"/>
              <a:gd name="connsiteX60" fmla="*/ 305807 w 609615"/>
              <a:gd name="connsiteY60" fmla="*/ 35565 h 510753"/>
              <a:gd name="connsiteX61" fmla="*/ 415442 w 609615"/>
              <a:gd name="connsiteY61" fmla="*/ 35565 h 510753"/>
              <a:gd name="connsiteX62" fmla="*/ 433695 w 609615"/>
              <a:gd name="connsiteY62" fmla="*/ 53792 h 510753"/>
              <a:gd name="connsiteX63" fmla="*/ 415442 w 609615"/>
              <a:gd name="connsiteY63" fmla="*/ 72018 h 510753"/>
              <a:gd name="connsiteX64" fmla="*/ 324060 w 609615"/>
              <a:gd name="connsiteY64" fmla="*/ 72018 h 510753"/>
              <a:gd name="connsiteX65" fmla="*/ 324060 w 609615"/>
              <a:gd name="connsiteY65" fmla="*/ 237103 h 510753"/>
              <a:gd name="connsiteX66" fmla="*/ 415442 w 609615"/>
              <a:gd name="connsiteY66" fmla="*/ 237103 h 510753"/>
              <a:gd name="connsiteX67" fmla="*/ 433695 w 609615"/>
              <a:gd name="connsiteY67" fmla="*/ 255330 h 510753"/>
              <a:gd name="connsiteX68" fmla="*/ 415442 w 609615"/>
              <a:gd name="connsiteY68" fmla="*/ 273556 h 510753"/>
              <a:gd name="connsiteX69" fmla="*/ 324060 w 609615"/>
              <a:gd name="connsiteY69" fmla="*/ 273556 h 510753"/>
              <a:gd name="connsiteX70" fmla="*/ 324060 w 609615"/>
              <a:gd name="connsiteY70" fmla="*/ 469290 h 510753"/>
              <a:gd name="connsiteX71" fmla="*/ 415442 w 609615"/>
              <a:gd name="connsiteY71" fmla="*/ 469290 h 510753"/>
              <a:gd name="connsiteX72" fmla="*/ 433695 w 609615"/>
              <a:gd name="connsiteY72" fmla="*/ 487516 h 510753"/>
              <a:gd name="connsiteX73" fmla="*/ 415442 w 609615"/>
              <a:gd name="connsiteY73" fmla="*/ 505743 h 510753"/>
              <a:gd name="connsiteX74" fmla="*/ 305807 w 609615"/>
              <a:gd name="connsiteY74" fmla="*/ 505743 h 510753"/>
              <a:gd name="connsiteX75" fmla="*/ 287554 w 609615"/>
              <a:gd name="connsiteY75" fmla="*/ 487516 h 510753"/>
              <a:gd name="connsiteX76" fmla="*/ 287554 w 609615"/>
              <a:gd name="connsiteY76" fmla="*/ 53792 h 510753"/>
              <a:gd name="connsiteX77" fmla="*/ 305807 w 609615"/>
              <a:gd name="connsiteY77" fmla="*/ 35565 h 510753"/>
              <a:gd name="connsiteX78" fmla="*/ 117102 w 609615"/>
              <a:gd name="connsiteY78" fmla="*/ 32037 h 510753"/>
              <a:gd name="connsiteX79" fmla="*/ 179890 w 609615"/>
              <a:gd name="connsiteY79" fmla="*/ 108676 h 510753"/>
              <a:gd name="connsiteX80" fmla="*/ 178262 w 609615"/>
              <a:gd name="connsiteY80" fmla="*/ 109373 h 510753"/>
              <a:gd name="connsiteX81" fmla="*/ 178262 w 609615"/>
              <a:gd name="connsiteY81" fmla="*/ 157679 h 510753"/>
              <a:gd name="connsiteX82" fmla="*/ 153379 w 609615"/>
              <a:gd name="connsiteY82" fmla="*/ 182412 h 510753"/>
              <a:gd name="connsiteX83" fmla="*/ 84313 w 609615"/>
              <a:gd name="connsiteY83" fmla="*/ 182412 h 510753"/>
              <a:gd name="connsiteX84" fmla="*/ 59430 w 609615"/>
              <a:gd name="connsiteY84" fmla="*/ 157562 h 510753"/>
              <a:gd name="connsiteX85" fmla="*/ 59430 w 609615"/>
              <a:gd name="connsiteY85" fmla="*/ 133642 h 510753"/>
              <a:gd name="connsiteX86" fmla="*/ 55593 w 609615"/>
              <a:gd name="connsiteY86" fmla="*/ 134803 h 510753"/>
              <a:gd name="connsiteX87" fmla="*/ 117102 w 609615"/>
              <a:gd name="connsiteY87" fmla="*/ 32037 h 510753"/>
              <a:gd name="connsiteX88" fmla="*/ 543107 w 609615"/>
              <a:gd name="connsiteY88" fmla="*/ 0 h 510753"/>
              <a:gd name="connsiteX89" fmla="*/ 599948 w 609615"/>
              <a:gd name="connsiteY89" fmla="*/ 56770 h 510753"/>
              <a:gd name="connsiteX90" fmla="*/ 543107 w 609615"/>
              <a:gd name="connsiteY90" fmla="*/ 113540 h 510753"/>
              <a:gd name="connsiteX91" fmla="*/ 486266 w 609615"/>
              <a:gd name="connsiteY91" fmla="*/ 56770 h 510753"/>
              <a:gd name="connsiteX92" fmla="*/ 543107 w 609615"/>
              <a:gd name="connsiteY92" fmla="*/ 0 h 510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609615" h="510753">
                <a:moveTo>
                  <a:pt x="552739" y="397213"/>
                </a:moveTo>
                <a:cubicBezTo>
                  <a:pt x="584151" y="397213"/>
                  <a:pt x="609615" y="422630"/>
                  <a:pt x="609615" y="453983"/>
                </a:cubicBezTo>
                <a:cubicBezTo>
                  <a:pt x="609615" y="485336"/>
                  <a:pt x="584151" y="510753"/>
                  <a:pt x="552739" y="510753"/>
                </a:cubicBezTo>
                <a:cubicBezTo>
                  <a:pt x="521327" y="510753"/>
                  <a:pt x="495863" y="485336"/>
                  <a:pt x="495863" y="453983"/>
                </a:cubicBezTo>
                <a:cubicBezTo>
                  <a:pt x="495863" y="422630"/>
                  <a:pt x="521327" y="397213"/>
                  <a:pt x="552739" y="397213"/>
                </a:cubicBezTo>
                <a:close/>
                <a:moveTo>
                  <a:pt x="547870" y="198571"/>
                </a:moveTo>
                <a:cubicBezTo>
                  <a:pt x="579282" y="198571"/>
                  <a:pt x="604746" y="223988"/>
                  <a:pt x="604746" y="255341"/>
                </a:cubicBezTo>
                <a:cubicBezTo>
                  <a:pt x="604746" y="286694"/>
                  <a:pt x="579282" y="312111"/>
                  <a:pt x="547870" y="312111"/>
                </a:cubicBezTo>
                <a:cubicBezTo>
                  <a:pt x="516458" y="312111"/>
                  <a:pt x="490994" y="286694"/>
                  <a:pt x="490994" y="255341"/>
                </a:cubicBezTo>
                <a:cubicBezTo>
                  <a:pt x="490994" y="223988"/>
                  <a:pt x="516458" y="198571"/>
                  <a:pt x="547870" y="198571"/>
                </a:cubicBezTo>
                <a:close/>
                <a:moveTo>
                  <a:pt x="119644" y="191797"/>
                </a:moveTo>
                <a:lnTo>
                  <a:pt x="127891" y="196674"/>
                </a:lnTo>
                <a:lnTo>
                  <a:pt x="121502" y="203292"/>
                </a:lnTo>
                <a:lnTo>
                  <a:pt x="129982" y="212233"/>
                </a:lnTo>
                <a:lnTo>
                  <a:pt x="122664" y="226050"/>
                </a:lnTo>
                <a:cubicBezTo>
                  <a:pt x="120573" y="230114"/>
                  <a:pt x="117321" y="229998"/>
                  <a:pt x="115462" y="225702"/>
                </a:cubicBezTo>
                <a:lnTo>
                  <a:pt x="109306" y="211652"/>
                </a:lnTo>
                <a:lnTo>
                  <a:pt x="117669" y="203176"/>
                </a:lnTo>
                <a:lnTo>
                  <a:pt x="111513" y="196441"/>
                </a:lnTo>
                <a:close/>
                <a:moveTo>
                  <a:pt x="88250" y="191374"/>
                </a:moveTo>
                <a:lnTo>
                  <a:pt x="111272" y="231774"/>
                </a:lnTo>
                <a:cubicBezTo>
                  <a:pt x="113597" y="235954"/>
                  <a:pt x="116620" y="238160"/>
                  <a:pt x="119760" y="238160"/>
                </a:cubicBezTo>
                <a:cubicBezTo>
                  <a:pt x="123015" y="238160"/>
                  <a:pt x="126038" y="235954"/>
                  <a:pt x="128364" y="231891"/>
                </a:cubicBezTo>
                <a:lnTo>
                  <a:pt x="152316" y="191490"/>
                </a:lnTo>
                <a:lnTo>
                  <a:pt x="195918" y="193812"/>
                </a:lnTo>
                <a:cubicBezTo>
                  <a:pt x="207894" y="194392"/>
                  <a:pt x="222195" y="199268"/>
                  <a:pt x="228241" y="204725"/>
                </a:cubicBezTo>
                <a:cubicBezTo>
                  <a:pt x="234520" y="210297"/>
                  <a:pt x="239287" y="224112"/>
                  <a:pt x="239287" y="236302"/>
                </a:cubicBezTo>
                <a:lnTo>
                  <a:pt x="239287" y="249653"/>
                </a:lnTo>
                <a:lnTo>
                  <a:pt x="183360" y="461987"/>
                </a:lnTo>
                <a:cubicBezTo>
                  <a:pt x="177663" y="483581"/>
                  <a:pt x="154874" y="501227"/>
                  <a:pt x="132433" y="501227"/>
                </a:cubicBezTo>
                <a:lnTo>
                  <a:pt x="122085" y="501227"/>
                </a:lnTo>
                <a:cubicBezTo>
                  <a:pt x="99645" y="501227"/>
                  <a:pt x="75925" y="483929"/>
                  <a:pt x="68949" y="462568"/>
                </a:cubicBezTo>
                <a:lnTo>
                  <a:pt x="0" y="249769"/>
                </a:lnTo>
                <a:lnTo>
                  <a:pt x="0" y="236302"/>
                </a:lnTo>
                <a:cubicBezTo>
                  <a:pt x="0" y="224112"/>
                  <a:pt x="4883" y="210297"/>
                  <a:pt x="11046" y="204725"/>
                </a:cubicBezTo>
                <a:cubicBezTo>
                  <a:pt x="17208" y="199268"/>
                  <a:pt x="31393" y="194509"/>
                  <a:pt x="43369" y="193812"/>
                </a:cubicBezTo>
                <a:close/>
                <a:moveTo>
                  <a:pt x="138106" y="151894"/>
                </a:moveTo>
                <a:cubicBezTo>
                  <a:pt x="140196" y="151081"/>
                  <a:pt x="142635" y="152127"/>
                  <a:pt x="143448" y="154218"/>
                </a:cubicBezTo>
                <a:cubicBezTo>
                  <a:pt x="144377" y="156426"/>
                  <a:pt x="143332" y="158866"/>
                  <a:pt x="141125" y="159679"/>
                </a:cubicBezTo>
                <a:cubicBezTo>
                  <a:pt x="131950" y="163281"/>
                  <a:pt x="124286" y="164559"/>
                  <a:pt x="118014" y="164559"/>
                </a:cubicBezTo>
                <a:cubicBezTo>
                  <a:pt x="105239" y="164559"/>
                  <a:pt x="98620" y="159330"/>
                  <a:pt x="98271" y="158982"/>
                </a:cubicBezTo>
                <a:cubicBezTo>
                  <a:pt x="96529" y="157588"/>
                  <a:pt x="96181" y="154915"/>
                  <a:pt x="97691" y="153172"/>
                </a:cubicBezTo>
                <a:cubicBezTo>
                  <a:pt x="99084" y="151430"/>
                  <a:pt x="101639" y="151081"/>
                  <a:pt x="103497" y="152591"/>
                </a:cubicBezTo>
                <a:cubicBezTo>
                  <a:pt x="103962" y="152940"/>
                  <a:pt x="114995" y="161073"/>
                  <a:pt x="138106" y="151894"/>
                </a:cubicBezTo>
                <a:close/>
                <a:moveTo>
                  <a:pt x="139648" y="119739"/>
                </a:moveTo>
                <a:cubicBezTo>
                  <a:pt x="147918" y="120435"/>
                  <a:pt x="149316" y="134921"/>
                  <a:pt x="149316" y="134921"/>
                </a:cubicBezTo>
                <a:lnTo>
                  <a:pt x="129981" y="134921"/>
                </a:lnTo>
                <a:cubicBezTo>
                  <a:pt x="129981" y="134921"/>
                  <a:pt x="131379" y="119044"/>
                  <a:pt x="139648" y="119739"/>
                </a:cubicBezTo>
                <a:close/>
                <a:moveTo>
                  <a:pt x="91170" y="119739"/>
                </a:moveTo>
                <a:cubicBezTo>
                  <a:pt x="99440" y="120435"/>
                  <a:pt x="100838" y="134921"/>
                  <a:pt x="100838" y="134921"/>
                </a:cubicBezTo>
                <a:lnTo>
                  <a:pt x="81503" y="134921"/>
                </a:lnTo>
                <a:cubicBezTo>
                  <a:pt x="81503" y="134921"/>
                  <a:pt x="82901" y="119044"/>
                  <a:pt x="91170" y="119739"/>
                </a:cubicBezTo>
                <a:close/>
                <a:moveTo>
                  <a:pt x="95591" y="95554"/>
                </a:moveTo>
                <a:cubicBezTo>
                  <a:pt x="92685" y="103451"/>
                  <a:pt x="84429" y="120752"/>
                  <a:pt x="67686" y="130042"/>
                </a:cubicBezTo>
                <a:lnTo>
                  <a:pt x="67686" y="157679"/>
                </a:lnTo>
                <a:cubicBezTo>
                  <a:pt x="67686" y="166736"/>
                  <a:pt x="75127" y="174168"/>
                  <a:pt x="84313" y="174168"/>
                </a:cubicBezTo>
                <a:lnTo>
                  <a:pt x="153379" y="174168"/>
                </a:lnTo>
                <a:cubicBezTo>
                  <a:pt x="162449" y="174168"/>
                  <a:pt x="169890" y="166736"/>
                  <a:pt x="169890" y="157562"/>
                </a:cubicBezTo>
                <a:lnTo>
                  <a:pt x="169890" y="112043"/>
                </a:lnTo>
                <a:cubicBezTo>
                  <a:pt x="153961" y="116340"/>
                  <a:pt x="122102" y="120752"/>
                  <a:pt x="100359" y="95554"/>
                </a:cubicBezTo>
                <a:close/>
                <a:moveTo>
                  <a:pt x="305807" y="35565"/>
                </a:moveTo>
                <a:lnTo>
                  <a:pt x="415442" y="35565"/>
                </a:lnTo>
                <a:cubicBezTo>
                  <a:pt x="425557" y="35565"/>
                  <a:pt x="433695" y="43692"/>
                  <a:pt x="433695" y="53792"/>
                </a:cubicBezTo>
                <a:cubicBezTo>
                  <a:pt x="433695" y="63892"/>
                  <a:pt x="425557" y="72018"/>
                  <a:pt x="415442" y="72018"/>
                </a:cubicBezTo>
                <a:lnTo>
                  <a:pt x="324060" y="72018"/>
                </a:lnTo>
                <a:lnTo>
                  <a:pt x="324060" y="237103"/>
                </a:lnTo>
                <a:lnTo>
                  <a:pt x="415442" y="237103"/>
                </a:lnTo>
                <a:cubicBezTo>
                  <a:pt x="425557" y="237103"/>
                  <a:pt x="433695" y="245346"/>
                  <a:pt x="433695" y="255330"/>
                </a:cubicBezTo>
                <a:cubicBezTo>
                  <a:pt x="433695" y="265430"/>
                  <a:pt x="425557" y="273556"/>
                  <a:pt x="415442" y="273556"/>
                </a:cubicBezTo>
                <a:lnTo>
                  <a:pt x="324060" y="273556"/>
                </a:lnTo>
                <a:lnTo>
                  <a:pt x="324060" y="469290"/>
                </a:lnTo>
                <a:lnTo>
                  <a:pt x="415442" y="469290"/>
                </a:lnTo>
                <a:cubicBezTo>
                  <a:pt x="425557" y="469290"/>
                  <a:pt x="433695" y="477416"/>
                  <a:pt x="433695" y="487516"/>
                </a:cubicBezTo>
                <a:cubicBezTo>
                  <a:pt x="433695" y="497617"/>
                  <a:pt x="425557" y="505743"/>
                  <a:pt x="415442" y="505743"/>
                </a:cubicBezTo>
                <a:lnTo>
                  <a:pt x="305807" y="505743"/>
                </a:lnTo>
                <a:cubicBezTo>
                  <a:pt x="295692" y="505743"/>
                  <a:pt x="287554" y="497617"/>
                  <a:pt x="287554" y="487516"/>
                </a:cubicBezTo>
                <a:lnTo>
                  <a:pt x="287554" y="53792"/>
                </a:lnTo>
                <a:cubicBezTo>
                  <a:pt x="287554" y="43692"/>
                  <a:pt x="295692" y="35565"/>
                  <a:pt x="305807" y="35565"/>
                </a:cubicBezTo>
                <a:close/>
                <a:moveTo>
                  <a:pt x="117102" y="32037"/>
                </a:moveTo>
                <a:cubicBezTo>
                  <a:pt x="195819" y="32037"/>
                  <a:pt x="179890" y="108676"/>
                  <a:pt x="179890" y="108676"/>
                </a:cubicBezTo>
                <a:cubicBezTo>
                  <a:pt x="179890" y="108676"/>
                  <a:pt x="179308" y="108908"/>
                  <a:pt x="178262" y="109373"/>
                </a:cubicBezTo>
                <a:lnTo>
                  <a:pt x="178262" y="157679"/>
                </a:lnTo>
                <a:cubicBezTo>
                  <a:pt x="178262" y="171381"/>
                  <a:pt x="167099" y="182412"/>
                  <a:pt x="153379" y="182412"/>
                </a:cubicBezTo>
                <a:lnTo>
                  <a:pt x="84313" y="182412"/>
                </a:lnTo>
                <a:cubicBezTo>
                  <a:pt x="70593" y="182412"/>
                  <a:pt x="59430" y="171265"/>
                  <a:pt x="59430" y="157562"/>
                </a:cubicBezTo>
                <a:lnTo>
                  <a:pt x="59430" y="133642"/>
                </a:lnTo>
                <a:cubicBezTo>
                  <a:pt x="58151" y="134106"/>
                  <a:pt x="56872" y="134571"/>
                  <a:pt x="55593" y="134803"/>
                </a:cubicBezTo>
                <a:cubicBezTo>
                  <a:pt x="55593" y="134803"/>
                  <a:pt x="34083" y="32153"/>
                  <a:pt x="117102" y="32037"/>
                </a:cubicBezTo>
                <a:close/>
                <a:moveTo>
                  <a:pt x="543107" y="0"/>
                </a:moveTo>
                <a:cubicBezTo>
                  <a:pt x="574499" y="0"/>
                  <a:pt x="599948" y="25417"/>
                  <a:pt x="599948" y="56770"/>
                </a:cubicBezTo>
                <a:cubicBezTo>
                  <a:pt x="599948" y="88123"/>
                  <a:pt x="574499" y="113540"/>
                  <a:pt x="543107" y="113540"/>
                </a:cubicBezTo>
                <a:cubicBezTo>
                  <a:pt x="511715" y="113540"/>
                  <a:pt x="486266" y="88123"/>
                  <a:pt x="486266" y="56770"/>
                </a:cubicBezTo>
                <a:cubicBezTo>
                  <a:pt x="486266" y="25417"/>
                  <a:pt x="511715" y="0"/>
                  <a:pt x="5431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id-ID" sz="1350" dirty="0"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B9F833-C4A6-4A7D-AE6C-6DC88F62BBD0}"/>
              </a:ext>
            </a:extLst>
          </p:cNvPr>
          <p:cNvSpPr txBox="1"/>
          <p:nvPr/>
        </p:nvSpPr>
        <p:spPr>
          <a:xfrm>
            <a:off x="673103" y="2709810"/>
            <a:ext cx="3843928" cy="8521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en-US" sz="2000" b="1" dirty="0">
                <a:cs typeface="+mn-ea"/>
                <a:sym typeface="+mn-lt"/>
              </a:rPr>
              <a:t>Unified fonts make</a:t>
            </a:r>
          </a:p>
          <a:p>
            <a:pPr>
              <a:buSzPct val="25000"/>
            </a:pPr>
            <a:r>
              <a:rPr lang="en-US" sz="2000" b="1" dirty="0">
                <a:cs typeface="+mn-ea"/>
                <a:sym typeface="+mn-lt"/>
              </a:rPr>
              <a:t>reading more fluent.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E5E8E8-24F4-4A51-80AE-2991C2D88681}"/>
              </a:ext>
            </a:extLst>
          </p:cNvPr>
          <p:cNvSpPr txBox="1"/>
          <p:nvPr/>
        </p:nvSpPr>
        <p:spPr>
          <a:xfrm>
            <a:off x="673101" y="3561971"/>
            <a:ext cx="3843929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21D2456-A6A6-43F5-AD86-0A010D24A2F0}"/>
              </a:ext>
            </a:extLst>
          </p:cNvPr>
          <p:cNvSpPr txBox="1"/>
          <p:nvPr/>
        </p:nvSpPr>
        <p:spPr>
          <a:xfrm>
            <a:off x="8092482" y="1565317"/>
            <a:ext cx="3426414" cy="355889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…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要点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ACBA591-C1DC-4813-9F8F-306263E2841A}"/>
              </a:ext>
            </a:extLst>
          </p:cNvPr>
          <p:cNvSpPr txBox="1"/>
          <p:nvPr/>
        </p:nvSpPr>
        <p:spPr>
          <a:xfrm>
            <a:off x="8092482" y="1921207"/>
            <a:ext cx="110799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  <a:cs typeface="+mn-ea"/>
                <a:sym typeface="+mn-lt"/>
              </a:rPr>
              <a:t>46</a:t>
            </a:r>
            <a:endParaRPr lang="id-ID" sz="3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9200478" y="1974940"/>
            <a:ext cx="2318418" cy="66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text……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7EBE4FE-27C6-4ECC-8727-904D9B918A93}"/>
              </a:ext>
            </a:extLst>
          </p:cNvPr>
          <p:cNvSpPr txBox="1"/>
          <p:nvPr/>
        </p:nvSpPr>
        <p:spPr>
          <a:xfrm>
            <a:off x="8092482" y="2891671"/>
            <a:ext cx="3426414" cy="355889"/>
          </a:xfrm>
          <a:prstGeom prst="rect">
            <a:avLst/>
          </a:prstGeom>
          <a:solidFill>
            <a:schemeClr val="accent2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…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要点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1BAB408-D86B-4381-A101-40ED79CC6C9F}"/>
              </a:ext>
            </a:extLst>
          </p:cNvPr>
          <p:cNvSpPr txBox="1"/>
          <p:nvPr/>
        </p:nvSpPr>
        <p:spPr>
          <a:xfrm>
            <a:off x="8092482" y="3247561"/>
            <a:ext cx="110799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r>
              <a:rPr lang="en-US" sz="3600" b="1" dirty="0">
                <a:solidFill>
                  <a:schemeClr val="accent2"/>
                </a:solidFill>
                <a:cs typeface="+mn-ea"/>
                <a:sym typeface="+mn-lt"/>
              </a:rPr>
              <a:t>128</a:t>
            </a:r>
            <a:endParaRPr lang="id-ID" sz="36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2106C8C-8D8F-4E3D-848B-04B33AD73B1F}"/>
              </a:ext>
            </a:extLst>
          </p:cNvPr>
          <p:cNvSpPr/>
          <p:nvPr/>
        </p:nvSpPr>
        <p:spPr bwMode="auto">
          <a:xfrm>
            <a:off x="9200478" y="3301294"/>
            <a:ext cx="2318418" cy="66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text……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B71287-7B40-4F21-84FA-B3C15136C77A}"/>
              </a:ext>
            </a:extLst>
          </p:cNvPr>
          <p:cNvSpPr txBox="1"/>
          <p:nvPr/>
        </p:nvSpPr>
        <p:spPr>
          <a:xfrm>
            <a:off x="8092482" y="4218025"/>
            <a:ext cx="3426414" cy="355889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…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要点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9A2EF1-7BA8-481D-ACAC-28E19496A60E}"/>
              </a:ext>
            </a:extLst>
          </p:cNvPr>
          <p:cNvSpPr txBox="1"/>
          <p:nvPr/>
        </p:nvSpPr>
        <p:spPr>
          <a:xfrm>
            <a:off x="8092482" y="4573915"/>
            <a:ext cx="110799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r>
              <a:rPr lang="en-US" sz="3600" b="1" dirty="0">
                <a:solidFill>
                  <a:schemeClr val="accent3"/>
                </a:solidFill>
                <a:cs typeface="+mn-ea"/>
                <a:sym typeface="+mn-lt"/>
              </a:rPr>
              <a:t>15</a:t>
            </a:r>
            <a:r>
              <a:rPr lang="id-ID" sz="3600" b="1" dirty="0">
                <a:solidFill>
                  <a:schemeClr val="accent3"/>
                </a:solidFill>
                <a:cs typeface="+mn-ea"/>
                <a:sym typeface="+mn-lt"/>
              </a:rPr>
              <a:t>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43C209C-123F-48EE-8D1A-F480D2E690B2}"/>
              </a:ext>
            </a:extLst>
          </p:cNvPr>
          <p:cNvSpPr/>
          <p:nvPr/>
        </p:nvSpPr>
        <p:spPr bwMode="auto">
          <a:xfrm>
            <a:off x="9200478" y="4627648"/>
            <a:ext cx="2318418" cy="66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Copy paste fonts. Choose the only option to retain text……</a:t>
            </a:r>
          </a:p>
        </p:txBody>
      </p:sp>
    </p:spTree>
    <p:extLst>
      <p:ext uri="{BB962C8B-B14F-4D97-AF65-F5344CB8AC3E}">
        <p14:creationId xmlns:p14="http://schemas.microsoft.com/office/powerpoint/2010/main" val="2760031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43ABD-1A05-45EF-86D3-3253D4D9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课程要点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F9802B2-DCC1-4B70-8E5D-F8ACA52CA3EA}"/>
              </a:ext>
            </a:extLst>
          </p:cNvPr>
          <p:cNvGrpSpPr/>
          <p:nvPr/>
        </p:nvGrpSpPr>
        <p:grpSpPr>
          <a:xfrm>
            <a:off x="329348" y="1536492"/>
            <a:ext cx="5514400" cy="4584908"/>
            <a:chOff x="673105" y="1609043"/>
            <a:chExt cx="5457684" cy="4537752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04EA411D-B122-4095-AC94-545320C9C8B6}"/>
                </a:ext>
              </a:extLst>
            </p:cNvPr>
            <p:cNvGrpSpPr/>
            <p:nvPr/>
          </p:nvGrpSpPr>
          <p:grpSpPr>
            <a:xfrm>
              <a:off x="673105" y="2023031"/>
              <a:ext cx="2710980" cy="2111063"/>
              <a:chOff x="4814099" y="1314953"/>
              <a:chExt cx="3614497" cy="2814637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ECD4B30F-98BB-44E9-BECC-5085BC101F7C}"/>
                  </a:ext>
                </a:extLst>
              </p:cNvPr>
              <p:cNvSpPr/>
              <p:nvPr/>
            </p:nvSpPr>
            <p:spPr bwMode="auto">
              <a:xfrm>
                <a:off x="7011491" y="1314953"/>
                <a:ext cx="246622" cy="199648"/>
              </a:xfrm>
              <a:custGeom>
                <a:avLst/>
                <a:gdLst>
                  <a:gd name="T0" fmla="*/ 77 w 77"/>
                  <a:gd name="T1" fmla="*/ 7 h 62"/>
                  <a:gd name="T2" fmla="*/ 68 w 77"/>
                  <a:gd name="T3" fmla="*/ 10 h 62"/>
                  <a:gd name="T4" fmla="*/ 75 w 77"/>
                  <a:gd name="T5" fmla="*/ 1 h 62"/>
                  <a:gd name="T6" fmla="*/ 65 w 77"/>
                  <a:gd name="T7" fmla="*/ 5 h 62"/>
                  <a:gd name="T8" fmla="*/ 53 w 77"/>
                  <a:gd name="T9" fmla="*/ 0 h 62"/>
                  <a:gd name="T10" fmla="*/ 38 w 77"/>
                  <a:gd name="T11" fmla="*/ 15 h 62"/>
                  <a:gd name="T12" fmla="*/ 38 w 77"/>
                  <a:gd name="T13" fmla="*/ 19 h 62"/>
                  <a:gd name="T14" fmla="*/ 6 w 77"/>
                  <a:gd name="T15" fmla="*/ 3 h 62"/>
                  <a:gd name="T16" fmla="*/ 3 w 77"/>
                  <a:gd name="T17" fmla="*/ 10 h 62"/>
                  <a:gd name="T18" fmla="*/ 10 w 77"/>
                  <a:gd name="T19" fmla="*/ 24 h 62"/>
                  <a:gd name="T20" fmla="*/ 3 w 77"/>
                  <a:gd name="T21" fmla="*/ 22 h 62"/>
                  <a:gd name="T22" fmla="*/ 3 w 77"/>
                  <a:gd name="T23" fmla="*/ 22 h 62"/>
                  <a:gd name="T24" fmla="*/ 16 w 77"/>
                  <a:gd name="T25" fmla="*/ 37 h 62"/>
                  <a:gd name="T26" fmla="*/ 12 w 77"/>
                  <a:gd name="T27" fmla="*/ 38 h 62"/>
                  <a:gd name="T28" fmla="*/ 9 w 77"/>
                  <a:gd name="T29" fmla="*/ 38 h 62"/>
                  <a:gd name="T30" fmla="*/ 24 w 77"/>
                  <a:gd name="T31" fmla="*/ 48 h 62"/>
                  <a:gd name="T32" fmla="*/ 4 w 77"/>
                  <a:gd name="T33" fmla="*/ 55 h 62"/>
                  <a:gd name="T34" fmla="*/ 0 w 77"/>
                  <a:gd name="T35" fmla="*/ 55 h 62"/>
                  <a:gd name="T36" fmla="*/ 24 w 77"/>
                  <a:gd name="T37" fmla="*/ 62 h 62"/>
                  <a:gd name="T38" fmla="*/ 69 w 77"/>
                  <a:gd name="T39" fmla="*/ 17 h 62"/>
                  <a:gd name="T40" fmla="*/ 69 w 77"/>
                  <a:gd name="T41" fmla="*/ 15 h 62"/>
                  <a:gd name="T42" fmla="*/ 77 w 77"/>
                  <a:gd name="T43" fmla="*/ 7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7" h="62">
                    <a:moveTo>
                      <a:pt x="77" y="7"/>
                    </a:moveTo>
                    <a:cubicBezTo>
                      <a:pt x="74" y="8"/>
                      <a:pt x="71" y="9"/>
                      <a:pt x="68" y="10"/>
                    </a:cubicBezTo>
                    <a:cubicBezTo>
                      <a:pt x="71" y="8"/>
                      <a:pt x="74" y="4"/>
                      <a:pt x="75" y="1"/>
                    </a:cubicBezTo>
                    <a:cubicBezTo>
                      <a:pt x="72" y="3"/>
                      <a:pt x="68" y="4"/>
                      <a:pt x="65" y="5"/>
                    </a:cubicBezTo>
                    <a:cubicBezTo>
                      <a:pt x="62" y="2"/>
                      <a:pt x="58" y="0"/>
                      <a:pt x="53" y="0"/>
                    </a:cubicBezTo>
                    <a:cubicBezTo>
                      <a:pt x="45" y="0"/>
                      <a:pt x="38" y="7"/>
                      <a:pt x="38" y="15"/>
                    </a:cubicBezTo>
                    <a:cubicBezTo>
                      <a:pt x="38" y="17"/>
                      <a:pt x="38" y="18"/>
                      <a:pt x="38" y="19"/>
                    </a:cubicBezTo>
                    <a:cubicBezTo>
                      <a:pt x="25" y="18"/>
                      <a:pt x="13" y="12"/>
                      <a:pt x="6" y="3"/>
                    </a:cubicBezTo>
                    <a:cubicBezTo>
                      <a:pt x="4" y="5"/>
                      <a:pt x="3" y="8"/>
                      <a:pt x="3" y="10"/>
                    </a:cubicBezTo>
                    <a:cubicBezTo>
                      <a:pt x="3" y="16"/>
                      <a:pt x="6" y="21"/>
                      <a:pt x="10" y="24"/>
                    </a:cubicBezTo>
                    <a:cubicBezTo>
                      <a:pt x="8" y="24"/>
                      <a:pt x="5" y="23"/>
                      <a:pt x="3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3" y="29"/>
                      <a:pt x="9" y="36"/>
                      <a:pt x="16" y="37"/>
                    </a:cubicBezTo>
                    <a:cubicBezTo>
                      <a:pt x="15" y="38"/>
                      <a:pt x="13" y="38"/>
                      <a:pt x="12" y="38"/>
                    </a:cubicBezTo>
                    <a:cubicBezTo>
                      <a:pt x="11" y="38"/>
                      <a:pt x="10" y="38"/>
                      <a:pt x="9" y="38"/>
                    </a:cubicBezTo>
                    <a:cubicBezTo>
                      <a:pt x="11" y="44"/>
                      <a:pt x="17" y="48"/>
                      <a:pt x="24" y="48"/>
                    </a:cubicBezTo>
                    <a:cubicBezTo>
                      <a:pt x="18" y="53"/>
                      <a:pt x="11" y="55"/>
                      <a:pt x="4" y="55"/>
                    </a:cubicBezTo>
                    <a:cubicBezTo>
                      <a:pt x="3" y="55"/>
                      <a:pt x="1" y="55"/>
                      <a:pt x="0" y="55"/>
                    </a:cubicBezTo>
                    <a:cubicBezTo>
                      <a:pt x="7" y="59"/>
                      <a:pt x="15" y="62"/>
                      <a:pt x="24" y="62"/>
                    </a:cubicBezTo>
                    <a:cubicBezTo>
                      <a:pt x="53" y="62"/>
                      <a:pt x="69" y="38"/>
                      <a:pt x="69" y="17"/>
                    </a:cubicBezTo>
                    <a:cubicBezTo>
                      <a:pt x="69" y="17"/>
                      <a:pt x="69" y="16"/>
                      <a:pt x="69" y="15"/>
                    </a:cubicBezTo>
                    <a:cubicBezTo>
                      <a:pt x="72" y="13"/>
                      <a:pt x="75" y="10"/>
                      <a:pt x="77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384FA765-18AA-4169-A2E8-4A6313076C16}"/>
                  </a:ext>
                </a:extLst>
              </p:cNvPr>
              <p:cNvSpPr/>
              <p:nvPr/>
            </p:nvSpPr>
            <p:spPr bwMode="auto">
              <a:xfrm>
                <a:off x="7246370" y="2080267"/>
                <a:ext cx="246622" cy="246623"/>
              </a:xfrm>
              <a:custGeom>
                <a:avLst/>
                <a:gdLst>
                  <a:gd name="T0" fmla="*/ 38 w 77"/>
                  <a:gd name="T1" fmla="*/ 0 h 77"/>
                  <a:gd name="T2" fmla="*/ 0 w 77"/>
                  <a:gd name="T3" fmla="*/ 39 h 77"/>
                  <a:gd name="T4" fmla="*/ 38 w 77"/>
                  <a:gd name="T5" fmla="*/ 77 h 77"/>
                  <a:gd name="T6" fmla="*/ 77 w 77"/>
                  <a:gd name="T7" fmla="*/ 39 h 77"/>
                  <a:gd name="T8" fmla="*/ 38 w 77"/>
                  <a:gd name="T9" fmla="*/ 0 h 77"/>
                  <a:gd name="T10" fmla="*/ 24 w 77"/>
                  <a:gd name="T11" fmla="*/ 39 h 77"/>
                  <a:gd name="T12" fmla="*/ 38 w 77"/>
                  <a:gd name="T13" fmla="*/ 24 h 77"/>
                  <a:gd name="T14" fmla="*/ 53 w 77"/>
                  <a:gd name="T15" fmla="*/ 39 h 77"/>
                  <a:gd name="T16" fmla="*/ 38 w 77"/>
                  <a:gd name="T17" fmla="*/ 53 h 77"/>
                  <a:gd name="T18" fmla="*/ 24 w 77"/>
                  <a:gd name="T19" fmla="*/ 39 h 77"/>
                  <a:gd name="T20" fmla="*/ 70 w 77"/>
                  <a:gd name="T21" fmla="*/ 52 h 77"/>
                  <a:gd name="T22" fmla="*/ 70 w 77"/>
                  <a:gd name="T23" fmla="*/ 52 h 77"/>
                  <a:gd name="T24" fmla="*/ 56 w 77"/>
                  <a:gd name="T25" fmla="*/ 46 h 77"/>
                  <a:gd name="T26" fmla="*/ 58 w 77"/>
                  <a:gd name="T27" fmla="*/ 39 h 77"/>
                  <a:gd name="T28" fmla="*/ 56 w 77"/>
                  <a:gd name="T29" fmla="*/ 31 h 77"/>
                  <a:gd name="T30" fmla="*/ 66 w 77"/>
                  <a:gd name="T31" fmla="*/ 27 h 77"/>
                  <a:gd name="T32" fmla="*/ 70 w 77"/>
                  <a:gd name="T33" fmla="*/ 26 h 77"/>
                  <a:gd name="T34" fmla="*/ 72 w 77"/>
                  <a:gd name="T35" fmla="*/ 39 h 77"/>
                  <a:gd name="T36" fmla="*/ 70 w 77"/>
                  <a:gd name="T37" fmla="*/ 52 h 77"/>
                  <a:gd name="T38" fmla="*/ 51 w 77"/>
                  <a:gd name="T39" fmla="*/ 7 h 77"/>
                  <a:gd name="T40" fmla="*/ 51 w 77"/>
                  <a:gd name="T41" fmla="*/ 7 h 77"/>
                  <a:gd name="T42" fmla="*/ 51 w 77"/>
                  <a:gd name="T43" fmla="*/ 7 h 77"/>
                  <a:gd name="T44" fmla="*/ 46 w 77"/>
                  <a:gd name="T45" fmla="*/ 21 h 77"/>
                  <a:gd name="T46" fmla="*/ 38 w 77"/>
                  <a:gd name="T47" fmla="*/ 19 h 77"/>
                  <a:gd name="T48" fmla="*/ 31 w 77"/>
                  <a:gd name="T49" fmla="*/ 21 h 77"/>
                  <a:gd name="T50" fmla="*/ 28 w 77"/>
                  <a:gd name="T51" fmla="*/ 14 h 77"/>
                  <a:gd name="T52" fmla="*/ 25 w 77"/>
                  <a:gd name="T53" fmla="*/ 7 h 77"/>
                  <a:gd name="T54" fmla="*/ 38 w 77"/>
                  <a:gd name="T55" fmla="*/ 5 h 77"/>
                  <a:gd name="T56" fmla="*/ 51 w 77"/>
                  <a:gd name="T57" fmla="*/ 7 h 77"/>
                  <a:gd name="T58" fmla="*/ 7 w 77"/>
                  <a:gd name="T59" fmla="*/ 26 h 77"/>
                  <a:gd name="T60" fmla="*/ 14 w 77"/>
                  <a:gd name="T61" fmla="*/ 29 h 77"/>
                  <a:gd name="T62" fmla="*/ 20 w 77"/>
                  <a:gd name="T63" fmla="*/ 31 h 77"/>
                  <a:gd name="T64" fmla="*/ 19 w 77"/>
                  <a:gd name="T65" fmla="*/ 39 h 77"/>
                  <a:gd name="T66" fmla="*/ 20 w 77"/>
                  <a:gd name="T67" fmla="*/ 46 h 77"/>
                  <a:gd name="T68" fmla="*/ 7 w 77"/>
                  <a:gd name="T69" fmla="*/ 52 h 77"/>
                  <a:gd name="T70" fmla="*/ 4 w 77"/>
                  <a:gd name="T71" fmla="*/ 39 h 77"/>
                  <a:gd name="T72" fmla="*/ 7 w 77"/>
                  <a:gd name="T73" fmla="*/ 26 h 77"/>
                  <a:gd name="T74" fmla="*/ 25 w 77"/>
                  <a:gd name="T75" fmla="*/ 70 h 77"/>
                  <a:gd name="T76" fmla="*/ 27 w 77"/>
                  <a:gd name="T77" fmla="*/ 66 h 77"/>
                  <a:gd name="T78" fmla="*/ 31 w 77"/>
                  <a:gd name="T79" fmla="*/ 57 h 77"/>
                  <a:gd name="T80" fmla="*/ 38 w 77"/>
                  <a:gd name="T81" fmla="*/ 58 h 77"/>
                  <a:gd name="T82" fmla="*/ 46 w 77"/>
                  <a:gd name="T83" fmla="*/ 57 h 77"/>
                  <a:gd name="T84" fmla="*/ 51 w 77"/>
                  <a:gd name="T85" fmla="*/ 70 h 77"/>
                  <a:gd name="T86" fmla="*/ 51 w 77"/>
                  <a:gd name="T87" fmla="*/ 70 h 77"/>
                  <a:gd name="T88" fmla="*/ 51 w 77"/>
                  <a:gd name="T89" fmla="*/ 70 h 77"/>
                  <a:gd name="T90" fmla="*/ 38 w 77"/>
                  <a:gd name="T91" fmla="*/ 73 h 77"/>
                  <a:gd name="T92" fmla="*/ 25 w 77"/>
                  <a:gd name="T93" fmla="*/ 7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7" h="77">
                    <a:moveTo>
                      <a:pt x="38" y="0"/>
                    </a:moveTo>
                    <a:cubicBezTo>
                      <a:pt x="17" y="0"/>
                      <a:pt x="0" y="17"/>
                      <a:pt x="0" y="39"/>
                    </a:cubicBezTo>
                    <a:cubicBezTo>
                      <a:pt x="0" y="60"/>
                      <a:pt x="17" y="77"/>
                      <a:pt x="38" y="77"/>
                    </a:cubicBezTo>
                    <a:cubicBezTo>
                      <a:pt x="60" y="77"/>
                      <a:pt x="77" y="60"/>
                      <a:pt x="77" y="39"/>
                    </a:cubicBezTo>
                    <a:cubicBezTo>
                      <a:pt x="77" y="17"/>
                      <a:pt x="60" y="0"/>
                      <a:pt x="38" y="0"/>
                    </a:cubicBezTo>
                    <a:close/>
                    <a:moveTo>
                      <a:pt x="24" y="39"/>
                    </a:moveTo>
                    <a:cubicBezTo>
                      <a:pt x="24" y="31"/>
                      <a:pt x="30" y="24"/>
                      <a:pt x="38" y="24"/>
                    </a:cubicBezTo>
                    <a:cubicBezTo>
                      <a:pt x="46" y="24"/>
                      <a:pt x="53" y="31"/>
                      <a:pt x="53" y="39"/>
                    </a:cubicBezTo>
                    <a:cubicBezTo>
                      <a:pt x="53" y="47"/>
                      <a:pt x="46" y="53"/>
                      <a:pt x="38" y="53"/>
                    </a:cubicBezTo>
                    <a:cubicBezTo>
                      <a:pt x="30" y="53"/>
                      <a:pt x="24" y="47"/>
                      <a:pt x="24" y="39"/>
                    </a:cubicBezTo>
                    <a:close/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4"/>
                      <a:pt x="58" y="41"/>
                      <a:pt x="58" y="39"/>
                    </a:cubicBezTo>
                    <a:cubicBezTo>
                      <a:pt x="58" y="36"/>
                      <a:pt x="57" y="34"/>
                      <a:pt x="56" y="31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1" y="30"/>
                      <a:pt x="72" y="34"/>
                      <a:pt x="72" y="39"/>
                    </a:cubicBezTo>
                    <a:cubicBezTo>
                      <a:pt x="72" y="43"/>
                      <a:pt x="71" y="48"/>
                      <a:pt x="70" y="52"/>
                    </a:cubicBezTo>
                    <a:close/>
                    <a:moveTo>
                      <a:pt x="51" y="7"/>
                    </a:moveTo>
                    <a:cubicBezTo>
                      <a:pt x="51" y="7"/>
                      <a:pt x="51" y="7"/>
                      <a:pt x="51" y="7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3" y="20"/>
                      <a:pt x="41" y="19"/>
                      <a:pt x="38" y="19"/>
                    </a:cubicBezTo>
                    <a:cubicBezTo>
                      <a:pt x="36" y="19"/>
                      <a:pt x="33" y="20"/>
                      <a:pt x="31" y="21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9" y="6"/>
                      <a:pt x="34" y="5"/>
                      <a:pt x="38" y="5"/>
                    </a:cubicBezTo>
                    <a:cubicBezTo>
                      <a:pt x="43" y="5"/>
                      <a:pt x="47" y="6"/>
                      <a:pt x="51" y="7"/>
                    </a:cubicBezTo>
                    <a:close/>
                    <a:moveTo>
                      <a:pt x="7" y="26"/>
                    </a:moveTo>
                    <a:cubicBezTo>
                      <a:pt x="14" y="29"/>
                      <a:pt x="14" y="29"/>
                      <a:pt x="14" y="29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19" y="34"/>
                      <a:pt x="19" y="36"/>
                      <a:pt x="19" y="39"/>
                    </a:cubicBezTo>
                    <a:cubicBezTo>
                      <a:pt x="19" y="41"/>
                      <a:pt x="19" y="44"/>
                      <a:pt x="20" y="46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5" y="48"/>
                      <a:pt x="4" y="43"/>
                      <a:pt x="4" y="39"/>
                    </a:cubicBezTo>
                    <a:cubicBezTo>
                      <a:pt x="4" y="34"/>
                      <a:pt x="5" y="30"/>
                      <a:pt x="7" y="26"/>
                    </a:cubicBezTo>
                    <a:close/>
                    <a:moveTo>
                      <a:pt x="25" y="70"/>
                    </a:moveTo>
                    <a:cubicBezTo>
                      <a:pt x="27" y="66"/>
                      <a:pt x="27" y="66"/>
                      <a:pt x="27" y="66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3" y="58"/>
                      <a:pt x="36" y="58"/>
                      <a:pt x="38" y="58"/>
                    </a:cubicBezTo>
                    <a:cubicBezTo>
                      <a:pt x="41" y="58"/>
                      <a:pt x="43" y="58"/>
                      <a:pt x="46" y="57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47" y="72"/>
                      <a:pt x="43" y="73"/>
                      <a:pt x="38" y="73"/>
                    </a:cubicBezTo>
                    <a:cubicBezTo>
                      <a:pt x="34" y="73"/>
                      <a:pt x="29" y="72"/>
                      <a:pt x="25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24A13238-5750-478D-9F5A-3C7BD218DB44}"/>
                  </a:ext>
                </a:extLst>
              </p:cNvPr>
              <p:cNvSpPr/>
              <p:nvPr/>
            </p:nvSpPr>
            <p:spPr bwMode="auto">
              <a:xfrm>
                <a:off x="6616112" y="2281873"/>
                <a:ext cx="211390" cy="172245"/>
              </a:xfrm>
              <a:custGeom>
                <a:avLst/>
                <a:gdLst>
                  <a:gd name="T0" fmla="*/ 66 w 66"/>
                  <a:gd name="T1" fmla="*/ 29 h 54"/>
                  <a:gd name="T2" fmla="*/ 58 w 66"/>
                  <a:gd name="T3" fmla="*/ 13 h 54"/>
                  <a:gd name="T4" fmla="*/ 46 w 66"/>
                  <a:gd name="T5" fmla="*/ 13 h 54"/>
                  <a:gd name="T6" fmla="*/ 46 w 66"/>
                  <a:gd name="T7" fmla="*/ 4 h 54"/>
                  <a:gd name="T8" fmla="*/ 42 w 66"/>
                  <a:gd name="T9" fmla="*/ 0 h 54"/>
                  <a:gd name="T10" fmla="*/ 4 w 66"/>
                  <a:gd name="T11" fmla="*/ 0 h 54"/>
                  <a:gd name="T12" fmla="*/ 0 w 66"/>
                  <a:gd name="T13" fmla="*/ 4 h 54"/>
                  <a:gd name="T14" fmla="*/ 0 w 66"/>
                  <a:gd name="T15" fmla="*/ 37 h 54"/>
                  <a:gd name="T16" fmla="*/ 4 w 66"/>
                  <a:gd name="T17" fmla="*/ 41 h 54"/>
                  <a:gd name="T18" fmla="*/ 10 w 66"/>
                  <a:gd name="T19" fmla="*/ 41 h 54"/>
                  <a:gd name="T20" fmla="*/ 9 w 66"/>
                  <a:gd name="T21" fmla="*/ 46 h 54"/>
                  <a:gd name="T22" fmla="*/ 17 w 66"/>
                  <a:gd name="T23" fmla="*/ 54 h 54"/>
                  <a:gd name="T24" fmla="*/ 25 w 66"/>
                  <a:gd name="T25" fmla="*/ 46 h 54"/>
                  <a:gd name="T26" fmla="*/ 24 w 66"/>
                  <a:gd name="T27" fmla="*/ 41 h 54"/>
                  <a:gd name="T28" fmla="*/ 47 w 66"/>
                  <a:gd name="T29" fmla="*/ 41 h 54"/>
                  <a:gd name="T30" fmla="*/ 46 w 66"/>
                  <a:gd name="T31" fmla="*/ 46 h 54"/>
                  <a:gd name="T32" fmla="*/ 54 w 66"/>
                  <a:gd name="T33" fmla="*/ 54 h 54"/>
                  <a:gd name="T34" fmla="*/ 62 w 66"/>
                  <a:gd name="T35" fmla="*/ 46 h 54"/>
                  <a:gd name="T36" fmla="*/ 61 w 66"/>
                  <a:gd name="T37" fmla="*/ 41 h 54"/>
                  <a:gd name="T38" fmla="*/ 66 w 66"/>
                  <a:gd name="T39" fmla="*/ 41 h 54"/>
                  <a:gd name="T40" fmla="*/ 66 w 66"/>
                  <a:gd name="T41" fmla="*/ 29 h 54"/>
                  <a:gd name="T42" fmla="*/ 46 w 66"/>
                  <a:gd name="T43" fmla="*/ 29 h 54"/>
                  <a:gd name="T44" fmla="*/ 46 w 66"/>
                  <a:gd name="T45" fmla="*/ 19 h 54"/>
                  <a:gd name="T46" fmla="*/ 54 w 66"/>
                  <a:gd name="T47" fmla="*/ 19 h 54"/>
                  <a:gd name="T48" fmla="*/ 59 w 66"/>
                  <a:gd name="T49" fmla="*/ 29 h 54"/>
                  <a:gd name="T50" fmla="*/ 46 w 66"/>
                  <a:gd name="T51" fmla="*/ 2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6" h="54">
                    <a:moveTo>
                      <a:pt x="66" y="29"/>
                    </a:moveTo>
                    <a:cubicBezTo>
                      <a:pt x="58" y="13"/>
                      <a:pt x="58" y="13"/>
                      <a:pt x="58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2"/>
                      <a:pt x="44" y="0"/>
                      <a:pt x="4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4"/>
                      <a:pt x="9" y="46"/>
                    </a:cubicBezTo>
                    <a:cubicBezTo>
                      <a:pt x="9" y="50"/>
                      <a:pt x="12" y="54"/>
                      <a:pt x="17" y="54"/>
                    </a:cubicBezTo>
                    <a:cubicBezTo>
                      <a:pt x="21" y="54"/>
                      <a:pt x="25" y="50"/>
                      <a:pt x="25" y="46"/>
                    </a:cubicBezTo>
                    <a:cubicBezTo>
                      <a:pt x="25" y="44"/>
                      <a:pt x="25" y="43"/>
                      <a:pt x="24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3"/>
                      <a:pt x="46" y="44"/>
                      <a:pt x="46" y="46"/>
                    </a:cubicBezTo>
                    <a:cubicBezTo>
                      <a:pt x="46" y="50"/>
                      <a:pt x="49" y="54"/>
                      <a:pt x="54" y="54"/>
                    </a:cubicBezTo>
                    <a:cubicBezTo>
                      <a:pt x="59" y="54"/>
                      <a:pt x="62" y="50"/>
                      <a:pt x="62" y="46"/>
                    </a:cubicBezTo>
                    <a:cubicBezTo>
                      <a:pt x="62" y="44"/>
                      <a:pt x="62" y="43"/>
                      <a:pt x="61" y="41"/>
                    </a:cubicBezTo>
                    <a:cubicBezTo>
                      <a:pt x="66" y="41"/>
                      <a:pt x="66" y="41"/>
                      <a:pt x="66" y="41"/>
                    </a:cubicBezTo>
                    <a:lnTo>
                      <a:pt x="66" y="29"/>
                    </a:lnTo>
                    <a:close/>
                    <a:moveTo>
                      <a:pt x="46" y="29"/>
                    </a:moveTo>
                    <a:cubicBezTo>
                      <a:pt x="46" y="19"/>
                      <a:pt x="46" y="19"/>
                      <a:pt x="46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9" y="29"/>
                      <a:pt x="59" y="29"/>
                      <a:pt x="59" y="29"/>
                    </a:cubicBezTo>
                    <a:lnTo>
                      <a:pt x="46" y="2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37C99A45-A699-4741-999E-4F223D26B8C1}"/>
                  </a:ext>
                </a:extLst>
              </p:cNvPr>
              <p:cNvSpPr/>
              <p:nvPr/>
            </p:nvSpPr>
            <p:spPr bwMode="auto">
              <a:xfrm>
                <a:off x="6242261" y="1630081"/>
                <a:ext cx="211390" cy="183988"/>
              </a:xfrm>
              <a:custGeom>
                <a:avLst/>
                <a:gdLst>
                  <a:gd name="T0" fmla="*/ 66 w 66"/>
                  <a:gd name="T1" fmla="*/ 19 h 58"/>
                  <a:gd name="T2" fmla="*/ 47 w 66"/>
                  <a:gd name="T3" fmla="*/ 0 h 58"/>
                  <a:gd name="T4" fmla="*/ 33 w 66"/>
                  <a:gd name="T5" fmla="*/ 6 h 58"/>
                  <a:gd name="T6" fmla="*/ 19 w 66"/>
                  <a:gd name="T7" fmla="*/ 0 h 58"/>
                  <a:gd name="T8" fmla="*/ 0 w 66"/>
                  <a:gd name="T9" fmla="*/ 19 h 58"/>
                  <a:gd name="T10" fmla="*/ 6 w 66"/>
                  <a:gd name="T11" fmla="*/ 33 h 58"/>
                  <a:gd name="T12" fmla="*/ 6 w 66"/>
                  <a:gd name="T13" fmla="*/ 33 h 58"/>
                  <a:gd name="T14" fmla="*/ 26 w 66"/>
                  <a:gd name="T15" fmla="*/ 54 h 58"/>
                  <a:gd name="T16" fmla="*/ 33 w 66"/>
                  <a:gd name="T17" fmla="*/ 58 h 58"/>
                  <a:gd name="T18" fmla="*/ 39 w 66"/>
                  <a:gd name="T19" fmla="*/ 54 h 58"/>
                  <a:gd name="T20" fmla="*/ 59 w 66"/>
                  <a:gd name="T21" fmla="*/ 33 h 58"/>
                  <a:gd name="T22" fmla="*/ 59 w 66"/>
                  <a:gd name="T23" fmla="*/ 33 h 58"/>
                  <a:gd name="T24" fmla="*/ 66 w 66"/>
                  <a:gd name="T25" fmla="*/ 19 h 58"/>
                  <a:gd name="T26" fmla="*/ 54 w 66"/>
                  <a:gd name="T27" fmla="*/ 27 h 58"/>
                  <a:gd name="T28" fmla="*/ 33 w 66"/>
                  <a:gd name="T29" fmla="*/ 48 h 58"/>
                  <a:gd name="T30" fmla="*/ 33 w 66"/>
                  <a:gd name="T31" fmla="*/ 48 h 58"/>
                  <a:gd name="T32" fmla="*/ 32 w 66"/>
                  <a:gd name="T33" fmla="*/ 48 h 58"/>
                  <a:gd name="T34" fmla="*/ 11 w 66"/>
                  <a:gd name="T35" fmla="*/ 27 h 58"/>
                  <a:gd name="T36" fmla="*/ 8 w 66"/>
                  <a:gd name="T37" fmla="*/ 19 h 58"/>
                  <a:gd name="T38" fmla="*/ 19 w 66"/>
                  <a:gd name="T39" fmla="*/ 8 h 58"/>
                  <a:gd name="T40" fmla="*/ 27 w 66"/>
                  <a:gd name="T41" fmla="*/ 12 h 58"/>
                  <a:gd name="T42" fmla="*/ 33 w 66"/>
                  <a:gd name="T43" fmla="*/ 19 h 58"/>
                  <a:gd name="T44" fmla="*/ 39 w 66"/>
                  <a:gd name="T45" fmla="*/ 12 h 58"/>
                  <a:gd name="T46" fmla="*/ 47 w 66"/>
                  <a:gd name="T47" fmla="*/ 8 h 58"/>
                  <a:gd name="T48" fmla="*/ 57 w 66"/>
                  <a:gd name="T49" fmla="*/ 19 h 58"/>
                  <a:gd name="T50" fmla="*/ 54 w 66"/>
                  <a:gd name="T51" fmla="*/ 2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6" h="58">
                    <a:moveTo>
                      <a:pt x="66" y="19"/>
                    </a:moveTo>
                    <a:cubicBezTo>
                      <a:pt x="66" y="9"/>
                      <a:pt x="57" y="0"/>
                      <a:pt x="47" y="0"/>
                    </a:cubicBezTo>
                    <a:cubicBezTo>
                      <a:pt x="41" y="0"/>
                      <a:pt x="36" y="3"/>
                      <a:pt x="33" y="6"/>
                    </a:cubicBezTo>
                    <a:cubicBezTo>
                      <a:pt x="29" y="3"/>
                      <a:pt x="24" y="0"/>
                      <a:pt x="19" y="0"/>
                    </a:cubicBezTo>
                    <a:cubicBezTo>
                      <a:pt x="8" y="0"/>
                      <a:pt x="0" y="9"/>
                      <a:pt x="0" y="19"/>
                    </a:cubicBezTo>
                    <a:cubicBezTo>
                      <a:pt x="0" y="25"/>
                      <a:pt x="2" y="30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26" y="54"/>
                      <a:pt x="26" y="54"/>
                      <a:pt x="26" y="54"/>
                    </a:cubicBezTo>
                    <a:cubicBezTo>
                      <a:pt x="28" y="56"/>
                      <a:pt x="31" y="58"/>
                      <a:pt x="33" y="58"/>
                    </a:cubicBezTo>
                    <a:cubicBezTo>
                      <a:pt x="35" y="58"/>
                      <a:pt x="37" y="56"/>
                      <a:pt x="39" y="5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63" y="30"/>
                      <a:pt x="66" y="25"/>
                      <a:pt x="66" y="19"/>
                    </a:cubicBezTo>
                    <a:close/>
                    <a:moveTo>
                      <a:pt x="54" y="27"/>
                    </a:moveTo>
                    <a:cubicBezTo>
                      <a:pt x="33" y="48"/>
                      <a:pt x="33" y="48"/>
                      <a:pt x="33" y="48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8" y="22"/>
                      <a:pt x="8" y="19"/>
                    </a:cubicBezTo>
                    <a:cubicBezTo>
                      <a:pt x="8" y="13"/>
                      <a:pt x="13" y="8"/>
                      <a:pt x="19" y="8"/>
                    </a:cubicBezTo>
                    <a:cubicBezTo>
                      <a:pt x="22" y="8"/>
                      <a:pt x="24" y="10"/>
                      <a:pt x="27" y="12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41" y="10"/>
                      <a:pt x="44" y="8"/>
                      <a:pt x="47" y="8"/>
                    </a:cubicBezTo>
                    <a:cubicBezTo>
                      <a:pt x="53" y="8"/>
                      <a:pt x="57" y="13"/>
                      <a:pt x="57" y="19"/>
                    </a:cubicBezTo>
                    <a:cubicBezTo>
                      <a:pt x="57" y="22"/>
                      <a:pt x="56" y="25"/>
                      <a:pt x="54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92EB8180-80E6-4589-9FBA-3868E462C7CF}"/>
                  </a:ext>
                </a:extLst>
              </p:cNvPr>
              <p:cNvSpPr/>
              <p:nvPr/>
            </p:nvSpPr>
            <p:spPr bwMode="auto">
              <a:xfrm>
                <a:off x="5806080" y="1515561"/>
                <a:ext cx="197691" cy="191818"/>
              </a:xfrm>
              <a:custGeom>
                <a:avLst/>
                <a:gdLst>
                  <a:gd name="T0" fmla="*/ 39 w 62"/>
                  <a:gd name="T1" fmla="*/ 42 h 60"/>
                  <a:gd name="T2" fmla="*/ 37 w 62"/>
                  <a:gd name="T3" fmla="*/ 38 h 60"/>
                  <a:gd name="T4" fmla="*/ 43 w 62"/>
                  <a:gd name="T5" fmla="*/ 27 h 60"/>
                  <a:gd name="T6" fmla="*/ 44 w 62"/>
                  <a:gd name="T7" fmla="*/ 19 h 60"/>
                  <a:gd name="T8" fmla="*/ 31 w 62"/>
                  <a:gd name="T9" fmla="*/ 0 h 60"/>
                  <a:gd name="T10" fmla="*/ 18 w 62"/>
                  <a:gd name="T11" fmla="*/ 19 h 60"/>
                  <a:gd name="T12" fmla="*/ 20 w 62"/>
                  <a:gd name="T13" fmla="*/ 27 h 60"/>
                  <a:gd name="T14" fmla="*/ 25 w 62"/>
                  <a:gd name="T15" fmla="*/ 38 h 60"/>
                  <a:gd name="T16" fmla="*/ 23 w 62"/>
                  <a:gd name="T17" fmla="*/ 42 h 60"/>
                  <a:gd name="T18" fmla="*/ 0 w 62"/>
                  <a:gd name="T19" fmla="*/ 60 h 60"/>
                  <a:gd name="T20" fmla="*/ 31 w 62"/>
                  <a:gd name="T21" fmla="*/ 60 h 60"/>
                  <a:gd name="T22" fmla="*/ 62 w 62"/>
                  <a:gd name="T23" fmla="*/ 60 h 60"/>
                  <a:gd name="T24" fmla="*/ 39 w 62"/>
                  <a:gd name="T25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0">
                    <a:moveTo>
                      <a:pt x="39" y="42"/>
                    </a:moveTo>
                    <a:cubicBezTo>
                      <a:pt x="37" y="42"/>
                      <a:pt x="37" y="38"/>
                      <a:pt x="37" y="38"/>
                    </a:cubicBezTo>
                    <a:cubicBezTo>
                      <a:pt x="37" y="38"/>
                      <a:pt x="42" y="33"/>
                      <a:pt x="43" y="27"/>
                    </a:cubicBezTo>
                    <a:cubicBezTo>
                      <a:pt x="45" y="27"/>
                      <a:pt x="47" y="21"/>
                      <a:pt x="44" y="19"/>
                    </a:cubicBezTo>
                    <a:cubicBezTo>
                      <a:pt x="44" y="16"/>
                      <a:pt x="48" y="0"/>
                      <a:pt x="31" y="0"/>
                    </a:cubicBezTo>
                    <a:cubicBezTo>
                      <a:pt x="15" y="0"/>
                      <a:pt x="18" y="16"/>
                      <a:pt x="18" y="19"/>
                    </a:cubicBezTo>
                    <a:cubicBezTo>
                      <a:pt x="15" y="21"/>
                      <a:pt x="17" y="27"/>
                      <a:pt x="20" y="27"/>
                    </a:cubicBezTo>
                    <a:cubicBezTo>
                      <a:pt x="21" y="33"/>
                      <a:pt x="25" y="38"/>
                      <a:pt x="25" y="38"/>
                    </a:cubicBezTo>
                    <a:cubicBezTo>
                      <a:pt x="25" y="38"/>
                      <a:pt x="25" y="42"/>
                      <a:pt x="23" y="42"/>
                    </a:cubicBezTo>
                    <a:cubicBezTo>
                      <a:pt x="19" y="43"/>
                      <a:pt x="0" y="51"/>
                      <a:pt x="0" y="60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2" y="51"/>
                      <a:pt x="44" y="43"/>
                      <a:pt x="39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8258F9BA-4F5E-458C-A677-68DFA99C5971}"/>
                  </a:ext>
                </a:extLst>
              </p:cNvPr>
              <p:cNvSpPr/>
              <p:nvPr/>
            </p:nvSpPr>
            <p:spPr bwMode="auto">
              <a:xfrm>
                <a:off x="6771079" y="1745565"/>
                <a:ext cx="150715" cy="150714"/>
              </a:xfrm>
              <a:custGeom>
                <a:avLst/>
                <a:gdLst>
                  <a:gd name="T0" fmla="*/ 3 w 47"/>
                  <a:gd name="T1" fmla="*/ 0 h 47"/>
                  <a:gd name="T2" fmla="*/ 21 w 47"/>
                  <a:gd name="T3" fmla="*/ 0 h 47"/>
                  <a:gd name="T4" fmla="*/ 21 w 47"/>
                  <a:gd name="T5" fmla="*/ 3 h 47"/>
                  <a:gd name="T6" fmla="*/ 3 w 47"/>
                  <a:gd name="T7" fmla="*/ 3 h 47"/>
                  <a:gd name="T8" fmla="*/ 3 w 47"/>
                  <a:gd name="T9" fmla="*/ 0 h 47"/>
                  <a:gd name="T10" fmla="*/ 26 w 47"/>
                  <a:gd name="T11" fmla="*/ 0 h 47"/>
                  <a:gd name="T12" fmla="*/ 44 w 47"/>
                  <a:gd name="T13" fmla="*/ 0 h 47"/>
                  <a:gd name="T14" fmla="*/ 44 w 47"/>
                  <a:gd name="T15" fmla="*/ 3 h 47"/>
                  <a:gd name="T16" fmla="*/ 26 w 47"/>
                  <a:gd name="T17" fmla="*/ 3 h 47"/>
                  <a:gd name="T18" fmla="*/ 26 w 47"/>
                  <a:gd name="T19" fmla="*/ 0 h 47"/>
                  <a:gd name="T20" fmla="*/ 43 w 47"/>
                  <a:gd name="T21" fmla="*/ 15 h 47"/>
                  <a:gd name="T22" fmla="*/ 41 w 47"/>
                  <a:gd name="T23" fmla="*/ 15 h 47"/>
                  <a:gd name="T24" fmla="*/ 41 w 47"/>
                  <a:gd name="T25" fmla="*/ 3 h 47"/>
                  <a:gd name="T26" fmla="*/ 29 w 47"/>
                  <a:gd name="T27" fmla="*/ 3 h 47"/>
                  <a:gd name="T28" fmla="*/ 29 w 47"/>
                  <a:gd name="T29" fmla="*/ 15 h 47"/>
                  <a:gd name="T30" fmla="*/ 18 w 47"/>
                  <a:gd name="T31" fmla="*/ 15 h 47"/>
                  <a:gd name="T32" fmla="*/ 18 w 47"/>
                  <a:gd name="T33" fmla="*/ 3 h 47"/>
                  <a:gd name="T34" fmla="*/ 6 w 47"/>
                  <a:gd name="T35" fmla="*/ 3 h 47"/>
                  <a:gd name="T36" fmla="*/ 6 w 47"/>
                  <a:gd name="T37" fmla="*/ 15 h 47"/>
                  <a:gd name="T38" fmla="*/ 4 w 47"/>
                  <a:gd name="T39" fmla="*/ 15 h 47"/>
                  <a:gd name="T40" fmla="*/ 0 w 47"/>
                  <a:gd name="T41" fmla="*/ 18 h 47"/>
                  <a:gd name="T42" fmla="*/ 0 w 47"/>
                  <a:gd name="T43" fmla="*/ 44 h 47"/>
                  <a:gd name="T44" fmla="*/ 4 w 47"/>
                  <a:gd name="T45" fmla="*/ 47 h 47"/>
                  <a:gd name="T46" fmla="*/ 17 w 47"/>
                  <a:gd name="T47" fmla="*/ 47 h 47"/>
                  <a:gd name="T48" fmla="*/ 21 w 47"/>
                  <a:gd name="T49" fmla="*/ 44 h 47"/>
                  <a:gd name="T50" fmla="*/ 21 w 47"/>
                  <a:gd name="T51" fmla="*/ 27 h 47"/>
                  <a:gd name="T52" fmla="*/ 26 w 47"/>
                  <a:gd name="T53" fmla="*/ 27 h 47"/>
                  <a:gd name="T54" fmla="*/ 26 w 47"/>
                  <a:gd name="T55" fmla="*/ 44 h 47"/>
                  <a:gd name="T56" fmla="*/ 30 w 47"/>
                  <a:gd name="T57" fmla="*/ 47 h 47"/>
                  <a:gd name="T58" fmla="*/ 43 w 47"/>
                  <a:gd name="T59" fmla="*/ 47 h 47"/>
                  <a:gd name="T60" fmla="*/ 47 w 47"/>
                  <a:gd name="T61" fmla="*/ 44 h 47"/>
                  <a:gd name="T62" fmla="*/ 47 w 47"/>
                  <a:gd name="T63" fmla="*/ 18 h 47"/>
                  <a:gd name="T64" fmla="*/ 43 w 47"/>
                  <a:gd name="T65" fmla="*/ 15 h 47"/>
                  <a:gd name="T66" fmla="*/ 16 w 47"/>
                  <a:gd name="T67" fmla="*/ 44 h 47"/>
                  <a:gd name="T68" fmla="*/ 5 w 47"/>
                  <a:gd name="T69" fmla="*/ 44 h 47"/>
                  <a:gd name="T70" fmla="*/ 3 w 47"/>
                  <a:gd name="T71" fmla="*/ 42 h 47"/>
                  <a:gd name="T72" fmla="*/ 5 w 47"/>
                  <a:gd name="T73" fmla="*/ 41 h 47"/>
                  <a:gd name="T74" fmla="*/ 16 w 47"/>
                  <a:gd name="T75" fmla="*/ 41 h 47"/>
                  <a:gd name="T76" fmla="*/ 18 w 47"/>
                  <a:gd name="T77" fmla="*/ 42 h 47"/>
                  <a:gd name="T78" fmla="*/ 16 w 47"/>
                  <a:gd name="T79" fmla="*/ 44 h 47"/>
                  <a:gd name="T80" fmla="*/ 25 w 47"/>
                  <a:gd name="T81" fmla="*/ 24 h 47"/>
                  <a:gd name="T82" fmla="*/ 22 w 47"/>
                  <a:gd name="T83" fmla="*/ 24 h 47"/>
                  <a:gd name="T84" fmla="*/ 21 w 47"/>
                  <a:gd name="T85" fmla="*/ 22 h 47"/>
                  <a:gd name="T86" fmla="*/ 22 w 47"/>
                  <a:gd name="T87" fmla="*/ 21 h 47"/>
                  <a:gd name="T88" fmla="*/ 25 w 47"/>
                  <a:gd name="T89" fmla="*/ 21 h 47"/>
                  <a:gd name="T90" fmla="*/ 26 w 47"/>
                  <a:gd name="T91" fmla="*/ 22 h 47"/>
                  <a:gd name="T92" fmla="*/ 25 w 47"/>
                  <a:gd name="T93" fmla="*/ 24 h 47"/>
                  <a:gd name="T94" fmla="*/ 42 w 47"/>
                  <a:gd name="T95" fmla="*/ 44 h 47"/>
                  <a:gd name="T96" fmla="*/ 31 w 47"/>
                  <a:gd name="T97" fmla="*/ 44 h 47"/>
                  <a:gd name="T98" fmla="*/ 29 w 47"/>
                  <a:gd name="T99" fmla="*/ 42 h 47"/>
                  <a:gd name="T100" fmla="*/ 31 w 47"/>
                  <a:gd name="T101" fmla="*/ 41 h 47"/>
                  <a:gd name="T102" fmla="*/ 42 w 47"/>
                  <a:gd name="T103" fmla="*/ 41 h 47"/>
                  <a:gd name="T104" fmla="*/ 44 w 47"/>
                  <a:gd name="T105" fmla="*/ 42 h 47"/>
                  <a:gd name="T106" fmla="*/ 42 w 47"/>
                  <a:gd name="T107" fmla="*/ 4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" h="47">
                    <a:moveTo>
                      <a:pt x="3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3" y="0"/>
                    </a:lnTo>
                    <a:close/>
                    <a:moveTo>
                      <a:pt x="26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26" y="3"/>
                      <a:pt x="26" y="3"/>
                      <a:pt x="26" y="3"/>
                    </a:cubicBezTo>
                    <a:lnTo>
                      <a:pt x="26" y="0"/>
                    </a:lnTo>
                    <a:close/>
                    <a:moveTo>
                      <a:pt x="43" y="15"/>
                    </a:move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2" y="15"/>
                      <a:pt x="0" y="16"/>
                      <a:pt x="0" y="1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5"/>
                      <a:pt x="2" y="47"/>
                      <a:pt x="4" y="47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9" y="47"/>
                      <a:pt x="21" y="45"/>
                      <a:pt x="21" y="44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6" y="45"/>
                      <a:pt x="28" y="47"/>
                      <a:pt x="30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5" y="47"/>
                      <a:pt x="47" y="45"/>
                      <a:pt x="47" y="44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5" y="15"/>
                      <a:pt x="43" y="15"/>
                    </a:cubicBezTo>
                    <a:close/>
                    <a:moveTo>
                      <a:pt x="16" y="44"/>
                    </a:moveTo>
                    <a:cubicBezTo>
                      <a:pt x="5" y="44"/>
                      <a:pt x="5" y="44"/>
                      <a:pt x="5" y="44"/>
                    </a:cubicBezTo>
                    <a:cubicBezTo>
                      <a:pt x="4" y="44"/>
                      <a:pt x="3" y="43"/>
                      <a:pt x="3" y="42"/>
                    </a:cubicBezTo>
                    <a:cubicBezTo>
                      <a:pt x="3" y="42"/>
                      <a:pt x="4" y="41"/>
                      <a:pt x="5" y="41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7" y="41"/>
                      <a:pt x="18" y="42"/>
                      <a:pt x="18" y="42"/>
                    </a:cubicBezTo>
                    <a:cubicBezTo>
                      <a:pt x="18" y="43"/>
                      <a:pt x="17" y="44"/>
                      <a:pt x="16" y="44"/>
                    </a:cubicBezTo>
                    <a:close/>
                    <a:moveTo>
                      <a:pt x="25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4"/>
                      <a:pt x="21" y="23"/>
                      <a:pt x="21" y="22"/>
                    </a:cubicBezTo>
                    <a:cubicBezTo>
                      <a:pt x="21" y="21"/>
                      <a:pt x="21" y="21"/>
                      <a:pt x="22" y="21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6" y="21"/>
                      <a:pt x="26" y="21"/>
                      <a:pt x="26" y="22"/>
                    </a:cubicBezTo>
                    <a:cubicBezTo>
                      <a:pt x="26" y="23"/>
                      <a:pt x="26" y="24"/>
                      <a:pt x="25" y="24"/>
                    </a:cubicBezTo>
                    <a:close/>
                    <a:moveTo>
                      <a:pt x="42" y="44"/>
                    </a:moveTo>
                    <a:cubicBezTo>
                      <a:pt x="31" y="44"/>
                      <a:pt x="31" y="44"/>
                      <a:pt x="31" y="44"/>
                    </a:cubicBezTo>
                    <a:cubicBezTo>
                      <a:pt x="30" y="44"/>
                      <a:pt x="29" y="43"/>
                      <a:pt x="29" y="42"/>
                    </a:cubicBezTo>
                    <a:cubicBezTo>
                      <a:pt x="29" y="42"/>
                      <a:pt x="30" y="41"/>
                      <a:pt x="31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4" y="42"/>
                      <a:pt x="44" y="42"/>
                    </a:cubicBezTo>
                    <a:cubicBezTo>
                      <a:pt x="44" y="43"/>
                      <a:pt x="43" y="44"/>
                      <a:pt x="42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FA38F214-4C2C-449B-AE06-1E59278D4B06}"/>
                  </a:ext>
                </a:extLst>
              </p:cNvPr>
              <p:cNvSpPr/>
              <p:nvPr/>
            </p:nvSpPr>
            <p:spPr bwMode="auto">
              <a:xfrm>
                <a:off x="8191760" y="2620490"/>
                <a:ext cx="236836" cy="266197"/>
              </a:xfrm>
              <a:custGeom>
                <a:avLst/>
                <a:gdLst>
                  <a:gd name="T0" fmla="*/ 58 w 74"/>
                  <a:gd name="T1" fmla="*/ 25 h 83"/>
                  <a:gd name="T2" fmla="*/ 62 w 74"/>
                  <a:gd name="T3" fmla="*/ 22 h 83"/>
                  <a:gd name="T4" fmla="*/ 68 w 74"/>
                  <a:gd name="T5" fmla="*/ 12 h 83"/>
                  <a:gd name="T6" fmla="*/ 65 w 74"/>
                  <a:gd name="T7" fmla="*/ 3 h 83"/>
                  <a:gd name="T8" fmla="*/ 58 w 74"/>
                  <a:gd name="T9" fmla="*/ 0 h 83"/>
                  <a:gd name="T10" fmla="*/ 46 w 74"/>
                  <a:gd name="T11" fmla="*/ 5 h 83"/>
                  <a:gd name="T12" fmla="*/ 36 w 74"/>
                  <a:gd name="T13" fmla="*/ 24 h 83"/>
                  <a:gd name="T14" fmla="*/ 27 w 74"/>
                  <a:gd name="T15" fmla="*/ 6 h 83"/>
                  <a:gd name="T16" fmla="*/ 18 w 74"/>
                  <a:gd name="T17" fmla="*/ 2 h 83"/>
                  <a:gd name="T18" fmla="*/ 11 w 74"/>
                  <a:gd name="T19" fmla="*/ 5 h 83"/>
                  <a:gd name="T20" fmla="*/ 12 w 74"/>
                  <a:gd name="T21" fmla="*/ 21 h 83"/>
                  <a:gd name="T22" fmla="*/ 18 w 74"/>
                  <a:gd name="T23" fmla="*/ 25 h 83"/>
                  <a:gd name="T24" fmla="*/ 0 w 74"/>
                  <a:gd name="T25" fmla="*/ 25 h 83"/>
                  <a:gd name="T26" fmla="*/ 0 w 74"/>
                  <a:gd name="T27" fmla="*/ 46 h 83"/>
                  <a:gd name="T28" fmla="*/ 5 w 74"/>
                  <a:gd name="T29" fmla="*/ 46 h 83"/>
                  <a:gd name="T30" fmla="*/ 5 w 74"/>
                  <a:gd name="T31" fmla="*/ 83 h 83"/>
                  <a:gd name="T32" fmla="*/ 68 w 74"/>
                  <a:gd name="T33" fmla="*/ 83 h 83"/>
                  <a:gd name="T34" fmla="*/ 68 w 74"/>
                  <a:gd name="T35" fmla="*/ 46 h 83"/>
                  <a:gd name="T36" fmla="*/ 74 w 74"/>
                  <a:gd name="T37" fmla="*/ 46 h 83"/>
                  <a:gd name="T38" fmla="*/ 74 w 74"/>
                  <a:gd name="T39" fmla="*/ 25 h 83"/>
                  <a:gd name="T40" fmla="*/ 58 w 74"/>
                  <a:gd name="T41" fmla="*/ 25 h 83"/>
                  <a:gd name="T42" fmla="*/ 50 w 74"/>
                  <a:gd name="T43" fmla="*/ 9 h 83"/>
                  <a:gd name="T44" fmla="*/ 58 w 74"/>
                  <a:gd name="T45" fmla="*/ 6 h 83"/>
                  <a:gd name="T46" fmla="*/ 61 w 74"/>
                  <a:gd name="T47" fmla="*/ 7 h 83"/>
                  <a:gd name="T48" fmla="*/ 58 w 74"/>
                  <a:gd name="T49" fmla="*/ 17 h 83"/>
                  <a:gd name="T50" fmla="*/ 46 w 74"/>
                  <a:gd name="T51" fmla="*/ 25 h 83"/>
                  <a:gd name="T52" fmla="*/ 41 w 74"/>
                  <a:gd name="T53" fmla="*/ 25 h 83"/>
                  <a:gd name="T54" fmla="*/ 50 w 74"/>
                  <a:gd name="T55" fmla="*/ 9 h 83"/>
                  <a:gd name="T56" fmla="*/ 14 w 74"/>
                  <a:gd name="T57" fmla="*/ 12 h 83"/>
                  <a:gd name="T58" fmla="*/ 15 w 74"/>
                  <a:gd name="T59" fmla="*/ 9 h 83"/>
                  <a:gd name="T60" fmla="*/ 18 w 74"/>
                  <a:gd name="T61" fmla="*/ 8 h 83"/>
                  <a:gd name="T62" fmla="*/ 18 w 74"/>
                  <a:gd name="T63" fmla="*/ 8 h 83"/>
                  <a:gd name="T64" fmla="*/ 23 w 74"/>
                  <a:gd name="T65" fmla="*/ 10 h 83"/>
                  <a:gd name="T66" fmla="*/ 29 w 74"/>
                  <a:gd name="T67" fmla="*/ 23 h 83"/>
                  <a:gd name="T68" fmla="*/ 29 w 74"/>
                  <a:gd name="T69" fmla="*/ 23 h 83"/>
                  <a:gd name="T70" fmla="*/ 29 w 74"/>
                  <a:gd name="T71" fmla="*/ 23 h 83"/>
                  <a:gd name="T72" fmla="*/ 16 w 74"/>
                  <a:gd name="T73" fmla="*/ 17 h 83"/>
                  <a:gd name="T74" fmla="*/ 14 w 74"/>
                  <a:gd name="T75" fmla="*/ 12 h 83"/>
                  <a:gd name="T76" fmla="*/ 32 w 74"/>
                  <a:gd name="T77" fmla="*/ 78 h 83"/>
                  <a:gd name="T78" fmla="*/ 11 w 74"/>
                  <a:gd name="T79" fmla="*/ 78 h 83"/>
                  <a:gd name="T80" fmla="*/ 11 w 74"/>
                  <a:gd name="T81" fmla="*/ 44 h 83"/>
                  <a:gd name="T82" fmla="*/ 32 w 74"/>
                  <a:gd name="T83" fmla="*/ 44 h 83"/>
                  <a:gd name="T84" fmla="*/ 32 w 74"/>
                  <a:gd name="T85" fmla="*/ 78 h 83"/>
                  <a:gd name="T86" fmla="*/ 32 w 74"/>
                  <a:gd name="T87" fmla="*/ 41 h 83"/>
                  <a:gd name="T88" fmla="*/ 5 w 74"/>
                  <a:gd name="T89" fmla="*/ 41 h 83"/>
                  <a:gd name="T90" fmla="*/ 5 w 74"/>
                  <a:gd name="T91" fmla="*/ 30 h 83"/>
                  <a:gd name="T92" fmla="*/ 32 w 74"/>
                  <a:gd name="T93" fmla="*/ 30 h 83"/>
                  <a:gd name="T94" fmla="*/ 32 w 74"/>
                  <a:gd name="T95" fmla="*/ 41 h 83"/>
                  <a:gd name="T96" fmla="*/ 63 w 74"/>
                  <a:gd name="T97" fmla="*/ 78 h 83"/>
                  <a:gd name="T98" fmla="*/ 42 w 74"/>
                  <a:gd name="T99" fmla="*/ 78 h 83"/>
                  <a:gd name="T100" fmla="*/ 42 w 74"/>
                  <a:gd name="T101" fmla="*/ 44 h 83"/>
                  <a:gd name="T102" fmla="*/ 63 w 74"/>
                  <a:gd name="T103" fmla="*/ 44 h 83"/>
                  <a:gd name="T104" fmla="*/ 63 w 74"/>
                  <a:gd name="T105" fmla="*/ 78 h 83"/>
                  <a:gd name="T106" fmla="*/ 68 w 74"/>
                  <a:gd name="T107" fmla="*/ 41 h 83"/>
                  <a:gd name="T108" fmla="*/ 42 w 74"/>
                  <a:gd name="T109" fmla="*/ 41 h 83"/>
                  <a:gd name="T110" fmla="*/ 42 w 74"/>
                  <a:gd name="T111" fmla="*/ 30 h 83"/>
                  <a:gd name="T112" fmla="*/ 68 w 74"/>
                  <a:gd name="T113" fmla="*/ 30 h 83"/>
                  <a:gd name="T114" fmla="*/ 68 w 74"/>
                  <a:gd name="T115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4" h="83">
                    <a:moveTo>
                      <a:pt x="58" y="25"/>
                    </a:moveTo>
                    <a:cubicBezTo>
                      <a:pt x="60" y="24"/>
                      <a:pt x="61" y="23"/>
                      <a:pt x="62" y="22"/>
                    </a:cubicBezTo>
                    <a:cubicBezTo>
                      <a:pt x="65" y="19"/>
                      <a:pt x="67" y="15"/>
                      <a:pt x="68" y="12"/>
                    </a:cubicBezTo>
                    <a:cubicBezTo>
                      <a:pt x="68" y="8"/>
                      <a:pt x="67" y="5"/>
                      <a:pt x="65" y="3"/>
                    </a:cubicBezTo>
                    <a:cubicBezTo>
                      <a:pt x="63" y="1"/>
                      <a:pt x="61" y="0"/>
                      <a:pt x="58" y="0"/>
                    </a:cubicBezTo>
                    <a:cubicBezTo>
                      <a:pt x="54" y="0"/>
                      <a:pt x="49" y="2"/>
                      <a:pt x="46" y="5"/>
                    </a:cubicBezTo>
                    <a:cubicBezTo>
                      <a:pt x="41" y="11"/>
                      <a:pt x="37" y="18"/>
                      <a:pt x="36" y="24"/>
                    </a:cubicBezTo>
                    <a:cubicBezTo>
                      <a:pt x="34" y="18"/>
                      <a:pt x="32" y="11"/>
                      <a:pt x="27" y="6"/>
                    </a:cubicBezTo>
                    <a:cubicBezTo>
                      <a:pt x="24" y="3"/>
                      <a:pt x="21" y="2"/>
                      <a:pt x="18" y="2"/>
                    </a:cubicBezTo>
                    <a:cubicBezTo>
                      <a:pt x="15" y="2"/>
                      <a:pt x="13" y="3"/>
                      <a:pt x="11" y="5"/>
                    </a:cubicBezTo>
                    <a:cubicBezTo>
                      <a:pt x="7" y="9"/>
                      <a:pt x="7" y="16"/>
                      <a:pt x="12" y="21"/>
                    </a:cubicBezTo>
                    <a:cubicBezTo>
                      <a:pt x="14" y="22"/>
                      <a:pt x="16" y="24"/>
                      <a:pt x="18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83"/>
                      <a:pt x="5" y="83"/>
                      <a:pt x="5" y="83"/>
                    </a:cubicBezTo>
                    <a:cubicBezTo>
                      <a:pt x="68" y="83"/>
                      <a:pt x="68" y="83"/>
                      <a:pt x="68" y="83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4" y="25"/>
                      <a:pt x="74" y="25"/>
                      <a:pt x="74" y="25"/>
                    </a:cubicBezTo>
                    <a:lnTo>
                      <a:pt x="58" y="25"/>
                    </a:lnTo>
                    <a:close/>
                    <a:moveTo>
                      <a:pt x="50" y="9"/>
                    </a:moveTo>
                    <a:cubicBezTo>
                      <a:pt x="52" y="7"/>
                      <a:pt x="55" y="6"/>
                      <a:pt x="58" y="6"/>
                    </a:cubicBezTo>
                    <a:cubicBezTo>
                      <a:pt x="59" y="6"/>
                      <a:pt x="60" y="6"/>
                      <a:pt x="61" y="7"/>
                    </a:cubicBezTo>
                    <a:cubicBezTo>
                      <a:pt x="63" y="9"/>
                      <a:pt x="62" y="14"/>
                      <a:pt x="58" y="17"/>
                    </a:cubicBezTo>
                    <a:cubicBezTo>
                      <a:pt x="55" y="21"/>
                      <a:pt x="50" y="23"/>
                      <a:pt x="46" y="25"/>
                    </a:cubicBezTo>
                    <a:cubicBezTo>
                      <a:pt x="41" y="25"/>
                      <a:pt x="41" y="25"/>
                      <a:pt x="41" y="25"/>
                    </a:cubicBezTo>
                    <a:cubicBezTo>
                      <a:pt x="43" y="20"/>
                      <a:pt x="46" y="14"/>
                      <a:pt x="50" y="9"/>
                    </a:cubicBezTo>
                    <a:close/>
                    <a:moveTo>
                      <a:pt x="14" y="12"/>
                    </a:moveTo>
                    <a:cubicBezTo>
                      <a:pt x="14" y="11"/>
                      <a:pt x="14" y="10"/>
                      <a:pt x="15" y="9"/>
                    </a:cubicBezTo>
                    <a:cubicBezTo>
                      <a:pt x="16" y="8"/>
                      <a:pt x="17" y="8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9" y="8"/>
                      <a:pt x="21" y="9"/>
                      <a:pt x="23" y="10"/>
                    </a:cubicBezTo>
                    <a:cubicBezTo>
                      <a:pt x="25" y="13"/>
                      <a:pt x="28" y="17"/>
                      <a:pt x="29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3" y="22"/>
                      <a:pt x="19" y="19"/>
                      <a:pt x="16" y="17"/>
                    </a:cubicBezTo>
                    <a:cubicBezTo>
                      <a:pt x="15" y="15"/>
                      <a:pt x="14" y="14"/>
                      <a:pt x="14" y="12"/>
                    </a:cubicBezTo>
                    <a:close/>
                    <a:moveTo>
                      <a:pt x="32" y="78"/>
                    </a:moveTo>
                    <a:cubicBezTo>
                      <a:pt x="11" y="78"/>
                      <a:pt x="11" y="78"/>
                      <a:pt x="11" y="78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32" y="44"/>
                      <a:pt x="32" y="44"/>
                      <a:pt x="32" y="44"/>
                    </a:cubicBezTo>
                    <a:lnTo>
                      <a:pt x="32" y="78"/>
                    </a:lnTo>
                    <a:close/>
                    <a:moveTo>
                      <a:pt x="32" y="41"/>
                    </a:moveTo>
                    <a:cubicBezTo>
                      <a:pt x="5" y="41"/>
                      <a:pt x="5" y="41"/>
                      <a:pt x="5" y="4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32" y="30"/>
                      <a:pt x="32" y="30"/>
                      <a:pt x="32" y="30"/>
                    </a:cubicBezTo>
                    <a:lnTo>
                      <a:pt x="32" y="41"/>
                    </a:lnTo>
                    <a:close/>
                    <a:moveTo>
                      <a:pt x="63" y="78"/>
                    </a:moveTo>
                    <a:cubicBezTo>
                      <a:pt x="42" y="78"/>
                      <a:pt x="42" y="78"/>
                      <a:pt x="42" y="78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63" y="44"/>
                      <a:pt x="63" y="44"/>
                      <a:pt x="63" y="44"/>
                    </a:cubicBezTo>
                    <a:lnTo>
                      <a:pt x="63" y="78"/>
                    </a:lnTo>
                    <a:close/>
                    <a:moveTo>
                      <a:pt x="68" y="41"/>
                    </a:move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68" y="30"/>
                      <a:pt x="68" y="30"/>
                      <a:pt x="68" y="30"/>
                    </a:cubicBezTo>
                    <a:lnTo>
                      <a:pt x="68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3CAB1DBF-71EE-48BE-A1E1-B9A81421F837}"/>
                  </a:ext>
                </a:extLst>
              </p:cNvPr>
              <p:cNvSpPr/>
              <p:nvPr/>
            </p:nvSpPr>
            <p:spPr bwMode="auto">
              <a:xfrm>
                <a:off x="8084107" y="2039165"/>
                <a:ext cx="303387" cy="264239"/>
              </a:xfrm>
              <a:custGeom>
                <a:avLst/>
                <a:gdLst>
                  <a:gd name="T0" fmla="*/ 95 w 95"/>
                  <a:gd name="T1" fmla="*/ 34 h 83"/>
                  <a:gd name="T2" fmla="*/ 83 w 95"/>
                  <a:gd name="T3" fmla="*/ 0 h 83"/>
                  <a:gd name="T4" fmla="*/ 83 w 95"/>
                  <a:gd name="T5" fmla="*/ 0 h 83"/>
                  <a:gd name="T6" fmla="*/ 75 w 95"/>
                  <a:gd name="T7" fmla="*/ 0 h 83"/>
                  <a:gd name="T8" fmla="*/ 31 w 95"/>
                  <a:gd name="T9" fmla="*/ 19 h 83"/>
                  <a:gd name="T10" fmla="*/ 30 w 95"/>
                  <a:gd name="T11" fmla="*/ 34 h 83"/>
                  <a:gd name="T12" fmla="*/ 31 w 95"/>
                  <a:gd name="T13" fmla="*/ 49 h 83"/>
                  <a:gd name="T14" fmla="*/ 75 w 95"/>
                  <a:gd name="T15" fmla="*/ 68 h 83"/>
                  <a:gd name="T16" fmla="*/ 83 w 95"/>
                  <a:gd name="T17" fmla="*/ 68 h 83"/>
                  <a:gd name="T18" fmla="*/ 83 w 95"/>
                  <a:gd name="T19" fmla="*/ 68 h 83"/>
                  <a:gd name="T20" fmla="*/ 95 w 95"/>
                  <a:gd name="T21" fmla="*/ 34 h 83"/>
                  <a:gd name="T22" fmla="*/ 80 w 95"/>
                  <a:gd name="T23" fmla="*/ 63 h 83"/>
                  <a:gd name="T24" fmla="*/ 78 w 95"/>
                  <a:gd name="T25" fmla="*/ 61 h 83"/>
                  <a:gd name="T26" fmla="*/ 75 w 95"/>
                  <a:gd name="T27" fmla="*/ 55 h 83"/>
                  <a:gd name="T28" fmla="*/ 71 w 95"/>
                  <a:gd name="T29" fmla="*/ 34 h 83"/>
                  <a:gd name="T30" fmla="*/ 75 w 95"/>
                  <a:gd name="T31" fmla="*/ 13 h 83"/>
                  <a:gd name="T32" fmla="*/ 78 w 95"/>
                  <a:gd name="T33" fmla="*/ 7 h 83"/>
                  <a:gd name="T34" fmla="*/ 80 w 95"/>
                  <a:gd name="T35" fmla="*/ 5 h 83"/>
                  <a:gd name="T36" fmla="*/ 83 w 95"/>
                  <a:gd name="T37" fmla="*/ 7 h 83"/>
                  <a:gd name="T38" fmla="*/ 86 w 95"/>
                  <a:gd name="T39" fmla="*/ 13 h 83"/>
                  <a:gd name="T40" fmla="*/ 89 w 95"/>
                  <a:gd name="T41" fmla="*/ 34 h 83"/>
                  <a:gd name="T42" fmla="*/ 86 w 95"/>
                  <a:gd name="T43" fmla="*/ 55 h 83"/>
                  <a:gd name="T44" fmla="*/ 83 w 95"/>
                  <a:gd name="T45" fmla="*/ 61 h 83"/>
                  <a:gd name="T46" fmla="*/ 80 w 95"/>
                  <a:gd name="T47" fmla="*/ 63 h 83"/>
                  <a:gd name="T48" fmla="*/ 24 w 95"/>
                  <a:gd name="T49" fmla="*/ 34 h 83"/>
                  <a:gd name="T50" fmla="*/ 25 w 95"/>
                  <a:gd name="T51" fmla="*/ 20 h 83"/>
                  <a:gd name="T52" fmla="*/ 12 w 95"/>
                  <a:gd name="T53" fmla="*/ 21 h 83"/>
                  <a:gd name="T54" fmla="*/ 5 w 95"/>
                  <a:gd name="T55" fmla="*/ 21 h 83"/>
                  <a:gd name="T56" fmla="*/ 0 w 95"/>
                  <a:gd name="T57" fmla="*/ 30 h 83"/>
                  <a:gd name="T58" fmla="*/ 0 w 95"/>
                  <a:gd name="T59" fmla="*/ 38 h 83"/>
                  <a:gd name="T60" fmla="*/ 5 w 95"/>
                  <a:gd name="T61" fmla="*/ 47 h 83"/>
                  <a:gd name="T62" fmla="*/ 12 w 95"/>
                  <a:gd name="T63" fmla="*/ 47 h 83"/>
                  <a:gd name="T64" fmla="*/ 25 w 95"/>
                  <a:gd name="T65" fmla="*/ 48 h 83"/>
                  <a:gd name="T66" fmla="*/ 24 w 95"/>
                  <a:gd name="T67" fmla="*/ 34 h 83"/>
                  <a:gd name="T68" fmla="*/ 34 w 95"/>
                  <a:gd name="T69" fmla="*/ 54 h 83"/>
                  <a:gd name="T70" fmla="*/ 23 w 95"/>
                  <a:gd name="T71" fmla="*/ 51 h 83"/>
                  <a:gd name="T72" fmla="*/ 30 w 95"/>
                  <a:gd name="T73" fmla="*/ 81 h 83"/>
                  <a:gd name="T74" fmla="*/ 34 w 95"/>
                  <a:gd name="T75" fmla="*/ 83 h 83"/>
                  <a:gd name="T76" fmla="*/ 44 w 95"/>
                  <a:gd name="T77" fmla="*/ 78 h 83"/>
                  <a:gd name="T78" fmla="*/ 46 w 95"/>
                  <a:gd name="T79" fmla="*/ 75 h 83"/>
                  <a:gd name="T80" fmla="*/ 34 w 95"/>
                  <a:gd name="T81" fmla="*/ 54 h 83"/>
                  <a:gd name="T82" fmla="*/ 80 w 95"/>
                  <a:gd name="T83" fmla="*/ 45 h 83"/>
                  <a:gd name="T84" fmla="*/ 79 w 95"/>
                  <a:gd name="T85" fmla="*/ 45 h 83"/>
                  <a:gd name="T86" fmla="*/ 78 w 95"/>
                  <a:gd name="T87" fmla="*/ 42 h 83"/>
                  <a:gd name="T88" fmla="*/ 77 w 95"/>
                  <a:gd name="T89" fmla="*/ 34 h 83"/>
                  <a:gd name="T90" fmla="*/ 78 w 95"/>
                  <a:gd name="T91" fmla="*/ 26 h 83"/>
                  <a:gd name="T92" fmla="*/ 79 w 95"/>
                  <a:gd name="T93" fmla="*/ 24 h 83"/>
                  <a:gd name="T94" fmla="*/ 80 w 95"/>
                  <a:gd name="T95" fmla="*/ 23 h 83"/>
                  <a:gd name="T96" fmla="*/ 81 w 95"/>
                  <a:gd name="T97" fmla="*/ 24 h 83"/>
                  <a:gd name="T98" fmla="*/ 82 w 95"/>
                  <a:gd name="T99" fmla="*/ 26 h 83"/>
                  <a:gd name="T100" fmla="*/ 84 w 95"/>
                  <a:gd name="T101" fmla="*/ 34 h 83"/>
                  <a:gd name="T102" fmla="*/ 82 w 95"/>
                  <a:gd name="T103" fmla="*/ 42 h 83"/>
                  <a:gd name="T104" fmla="*/ 81 w 95"/>
                  <a:gd name="T105" fmla="*/ 45 h 83"/>
                  <a:gd name="T106" fmla="*/ 80 w 95"/>
                  <a:gd name="T107" fmla="*/ 45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5" h="83">
                    <a:moveTo>
                      <a:pt x="95" y="34"/>
                    </a:moveTo>
                    <a:cubicBezTo>
                      <a:pt x="95" y="15"/>
                      <a:pt x="90" y="0"/>
                      <a:pt x="83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57" y="14"/>
                      <a:pt x="31" y="19"/>
                    </a:cubicBezTo>
                    <a:cubicBezTo>
                      <a:pt x="31" y="23"/>
                      <a:pt x="30" y="28"/>
                      <a:pt x="30" y="34"/>
                    </a:cubicBezTo>
                    <a:cubicBezTo>
                      <a:pt x="30" y="40"/>
                      <a:pt x="31" y="45"/>
                      <a:pt x="31" y="49"/>
                    </a:cubicBezTo>
                    <a:cubicBezTo>
                      <a:pt x="57" y="54"/>
                      <a:pt x="75" y="68"/>
                      <a:pt x="75" y="68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90" y="68"/>
                      <a:pt x="95" y="53"/>
                      <a:pt x="95" y="34"/>
                    </a:cubicBezTo>
                    <a:close/>
                    <a:moveTo>
                      <a:pt x="80" y="63"/>
                    </a:moveTo>
                    <a:cubicBezTo>
                      <a:pt x="79" y="63"/>
                      <a:pt x="78" y="62"/>
                      <a:pt x="78" y="61"/>
                    </a:cubicBezTo>
                    <a:cubicBezTo>
                      <a:pt x="77" y="60"/>
                      <a:pt x="76" y="58"/>
                      <a:pt x="75" y="55"/>
                    </a:cubicBezTo>
                    <a:cubicBezTo>
                      <a:pt x="73" y="50"/>
                      <a:pt x="71" y="42"/>
                      <a:pt x="71" y="34"/>
                    </a:cubicBezTo>
                    <a:cubicBezTo>
                      <a:pt x="71" y="26"/>
                      <a:pt x="73" y="18"/>
                      <a:pt x="75" y="13"/>
                    </a:cubicBezTo>
                    <a:cubicBezTo>
                      <a:pt x="76" y="10"/>
                      <a:pt x="77" y="8"/>
                      <a:pt x="78" y="7"/>
                    </a:cubicBezTo>
                    <a:cubicBezTo>
                      <a:pt x="78" y="6"/>
                      <a:pt x="79" y="5"/>
                      <a:pt x="80" y="5"/>
                    </a:cubicBezTo>
                    <a:cubicBezTo>
                      <a:pt x="81" y="5"/>
                      <a:pt x="82" y="6"/>
                      <a:pt x="83" y="7"/>
                    </a:cubicBezTo>
                    <a:cubicBezTo>
                      <a:pt x="84" y="8"/>
                      <a:pt x="85" y="10"/>
                      <a:pt x="86" y="13"/>
                    </a:cubicBezTo>
                    <a:cubicBezTo>
                      <a:pt x="88" y="18"/>
                      <a:pt x="89" y="26"/>
                      <a:pt x="89" y="34"/>
                    </a:cubicBezTo>
                    <a:cubicBezTo>
                      <a:pt x="89" y="42"/>
                      <a:pt x="88" y="50"/>
                      <a:pt x="86" y="55"/>
                    </a:cubicBezTo>
                    <a:cubicBezTo>
                      <a:pt x="85" y="58"/>
                      <a:pt x="84" y="60"/>
                      <a:pt x="83" y="61"/>
                    </a:cubicBezTo>
                    <a:cubicBezTo>
                      <a:pt x="82" y="62"/>
                      <a:pt x="81" y="63"/>
                      <a:pt x="80" y="63"/>
                    </a:cubicBezTo>
                    <a:close/>
                    <a:moveTo>
                      <a:pt x="24" y="34"/>
                    </a:moveTo>
                    <a:cubicBezTo>
                      <a:pt x="24" y="29"/>
                      <a:pt x="24" y="25"/>
                      <a:pt x="25" y="20"/>
                    </a:cubicBezTo>
                    <a:cubicBezTo>
                      <a:pt x="20" y="21"/>
                      <a:pt x="16" y="21"/>
                      <a:pt x="12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5" y="47"/>
                      <a:pt x="5" y="47"/>
                      <a:pt x="12" y="47"/>
                    </a:cubicBezTo>
                    <a:cubicBezTo>
                      <a:pt x="16" y="47"/>
                      <a:pt x="20" y="47"/>
                      <a:pt x="25" y="48"/>
                    </a:cubicBezTo>
                    <a:cubicBezTo>
                      <a:pt x="24" y="43"/>
                      <a:pt x="24" y="39"/>
                      <a:pt x="24" y="34"/>
                    </a:cubicBezTo>
                    <a:close/>
                    <a:moveTo>
                      <a:pt x="34" y="54"/>
                    </a:moveTo>
                    <a:cubicBezTo>
                      <a:pt x="23" y="51"/>
                      <a:pt x="23" y="51"/>
                      <a:pt x="23" y="51"/>
                    </a:cubicBezTo>
                    <a:cubicBezTo>
                      <a:pt x="30" y="81"/>
                      <a:pt x="30" y="81"/>
                      <a:pt x="30" y="81"/>
                    </a:cubicBezTo>
                    <a:cubicBezTo>
                      <a:pt x="31" y="83"/>
                      <a:pt x="32" y="83"/>
                      <a:pt x="34" y="83"/>
                    </a:cubicBezTo>
                    <a:cubicBezTo>
                      <a:pt x="44" y="78"/>
                      <a:pt x="44" y="78"/>
                      <a:pt x="44" y="78"/>
                    </a:cubicBezTo>
                    <a:cubicBezTo>
                      <a:pt x="46" y="78"/>
                      <a:pt x="47" y="76"/>
                      <a:pt x="46" y="75"/>
                    </a:cubicBezTo>
                    <a:lnTo>
                      <a:pt x="34" y="54"/>
                    </a:lnTo>
                    <a:close/>
                    <a:moveTo>
                      <a:pt x="80" y="45"/>
                    </a:moveTo>
                    <a:cubicBezTo>
                      <a:pt x="80" y="45"/>
                      <a:pt x="80" y="45"/>
                      <a:pt x="79" y="45"/>
                    </a:cubicBezTo>
                    <a:cubicBezTo>
                      <a:pt x="79" y="44"/>
                      <a:pt x="79" y="43"/>
                      <a:pt x="78" y="42"/>
                    </a:cubicBezTo>
                    <a:cubicBezTo>
                      <a:pt x="77" y="40"/>
                      <a:pt x="77" y="37"/>
                      <a:pt x="77" y="34"/>
                    </a:cubicBezTo>
                    <a:cubicBezTo>
                      <a:pt x="77" y="31"/>
                      <a:pt x="77" y="28"/>
                      <a:pt x="78" y="26"/>
                    </a:cubicBezTo>
                    <a:cubicBezTo>
                      <a:pt x="79" y="25"/>
                      <a:pt x="79" y="24"/>
                      <a:pt x="79" y="24"/>
                    </a:cubicBezTo>
                    <a:cubicBezTo>
                      <a:pt x="80" y="23"/>
                      <a:pt x="80" y="23"/>
                      <a:pt x="80" y="23"/>
                    </a:cubicBezTo>
                    <a:cubicBezTo>
                      <a:pt x="81" y="23"/>
                      <a:pt x="81" y="23"/>
                      <a:pt x="81" y="24"/>
                    </a:cubicBezTo>
                    <a:cubicBezTo>
                      <a:pt x="82" y="24"/>
                      <a:pt x="82" y="25"/>
                      <a:pt x="82" y="26"/>
                    </a:cubicBezTo>
                    <a:cubicBezTo>
                      <a:pt x="83" y="28"/>
                      <a:pt x="84" y="31"/>
                      <a:pt x="84" y="34"/>
                    </a:cubicBezTo>
                    <a:cubicBezTo>
                      <a:pt x="84" y="37"/>
                      <a:pt x="83" y="40"/>
                      <a:pt x="82" y="42"/>
                    </a:cubicBezTo>
                    <a:cubicBezTo>
                      <a:pt x="82" y="43"/>
                      <a:pt x="82" y="44"/>
                      <a:pt x="81" y="45"/>
                    </a:cubicBezTo>
                    <a:cubicBezTo>
                      <a:pt x="81" y="45"/>
                      <a:pt x="81" y="45"/>
                      <a:pt x="8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BCD2FF39-42A7-4BB2-B84D-89290F986ED3}"/>
                  </a:ext>
                </a:extLst>
              </p:cNvPr>
              <p:cNvSpPr/>
              <p:nvPr/>
            </p:nvSpPr>
            <p:spPr bwMode="auto">
              <a:xfrm>
                <a:off x="7751361" y="2444331"/>
                <a:ext cx="236836" cy="236836"/>
              </a:xfrm>
              <a:custGeom>
                <a:avLst/>
                <a:gdLst>
                  <a:gd name="T0" fmla="*/ 60 w 121"/>
                  <a:gd name="T1" fmla="*/ 121 h 121"/>
                  <a:gd name="T2" fmla="*/ 121 w 121"/>
                  <a:gd name="T3" fmla="*/ 61 h 121"/>
                  <a:gd name="T4" fmla="*/ 83 w 121"/>
                  <a:gd name="T5" fmla="*/ 61 h 121"/>
                  <a:gd name="T6" fmla="*/ 83 w 121"/>
                  <a:gd name="T7" fmla="*/ 0 h 121"/>
                  <a:gd name="T8" fmla="*/ 37 w 121"/>
                  <a:gd name="T9" fmla="*/ 0 h 121"/>
                  <a:gd name="T10" fmla="*/ 37 w 121"/>
                  <a:gd name="T11" fmla="*/ 61 h 121"/>
                  <a:gd name="T12" fmla="*/ 0 w 121"/>
                  <a:gd name="T13" fmla="*/ 61 h 121"/>
                  <a:gd name="T14" fmla="*/ 60 w 121"/>
                  <a:gd name="T15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121">
                    <a:moveTo>
                      <a:pt x="60" y="121"/>
                    </a:moveTo>
                    <a:lnTo>
                      <a:pt x="121" y="61"/>
                    </a:lnTo>
                    <a:lnTo>
                      <a:pt x="83" y="61"/>
                    </a:lnTo>
                    <a:lnTo>
                      <a:pt x="83" y="0"/>
                    </a:lnTo>
                    <a:lnTo>
                      <a:pt x="37" y="0"/>
                    </a:lnTo>
                    <a:lnTo>
                      <a:pt x="37" y="61"/>
                    </a:lnTo>
                    <a:lnTo>
                      <a:pt x="0" y="61"/>
                    </a:lnTo>
                    <a:lnTo>
                      <a:pt x="60" y="1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C9AE5788-1EBF-4A67-9A16-721B0A1ADBAE}"/>
                  </a:ext>
                </a:extLst>
              </p:cNvPr>
              <p:cNvSpPr/>
              <p:nvPr/>
            </p:nvSpPr>
            <p:spPr bwMode="auto">
              <a:xfrm>
                <a:off x="7222883" y="3976918"/>
                <a:ext cx="205520" cy="152672"/>
              </a:xfrm>
              <a:custGeom>
                <a:avLst/>
                <a:gdLst>
                  <a:gd name="T0" fmla="*/ 56 w 64"/>
                  <a:gd name="T1" fmla="*/ 8 h 48"/>
                  <a:gd name="T2" fmla="*/ 56 w 64"/>
                  <a:gd name="T3" fmla="*/ 0 h 48"/>
                  <a:gd name="T4" fmla="*/ 0 w 64"/>
                  <a:gd name="T5" fmla="*/ 0 h 48"/>
                  <a:gd name="T6" fmla="*/ 0 w 64"/>
                  <a:gd name="T7" fmla="*/ 44 h 48"/>
                  <a:gd name="T8" fmla="*/ 4 w 64"/>
                  <a:gd name="T9" fmla="*/ 48 h 48"/>
                  <a:gd name="T10" fmla="*/ 58 w 64"/>
                  <a:gd name="T11" fmla="*/ 48 h 48"/>
                  <a:gd name="T12" fmla="*/ 64 w 64"/>
                  <a:gd name="T13" fmla="*/ 42 h 48"/>
                  <a:gd name="T14" fmla="*/ 64 w 64"/>
                  <a:gd name="T15" fmla="*/ 8 h 48"/>
                  <a:gd name="T16" fmla="*/ 56 w 64"/>
                  <a:gd name="T17" fmla="*/ 8 h 48"/>
                  <a:gd name="T18" fmla="*/ 52 w 64"/>
                  <a:gd name="T19" fmla="*/ 44 h 48"/>
                  <a:gd name="T20" fmla="*/ 4 w 64"/>
                  <a:gd name="T21" fmla="*/ 44 h 48"/>
                  <a:gd name="T22" fmla="*/ 4 w 64"/>
                  <a:gd name="T23" fmla="*/ 4 h 48"/>
                  <a:gd name="T24" fmla="*/ 52 w 64"/>
                  <a:gd name="T25" fmla="*/ 4 h 48"/>
                  <a:gd name="T26" fmla="*/ 52 w 64"/>
                  <a:gd name="T27" fmla="*/ 44 h 48"/>
                  <a:gd name="T28" fmla="*/ 8 w 64"/>
                  <a:gd name="T29" fmla="*/ 12 h 48"/>
                  <a:gd name="T30" fmla="*/ 48 w 64"/>
                  <a:gd name="T31" fmla="*/ 12 h 48"/>
                  <a:gd name="T32" fmla="*/ 48 w 64"/>
                  <a:gd name="T33" fmla="*/ 16 h 48"/>
                  <a:gd name="T34" fmla="*/ 8 w 64"/>
                  <a:gd name="T35" fmla="*/ 16 h 48"/>
                  <a:gd name="T36" fmla="*/ 8 w 64"/>
                  <a:gd name="T37" fmla="*/ 12 h 48"/>
                  <a:gd name="T38" fmla="*/ 32 w 64"/>
                  <a:gd name="T39" fmla="*/ 20 h 48"/>
                  <a:gd name="T40" fmla="*/ 48 w 64"/>
                  <a:gd name="T41" fmla="*/ 20 h 48"/>
                  <a:gd name="T42" fmla="*/ 48 w 64"/>
                  <a:gd name="T43" fmla="*/ 24 h 48"/>
                  <a:gd name="T44" fmla="*/ 32 w 64"/>
                  <a:gd name="T45" fmla="*/ 24 h 48"/>
                  <a:gd name="T46" fmla="*/ 32 w 64"/>
                  <a:gd name="T47" fmla="*/ 20 h 48"/>
                  <a:gd name="T48" fmla="*/ 32 w 64"/>
                  <a:gd name="T49" fmla="*/ 28 h 48"/>
                  <a:gd name="T50" fmla="*/ 48 w 64"/>
                  <a:gd name="T51" fmla="*/ 28 h 48"/>
                  <a:gd name="T52" fmla="*/ 48 w 64"/>
                  <a:gd name="T53" fmla="*/ 32 h 48"/>
                  <a:gd name="T54" fmla="*/ 32 w 64"/>
                  <a:gd name="T55" fmla="*/ 32 h 48"/>
                  <a:gd name="T56" fmla="*/ 32 w 64"/>
                  <a:gd name="T57" fmla="*/ 28 h 48"/>
                  <a:gd name="T58" fmla="*/ 32 w 64"/>
                  <a:gd name="T59" fmla="*/ 36 h 48"/>
                  <a:gd name="T60" fmla="*/ 44 w 64"/>
                  <a:gd name="T61" fmla="*/ 36 h 48"/>
                  <a:gd name="T62" fmla="*/ 44 w 64"/>
                  <a:gd name="T63" fmla="*/ 40 h 48"/>
                  <a:gd name="T64" fmla="*/ 32 w 64"/>
                  <a:gd name="T65" fmla="*/ 40 h 48"/>
                  <a:gd name="T66" fmla="*/ 32 w 64"/>
                  <a:gd name="T67" fmla="*/ 36 h 48"/>
                  <a:gd name="T68" fmla="*/ 8 w 64"/>
                  <a:gd name="T69" fmla="*/ 20 h 48"/>
                  <a:gd name="T70" fmla="*/ 28 w 64"/>
                  <a:gd name="T71" fmla="*/ 20 h 48"/>
                  <a:gd name="T72" fmla="*/ 28 w 64"/>
                  <a:gd name="T73" fmla="*/ 40 h 48"/>
                  <a:gd name="T74" fmla="*/ 8 w 64"/>
                  <a:gd name="T75" fmla="*/ 40 h 48"/>
                  <a:gd name="T76" fmla="*/ 8 w 64"/>
                  <a:gd name="T77" fmla="*/ 2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64" h="48">
                    <a:moveTo>
                      <a:pt x="56" y="8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58" y="48"/>
                      <a:pt x="58" y="48"/>
                      <a:pt x="58" y="48"/>
                    </a:cubicBezTo>
                    <a:cubicBezTo>
                      <a:pt x="61" y="48"/>
                      <a:pt x="64" y="45"/>
                      <a:pt x="64" y="42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56" y="8"/>
                    </a:lnTo>
                    <a:close/>
                    <a:moveTo>
                      <a:pt x="52" y="44"/>
                    </a:moveTo>
                    <a:cubicBezTo>
                      <a:pt x="4" y="44"/>
                      <a:pt x="4" y="44"/>
                      <a:pt x="4" y="4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2" y="4"/>
                      <a:pt x="52" y="4"/>
                      <a:pt x="52" y="4"/>
                    </a:cubicBezTo>
                    <a:lnTo>
                      <a:pt x="52" y="44"/>
                    </a:lnTo>
                    <a:close/>
                    <a:moveTo>
                      <a:pt x="8" y="12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12"/>
                    </a:lnTo>
                    <a:close/>
                    <a:moveTo>
                      <a:pt x="32" y="20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32" y="24"/>
                      <a:pt x="32" y="24"/>
                      <a:pt x="32" y="24"/>
                    </a:cubicBezTo>
                    <a:lnTo>
                      <a:pt x="32" y="20"/>
                    </a:lnTo>
                    <a:close/>
                    <a:moveTo>
                      <a:pt x="32" y="28"/>
                    </a:move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32" y="32"/>
                      <a:pt x="32" y="32"/>
                      <a:pt x="32" y="32"/>
                    </a:cubicBezTo>
                    <a:lnTo>
                      <a:pt x="32" y="28"/>
                    </a:lnTo>
                    <a:close/>
                    <a:moveTo>
                      <a:pt x="32" y="36"/>
                    </a:move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32" y="40"/>
                      <a:pt x="32" y="40"/>
                      <a:pt x="32" y="40"/>
                    </a:cubicBezTo>
                    <a:lnTo>
                      <a:pt x="32" y="36"/>
                    </a:lnTo>
                    <a:close/>
                    <a:moveTo>
                      <a:pt x="8" y="20"/>
                    </a:move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8" y="40"/>
                      <a:pt x="8" y="40"/>
                      <a:pt x="8" y="40"/>
                    </a:cubicBezTo>
                    <a:lnTo>
                      <a:pt x="8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EA27792B-77D5-4D27-9001-06A041DAEB82}"/>
                  </a:ext>
                </a:extLst>
              </p:cNvPr>
              <p:cNvSpPr/>
              <p:nvPr/>
            </p:nvSpPr>
            <p:spPr bwMode="auto">
              <a:xfrm>
                <a:off x="8054746" y="1359971"/>
                <a:ext cx="246622" cy="246623"/>
              </a:xfrm>
              <a:custGeom>
                <a:avLst/>
                <a:gdLst>
                  <a:gd name="T0" fmla="*/ 64 w 77"/>
                  <a:gd name="T1" fmla="*/ 0 h 77"/>
                  <a:gd name="T2" fmla="*/ 13 w 77"/>
                  <a:gd name="T3" fmla="*/ 0 h 77"/>
                  <a:gd name="T4" fmla="*/ 0 w 77"/>
                  <a:gd name="T5" fmla="*/ 13 h 77"/>
                  <a:gd name="T6" fmla="*/ 0 w 77"/>
                  <a:gd name="T7" fmla="*/ 64 h 77"/>
                  <a:gd name="T8" fmla="*/ 13 w 77"/>
                  <a:gd name="T9" fmla="*/ 77 h 77"/>
                  <a:gd name="T10" fmla="*/ 64 w 77"/>
                  <a:gd name="T11" fmla="*/ 77 h 77"/>
                  <a:gd name="T12" fmla="*/ 77 w 77"/>
                  <a:gd name="T13" fmla="*/ 64 h 77"/>
                  <a:gd name="T14" fmla="*/ 77 w 77"/>
                  <a:gd name="T15" fmla="*/ 13 h 77"/>
                  <a:gd name="T16" fmla="*/ 64 w 77"/>
                  <a:gd name="T17" fmla="*/ 0 h 77"/>
                  <a:gd name="T18" fmla="*/ 25 w 77"/>
                  <a:gd name="T19" fmla="*/ 34 h 77"/>
                  <a:gd name="T20" fmla="*/ 52 w 77"/>
                  <a:gd name="T21" fmla="*/ 34 h 77"/>
                  <a:gd name="T22" fmla="*/ 53 w 77"/>
                  <a:gd name="T23" fmla="*/ 38 h 77"/>
                  <a:gd name="T24" fmla="*/ 39 w 77"/>
                  <a:gd name="T25" fmla="*/ 53 h 77"/>
                  <a:gd name="T26" fmla="*/ 24 w 77"/>
                  <a:gd name="T27" fmla="*/ 38 h 77"/>
                  <a:gd name="T28" fmla="*/ 25 w 77"/>
                  <a:gd name="T29" fmla="*/ 34 h 77"/>
                  <a:gd name="T30" fmla="*/ 67 w 77"/>
                  <a:gd name="T31" fmla="*/ 33 h 77"/>
                  <a:gd name="T32" fmla="*/ 67 w 77"/>
                  <a:gd name="T33" fmla="*/ 53 h 77"/>
                  <a:gd name="T34" fmla="*/ 67 w 77"/>
                  <a:gd name="T35" fmla="*/ 62 h 77"/>
                  <a:gd name="T36" fmla="*/ 63 w 77"/>
                  <a:gd name="T37" fmla="*/ 67 h 77"/>
                  <a:gd name="T38" fmla="*/ 15 w 77"/>
                  <a:gd name="T39" fmla="*/ 67 h 77"/>
                  <a:gd name="T40" fmla="*/ 10 w 77"/>
                  <a:gd name="T41" fmla="*/ 63 h 77"/>
                  <a:gd name="T42" fmla="*/ 10 w 77"/>
                  <a:gd name="T43" fmla="*/ 53 h 77"/>
                  <a:gd name="T44" fmla="*/ 10 w 77"/>
                  <a:gd name="T45" fmla="*/ 34 h 77"/>
                  <a:gd name="T46" fmla="*/ 10 w 77"/>
                  <a:gd name="T47" fmla="*/ 34 h 77"/>
                  <a:gd name="T48" fmla="*/ 17 w 77"/>
                  <a:gd name="T49" fmla="*/ 34 h 77"/>
                  <a:gd name="T50" fmla="*/ 17 w 77"/>
                  <a:gd name="T51" fmla="*/ 39 h 77"/>
                  <a:gd name="T52" fmla="*/ 39 w 77"/>
                  <a:gd name="T53" fmla="*/ 60 h 77"/>
                  <a:gd name="T54" fmla="*/ 60 w 77"/>
                  <a:gd name="T55" fmla="*/ 38 h 77"/>
                  <a:gd name="T56" fmla="*/ 60 w 77"/>
                  <a:gd name="T57" fmla="*/ 33 h 77"/>
                  <a:gd name="T58" fmla="*/ 67 w 77"/>
                  <a:gd name="T59" fmla="*/ 33 h 77"/>
                  <a:gd name="T60" fmla="*/ 67 w 77"/>
                  <a:gd name="T61" fmla="*/ 17 h 77"/>
                  <a:gd name="T62" fmla="*/ 65 w 77"/>
                  <a:gd name="T63" fmla="*/ 19 h 77"/>
                  <a:gd name="T64" fmla="*/ 60 w 77"/>
                  <a:gd name="T65" fmla="*/ 19 h 77"/>
                  <a:gd name="T66" fmla="*/ 58 w 77"/>
                  <a:gd name="T67" fmla="*/ 17 h 77"/>
                  <a:gd name="T68" fmla="*/ 58 w 77"/>
                  <a:gd name="T69" fmla="*/ 12 h 77"/>
                  <a:gd name="T70" fmla="*/ 60 w 77"/>
                  <a:gd name="T71" fmla="*/ 10 h 77"/>
                  <a:gd name="T72" fmla="*/ 65 w 77"/>
                  <a:gd name="T73" fmla="*/ 10 h 77"/>
                  <a:gd name="T74" fmla="*/ 67 w 77"/>
                  <a:gd name="T75" fmla="*/ 12 h 77"/>
                  <a:gd name="T76" fmla="*/ 67 w 77"/>
                  <a:gd name="T77" fmla="*/ 1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7" h="77">
                    <a:moveTo>
                      <a:pt x="64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1" y="71"/>
                      <a:pt x="6" y="77"/>
                      <a:pt x="13" y="77"/>
                    </a:cubicBezTo>
                    <a:cubicBezTo>
                      <a:pt x="64" y="77"/>
                      <a:pt x="64" y="77"/>
                      <a:pt x="64" y="77"/>
                    </a:cubicBezTo>
                    <a:cubicBezTo>
                      <a:pt x="71" y="76"/>
                      <a:pt x="77" y="71"/>
                      <a:pt x="77" y="64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6"/>
                      <a:pt x="71" y="0"/>
                      <a:pt x="64" y="0"/>
                    </a:cubicBezTo>
                    <a:close/>
                    <a:moveTo>
                      <a:pt x="25" y="34"/>
                    </a:moveTo>
                    <a:cubicBezTo>
                      <a:pt x="52" y="34"/>
                      <a:pt x="52" y="34"/>
                      <a:pt x="52" y="34"/>
                    </a:cubicBezTo>
                    <a:cubicBezTo>
                      <a:pt x="53" y="35"/>
                      <a:pt x="53" y="37"/>
                      <a:pt x="53" y="38"/>
                    </a:cubicBezTo>
                    <a:cubicBezTo>
                      <a:pt x="53" y="46"/>
                      <a:pt x="47" y="53"/>
                      <a:pt x="39" y="53"/>
                    </a:cubicBezTo>
                    <a:cubicBezTo>
                      <a:pt x="31" y="53"/>
                      <a:pt x="24" y="47"/>
                      <a:pt x="24" y="38"/>
                    </a:cubicBezTo>
                    <a:cubicBezTo>
                      <a:pt x="24" y="37"/>
                      <a:pt x="24" y="35"/>
                      <a:pt x="25" y="34"/>
                    </a:cubicBezTo>
                    <a:close/>
                    <a:moveTo>
                      <a:pt x="67" y="33"/>
                    </a:moveTo>
                    <a:cubicBezTo>
                      <a:pt x="67" y="53"/>
                      <a:pt x="67" y="53"/>
                      <a:pt x="67" y="53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67" y="65"/>
                      <a:pt x="65" y="67"/>
                      <a:pt x="63" y="67"/>
                    </a:cubicBezTo>
                    <a:cubicBezTo>
                      <a:pt x="15" y="67"/>
                      <a:pt x="15" y="67"/>
                      <a:pt x="15" y="67"/>
                    </a:cubicBezTo>
                    <a:cubicBezTo>
                      <a:pt x="12" y="67"/>
                      <a:pt x="10" y="65"/>
                      <a:pt x="10" y="63"/>
                    </a:cubicBezTo>
                    <a:cubicBezTo>
                      <a:pt x="10" y="53"/>
                      <a:pt x="10" y="53"/>
                      <a:pt x="10" y="53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7"/>
                      <a:pt x="17" y="39"/>
                    </a:cubicBezTo>
                    <a:cubicBezTo>
                      <a:pt x="17" y="51"/>
                      <a:pt x="27" y="60"/>
                      <a:pt x="39" y="60"/>
                    </a:cubicBezTo>
                    <a:cubicBezTo>
                      <a:pt x="51" y="60"/>
                      <a:pt x="60" y="50"/>
                      <a:pt x="60" y="38"/>
                    </a:cubicBezTo>
                    <a:cubicBezTo>
                      <a:pt x="60" y="37"/>
                      <a:pt x="60" y="35"/>
                      <a:pt x="60" y="33"/>
                    </a:cubicBezTo>
                    <a:cubicBezTo>
                      <a:pt x="67" y="33"/>
                      <a:pt x="67" y="33"/>
                      <a:pt x="67" y="33"/>
                    </a:cubicBezTo>
                    <a:close/>
                    <a:moveTo>
                      <a:pt x="67" y="17"/>
                    </a:moveTo>
                    <a:cubicBezTo>
                      <a:pt x="67" y="18"/>
                      <a:pt x="66" y="19"/>
                      <a:pt x="65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9" y="19"/>
                      <a:pt x="58" y="18"/>
                      <a:pt x="58" y="17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58" y="11"/>
                      <a:pt x="59" y="10"/>
                      <a:pt x="60" y="10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6" y="9"/>
                      <a:pt x="67" y="11"/>
                      <a:pt x="67" y="12"/>
                    </a:cubicBezTo>
                    <a:lnTo>
                      <a:pt x="6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8B9BF3A6-5F0C-47D5-82B9-3E4FCEA0EBA6}"/>
                  </a:ext>
                </a:extLst>
              </p:cNvPr>
              <p:cNvSpPr/>
              <p:nvPr/>
            </p:nvSpPr>
            <p:spPr bwMode="auto">
              <a:xfrm>
                <a:off x="7590860" y="1725993"/>
                <a:ext cx="252496" cy="191818"/>
              </a:xfrm>
              <a:custGeom>
                <a:avLst/>
                <a:gdLst>
                  <a:gd name="T0" fmla="*/ 76 w 79"/>
                  <a:gd name="T1" fmla="*/ 3 h 60"/>
                  <a:gd name="T2" fmla="*/ 40 w 79"/>
                  <a:gd name="T3" fmla="*/ 0 h 60"/>
                  <a:gd name="T4" fmla="*/ 4 w 79"/>
                  <a:gd name="T5" fmla="*/ 3 h 60"/>
                  <a:gd name="T6" fmla="*/ 0 w 79"/>
                  <a:gd name="T7" fmla="*/ 30 h 60"/>
                  <a:gd name="T8" fmla="*/ 4 w 79"/>
                  <a:gd name="T9" fmla="*/ 57 h 60"/>
                  <a:gd name="T10" fmla="*/ 40 w 79"/>
                  <a:gd name="T11" fmla="*/ 60 h 60"/>
                  <a:gd name="T12" fmla="*/ 76 w 79"/>
                  <a:gd name="T13" fmla="*/ 57 h 60"/>
                  <a:gd name="T14" fmla="*/ 79 w 79"/>
                  <a:gd name="T15" fmla="*/ 30 h 60"/>
                  <a:gd name="T16" fmla="*/ 76 w 79"/>
                  <a:gd name="T17" fmla="*/ 3 h 60"/>
                  <a:gd name="T18" fmla="*/ 30 w 79"/>
                  <a:gd name="T19" fmla="*/ 45 h 60"/>
                  <a:gd name="T20" fmla="*/ 30 w 79"/>
                  <a:gd name="T21" fmla="*/ 15 h 60"/>
                  <a:gd name="T22" fmla="*/ 55 w 79"/>
                  <a:gd name="T23" fmla="*/ 30 h 60"/>
                  <a:gd name="T24" fmla="*/ 30 w 79"/>
                  <a:gd name="T25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9" h="60">
                    <a:moveTo>
                      <a:pt x="76" y="3"/>
                    </a:moveTo>
                    <a:cubicBezTo>
                      <a:pt x="65" y="1"/>
                      <a:pt x="53" y="0"/>
                      <a:pt x="40" y="0"/>
                    </a:cubicBezTo>
                    <a:cubicBezTo>
                      <a:pt x="27" y="0"/>
                      <a:pt x="15" y="1"/>
                      <a:pt x="4" y="3"/>
                    </a:cubicBezTo>
                    <a:cubicBezTo>
                      <a:pt x="2" y="11"/>
                      <a:pt x="0" y="20"/>
                      <a:pt x="0" y="30"/>
                    </a:cubicBezTo>
                    <a:cubicBezTo>
                      <a:pt x="0" y="40"/>
                      <a:pt x="2" y="49"/>
                      <a:pt x="4" y="57"/>
                    </a:cubicBezTo>
                    <a:cubicBezTo>
                      <a:pt x="15" y="59"/>
                      <a:pt x="27" y="60"/>
                      <a:pt x="40" y="60"/>
                    </a:cubicBezTo>
                    <a:cubicBezTo>
                      <a:pt x="53" y="60"/>
                      <a:pt x="65" y="59"/>
                      <a:pt x="76" y="57"/>
                    </a:cubicBezTo>
                    <a:cubicBezTo>
                      <a:pt x="78" y="49"/>
                      <a:pt x="79" y="40"/>
                      <a:pt x="79" y="30"/>
                    </a:cubicBezTo>
                    <a:cubicBezTo>
                      <a:pt x="79" y="20"/>
                      <a:pt x="78" y="11"/>
                      <a:pt x="76" y="3"/>
                    </a:cubicBezTo>
                    <a:close/>
                    <a:moveTo>
                      <a:pt x="30" y="45"/>
                    </a:moveTo>
                    <a:cubicBezTo>
                      <a:pt x="30" y="15"/>
                      <a:pt x="30" y="15"/>
                      <a:pt x="30" y="15"/>
                    </a:cubicBezTo>
                    <a:cubicBezTo>
                      <a:pt x="55" y="30"/>
                      <a:pt x="55" y="30"/>
                      <a:pt x="55" y="30"/>
                    </a:cubicBezTo>
                    <a:lnTo>
                      <a:pt x="30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3D183CEF-88A6-4FDE-9A94-25DF26D4D610}"/>
                  </a:ext>
                </a:extLst>
              </p:cNvPr>
              <p:cNvSpPr/>
              <p:nvPr/>
            </p:nvSpPr>
            <p:spPr bwMode="auto">
              <a:xfrm>
                <a:off x="7334450" y="2704657"/>
                <a:ext cx="219221" cy="217263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4 w 68"/>
                  <a:gd name="T11" fmla="*/ 61 h 68"/>
                  <a:gd name="T12" fmla="*/ 7 w 68"/>
                  <a:gd name="T13" fmla="*/ 34 h 68"/>
                  <a:gd name="T14" fmla="*/ 34 w 68"/>
                  <a:gd name="T15" fmla="*/ 6 h 68"/>
                  <a:gd name="T16" fmla="*/ 62 w 68"/>
                  <a:gd name="T17" fmla="*/ 34 h 68"/>
                  <a:gd name="T18" fmla="*/ 34 w 68"/>
                  <a:gd name="T19" fmla="*/ 61 h 68"/>
                  <a:gd name="T20" fmla="*/ 21 w 68"/>
                  <a:gd name="T21" fmla="*/ 21 h 68"/>
                  <a:gd name="T22" fmla="*/ 47 w 68"/>
                  <a:gd name="T23" fmla="*/ 21 h 68"/>
                  <a:gd name="T24" fmla="*/ 47 w 68"/>
                  <a:gd name="T25" fmla="*/ 46 h 68"/>
                  <a:gd name="T26" fmla="*/ 21 w 68"/>
                  <a:gd name="T27" fmla="*/ 46 h 68"/>
                  <a:gd name="T28" fmla="*/ 21 w 68"/>
                  <a:gd name="T29" fmla="*/ 2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2"/>
                      <a:pt x="15" y="68"/>
                      <a:pt x="34" y="68"/>
                    </a:cubicBezTo>
                    <a:cubicBezTo>
                      <a:pt x="53" y="68"/>
                      <a:pt x="68" y="52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4" y="61"/>
                    </a:moveTo>
                    <a:cubicBezTo>
                      <a:pt x="19" y="61"/>
                      <a:pt x="7" y="49"/>
                      <a:pt x="7" y="34"/>
                    </a:cubicBezTo>
                    <a:cubicBezTo>
                      <a:pt x="7" y="18"/>
                      <a:pt x="19" y="6"/>
                      <a:pt x="34" y="6"/>
                    </a:cubicBezTo>
                    <a:cubicBezTo>
                      <a:pt x="49" y="6"/>
                      <a:pt x="62" y="18"/>
                      <a:pt x="62" y="34"/>
                    </a:cubicBezTo>
                    <a:cubicBezTo>
                      <a:pt x="62" y="49"/>
                      <a:pt x="49" y="61"/>
                      <a:pt x="34" y="61"/>
                    </a:cubicBezTo>
                    <a:close/>
                    <a:moveTo>
                      <a:pt x="21" y="21"/>
                    </a:move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21" y="46"/>
                      <a:pt x="21" y="46"/>
                      <a:pt x="21" y="46"/>
                    </a:cubicBezTo>
                    <a:lnTo>
                      <a:pt x="21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FEC6DFD0-E68B-4EA9-B832-CDF3796D97A3}"/>
                  </a:ext>
                </a:extLst>
              </p:cNvPr>
              <p:cNvSpPr/>
              <p:nvPr/>
            </p:nvSpPr>
            <p:spPr bwMode="auto">
              <a:xfrm>
                <a:off x="6575008" y="3595241"/>
                <a:ext cx="229007" cy="230965"/>
              </a:xfrm>
              <a:custGeom>
                <a:avLst/>
                <a:gdLst>
                  <a:gd name="T0" fmla="*/ 36 w 72"/>
                  <a:gd name="T1" fmla="*/ 0 h 72"/>
                  <a:gd name="T2" fmla="*/ 0 w 72"/>
                  <a:gd name="T3" fmla="*/ 36 h 72"/>
                  <a:gd name="T4" fmla="*/ 36 w 72"/>
                  <a:gd name="T5" fmla="*/ 72 h 72"/>
                  <a:gd name="T6" fmla="*/ 72 w 72"/>
                  <a:gd name="T7" fmla="*/ 36 h 72"/>
                  <a:gd name="T8" fmla="*/ 36 w 72"/>
                  <a:gd name="T9" fmla="*/ 0 h 72"/>
                  <a:gd name="T10" fmla="*/ 57 w 72"/>
                  <a:gd name="T11" fmla="*/ 31 h 72"/>
                  <a:gd name="T12" fmla="*/ 38 w 72"/>
                  <a:gd name="T13" fmla="*/ 59 h 72"/>
                  <a:gd name="T14" fmla="*/ 29 w 72"/>
                  <a:gd name="T15" fmla="*/ 55 h 72"/>
                  <a:gd name="T16" fmla="*/ 21 w 72"/>
                  <a:gd name="T17" fmla="*/ 33 h 72"/>
                  <a:gd name="T18" fmla="*/ 16 w 72"/>
                  <a:gd name="T19" fmla="*/ 35 h 72"/>
                  <a:gd name="T20" fmla="*/ 15 w 72"/>
                  <a:gd name="T21" fmla="*/ 32 h 72"/>
                  <a:gd name="T22" fmla="*/ 28 w 72"/>
                  <a:gd name="T23" fmla="*/ 23 h 72"/>
                  <a:gd name="T24" fmla="*/ 35 w 72"/>
                  <a:gd name="T25" fmla="*/ 37 h 72"/>
                  <a:gd name="T26" fmla="*/ 38 w 72"/>
                  <a:gd name="T27" fmla="*/ 46 h 72"/>
                  <a:gd name="T28" fmla="*/ 44 w 72"/>
                  <a:gd name="T29" fmla="*/ 38 h 72"/>
                  <a:gd name="T30" fmla="*/ 39 w 72"/>
                  <a:gd name="T31" fmla="*/ 32 h 72"/>
                  <a:gd name="T32" fmla="*/ 57 w 72"/>
                  <a:gd name="T33" fmla="*/ 3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72">
                    <a:moveTo>
                      <a:pt x="36" y="0"/>
                    </a:moveTo>
                    <a:cubicBezTo>
                      <a:pt x="16" y="0"/>
                      <a:pt x="0" y="17"/>
                      <a:pt x="0" y="36"/>
                    </a:cubicBezTo>
                    <a:cubicBezTo>
                      <a:pt x="0" y="56"/>
                      <a:pt x="16" y="72"/>
                      <a:pt x="36" y="72"/>
                    </a:cubicBezTo>
                    <a:cubicBezTo>
                      <a:pt x="56" y="72"/>
                      <a:pt x="72" y="56"/>
                      <a:pt x="72" y="36"/>
                    </a:cubicBezTo>
                    <a:cubicBezTo>
                      <a:pt x="72" y="17"/>
                      <a:pt x="56" y="0"/>
                      <a:pt x="36" y="0"/>
                    </a:cubicBezTo>
                    <a:close/>
                    <a:moveTo>
                      <a:pt x="57" y="31"/>
                    </a:moveTo>
                    <a:cubicBezTo>
                      <a:pt x="55" y="45"/>
                      <a:pt x="42" y="56"/>
                      <a:pt x="38" y="59"/>
                    </a:cubicBezTo>
                    <a:cubicBezTo>
                      <a:pt x="34" y="61"/>
                      <a:pt x="30" y="58"/>
                      <a:pt x="29" y="55"/>
                    </a:cubicBezTo>
                    <a:cubicBezTo>
                      <a:pt x="27" y="52"/>
                      <a:pt x="22" y="35"/>
                      <a:pt x="21" y="33"/>
                    </a:cubicBezTo>
                    <a:cubicBezTo>
                      <a:pt x="20" y="32"/>
                      <a:pt x="16" y="35"/>
                      <a:pt x="16" y="35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22" y="24"/>
                      <a:pt x="28" y="23"/>
                    </a:cubicBezTo>
                    <a:cubicBezTo>
                      <a:pt x="33" y="22"/>
                      <a:pt x="33" y="32"/>
                      <a:pt x="35" y="37"/>
                    </a:cubicBezTo>
                    <a:cubicBezTo>
                      <a:pt x="36" y="43"/>
                      <a:pt x="37" y="46"/>
                      <a:pt x="38" y="46"/>
                    </a:cubicBezTo>
                    <a:cubicBezTo>
                      <a:pt x="39" y="46"/>
                      <a:pt x="42" y="43"/>
                      <a:pt x="44" y="38"/>
                    </a:cubicBezTo>
                    <a:cubicBezTo>
                      <a:pt x="47" y="34"/>
                      <a:pt x="44" y="29"/>
                      <a:pt x="39" y="32"/>
                    </a:cubicBezTo>
                    <a:cubicBezTo>
                      <a:pt x="41" y="21"/>
                      <a:pt x="60" y="18"/>
                      <a:pt x="57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65E54077-8DBE-4546-936C-0602CFC26C10}"/>
                  </a:ext>
                </a:extLst>
              </p:cNvPr>
              <p:cNvSpPr/>
              <p:nvPr/>
            </p:nvSpPr>
            <p:spPr bwMode="auto">
              <a:xfrm>
                <a:off x="5843650" y="2888238"/>
                <a:ext cx="150716" cy="150714"/>
              </a:xfrm>
              <a:custGeom>
                <a:avLst/>
                <a:gdLst>
                  <a:gd name="T0" fmla="*/ 23 w 47"/>
                  <a:gd name="T1" fmla="*/ 0 h 47"/>
                  <a:gd name="T2" fmla="*/ 0 w 47"/>
                  <a:gd name="T3" fmla="*/ 24 h 47"/>
                  <a:gd name="T4" fmla="*/ 23 w 47"/>
                  <a:gd name="T5" fmla="*/ 47 h 47"/>
                  <a:gd name="T6" fmla="*/ 47 w 47"/>
                  <a:gd name="T7" fmla="*/ 24 h 47"/>
                  <a:gd name="T8" fmla="*/ 23 w 47"/>
                  <a:gd name="T9" fmla="*/ 0 h 47"/>
                  <a:gd name="T10" fmla="*/ 5 w 47"/>
                  <a:gd name="T11" fmla="*/ 24 h 47"/>
                  <a:gd name="T12" fmla="*/ 23 w 47"/>
                  <a:gd name="T13" fmla="*/ 6 h 47"/>
                  <a:gd name="T14" fmla="*/ 23 w 47"/>
                  <a:gd name="T15" fmla="*/ 42 h 47"/>
                  <a:gd name="T16" fmla="*/ 5 w 47"/>
                  <a:gd name="T17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7">
                    <a:moveTo>
                      <a:pt x="23" y="0"/>
                    </a:moveTo>
                    <a:cubicBezTo>
                      <a:pt x="10" y="0"/>
                      <a:pt x="0" y="11"/>
                      <a:pt x="0" y="24"/>
                    </a:cubicBezTo>
                    <a:cubicBezTo>
                      <a:pt x="0" y="37"/>
                      <a:pt x="10" y="47"/>
                      <a:pt x="23" y="47"/>
                    </a:cubicBezTo>
                    <a:cubicBezTo>
                      <a:pt x="36" y="47"/>
                      <a:pt x="47" y="37"/>
                      <a:pt x="47" y="24"/>
                    </a:cubicBezTo>
                    <a:cubicBezTo>
                      <a:pt x="47" y="11"/>
                      <a:pt x="36" y="0"/>
                      <a:pt x="23" y="0"/>
                    </a:cubicBezTo>
                    <a:close/>
                    <a:moveTo>
                      <a:pt x="5" y="24"/>
                    </a:moveTo>
                    <a:cubicBezTo>
                      <a:pt x="5" y="14"/>
                      <a:pt x="13" y="6"/>
                      <a:pt x="23" y="6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13" y="42"/>
                      <a:pt x="5" y="3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EB5D5DDB-3FA0-4892-A04E-160449934A3E}"/>
                  </a:ext>
                </a:extLst>
              </p:cNvPr>
              <p:cNvSpPr/>
              <p:nvPr/>
            </p:nvSpPr>
            <p:spPr bwMode="auto">
              <a:xfrm>
                <a:off x="5900413" y="2101392"/>
                <a:ext cx="215306" cy="199648"/>
              </a:xfrm>
              <a:custGeom>
                <a:avLst/>
                <a:gdLst>
                  <a:gd name="T0" fmla="*/ 34 w 67"/>
                  <a:gd name="T1" fmla="*/ 8 h 62"/>
                  <a:gd name="T2" fmla="*/ 23 w 67"/>
                  <a:gd name="T3" fmla="*/ 10 h 62"/>
                  <a:gd name="T4" fmla="*/ 15 w 67"/>
                  <a:gd name="T5" fmla="*/ 14 h 62"/>
                  <a:gd name="T6" fmla="*/ 8 w 67"/>
                  <a:gd name="T7" fmla="*/ 27 h 62"/>
                  <a:gd name="T8" fmla="*/ 11 w 67"/>
                  <a:gd name="T9" fmla="*/ 35 h 62"/>
                  <a:gd name="T10" fmla="*/ 17 w 67"/>
                  <a:gd name="T11" fmla="*/ 41 h 62"/>
                  <a:gd name="T12" fmla="*/ 21 w 67"/>
                  <a:gd name="T13" fmla="*/ 47 h 62"/>
                  <a:gd name="T14" fmla="*/ 21 w 67"/>
                  <a:gd name="T15" fmla="*/ 49 h 62"/>
                  <a:gd name="T16" fmla="*/ 22 w 67"/>
                  <a:gd name="T17" fmla="*/ 48 h 62"/>
                  <a:gd name="T18" fmla="*/ 28 w 67"/>
                  <a:gd name="T19" fmla="*/ 45 h 62"/>
                  <a:gd name="T20" fmla="*/ 29 w 67"/>
                  <a:gd name="T21" fmla="*/ 46 h 62"/>
                  <a:gd name="T22" fmla="*/ 34 w 67"/>
                  <a:gd name="T23" fmla="*/ 46 h 62"/>
                  <a:gd name="T24" fmla="*/ 44 w 67"/>
                  <a:gd name="T25" fmla="*/ 44 h 62"/>
                  <a:gd name="T26" fmla="*/ 52 w 67"/>
                  <a:gd name="T27" fmla="*/ 40 h 62"/>
                  <a:gd name="T28" fmla="*/ 59 w 67"/>
                  <a:gd name="T29" fmla="*/ 27 h 62"/>
                  <a:gd name="T30" fmla="*/ 52 w 67"/>
                  <a:gd name="T31" fmla="*/ 14 h 62"/>
                  <a:gd name="T32" fmla="*/ 44 w 67"/>
                  <a:gd name="T33" fmla="*/ 10 h 62"/>
                  <a:gd name="T34" fmla="*/ 34 w 67"/>
                  <a:gd name="T35" fmla="*/ 8 h 62"/>
                  <a:gd name="T36" fmla="*/ 34 w 67"/>
                  <a:gd name="T37" fmla="*/ 0 h 62"/>
                  <a:gd name="T38" fmla="*/ 34 w 67"/>
                  <a:gd name="T39" fmla="*/ 0 h 62"/>
                  <a:gd name="T40" fmla="*/ 67 w 67"/>
                  <a:gd name="T41" fmla="*/ 27 h 62"/>
                  <a:gd name="T42" fmla="*/ 34 w 67"/>
                  <a:gd name="T43" fmla="*/ 54 h 62"/>
                  <a:gd name="T44" fmla="*/ 28 w 67"/>
                  <a:gd name="T45" fmla="*/ 54 h 62"/>
                  <a:gd name="T46" fmla="*/ 4 w 67"/>
                  <a:gd name="T47" fmla="*/ 62 h 62"/>
                  <a:gd name="T48" fmla="*/ 4 w 67"/>
                  <a:gd name="T49" fmla="*/ 61 h 62"/>
                  <a:gd name="T50" fmla="*/ 13 w 67"/>
                  <a:gd name="T51" fmla="*/ 50 h 62"/>
                  <a:gd name="T52" fmla="*/ 12 w 67"/>
                  <a:gd name="T53" fmla="*/ 48 h 62"/>
                  <a:gd name="T54" fmla="*/ 0 w 67"/>
                  <a:gd name="T55" fmla="*/ 27 h 62"/>
                  <a:gd name="T56" fmla="*/ 34 w 67"/>
                  <a:gd name="T5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7" h="62">
                    <a:moveTo>
                      <a:pt x="34" y="8"/>
                    </a:moveTo>
                    <a:cubicBezTo>
                      <a:pt x="30" y="8"/>
                      <a:pt x="26" y="9"/>
                      <a:pt x="23" y="10"/>
                    </a:cubicBezTo>
                    <a:cubicBezTo>
                      <a:pt x="20" y="11"/>
                      <a:pt x="17" y="12"/>
                      <a:pt x="15" y="14"/>
                    </a:cubicBezTo>
                    <a:cubicBezTo>
                      <a:pt x="11" y="18"/>
                      <a:pt x="8" y="22"/>
                      <a:pt x="8" y="27"/>
                    </a:cubicBezTo>
                    <a:cubicBezTo>
                      <a:pt x="8" y="30"/>
                      <a:pt x="9" y="32"/>
                      <a:pt x="11" y="35"/>
                    </a:cubicBezTo>
                    <a:cubicBezTo>
                      <a:pt x="12" y="37"/>
                      <a:pt x="14" y="39"/>
                      <a:pt x="17" y="41"/>
                    </a:cubicBezTo>
                    <a:cubicBezTo>
                      <a:pt x="19" y="42"/>
                      <a:pt x="20" y="45"/>
                      <a:pt x="21" y="47"/>
                    </a:cubicBezTo>
                    <a:cubicBezTo>
                      <a:pt x="21" y="48"/>
                      <a:pt x="21" y="48"/>
                      <a:pt x="21" y="49"/>
                    </a:cubicBezTo>
                    <a:cubicBezTo>
                      <a:pt x="21" y="49"/>
                      <a:pt x="22" y="48"/>
                      <a:pt x="22" y="48"/>
                    </a:cubicBezTo>
                    <a:cubicBezTo>
                      <a:pt x="24" y="46"/>
                      <a:pt x="26" y="45"/>
                      <a:pt x="28" y="45"/>
                    </a:cubicBezTo>
                    <a:cubicBezTo>
                      <a:pt x="29" y="45"/>
                      <a:pt x="29" y="45"/>
                      <a:pt x="29" y="46"/>
                    </a:cubicBezTo>
                    <a:cubicBezTo>
                      <a:pt x="31" y="46"/>
                      <a:pt x="32" y="46"/>
                      <a:pt x="34" y="46"/>
                    </a:cubicBezTo>
                    <a:cubicBezTo>
                      <a:pt x="37" y="46"/>
                      <a:pt x="41" y="45"/>
                      <a:pt x="44" y="44"/>
                    </a:cubicBezTo>
                    <a:cubicBezTo>
                      <a:pt x="47" y="43"/>
                      <a:pt x="50" y="42"/>
                      <a:pt x="52" y="40"/>
                    </a:cubicBezTo>
                    <a:cubicBezTo>
                      <a:pt x="56" y="36"/>
                      <a:pt x="59" y="32"/>
                      <a:pt x="59" y="27"/>
                    </a:cubicBezTo>
                    <a:cubicBezTo>
                      <a:pt x="59" y="22"/>
                      <a:pt x="56" y="18"/>
                      <a:pt x="52" y="14"/>
                    </a:cubicBezTo>
                    <a:cubicBezTo>
                      <a:pt x="50" y="12"/>
                      <a:pt x="47" y="11"/>
                      <a:pt x="44" y="10"/>
                    </a:cubicBezTo>
                    <a:cubicBezTo>
                      <a:pt x="41" y="9"/>
                      <a:pt x="37" y="8"/>
                      <a:pt x="34" y="8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52" y="0"/>
                      <a:pt x="67" y="12"/>
                      <a:pt x="67" y="27"/>
                    </a:cubicBezTo>
                    <a:cubicBezTo>
                      <a:pt x="67" y="42"/>
                      <a:pt x="52" y="54"/>
                      <a:pt x="34" y="54"/>
                    </a:cubicBezTo>
                    <a:cubicBezTo>
                      <a:pt x="32" y="54"/>
                      <a:pt x="30" y="54"/>
                      <a:pt x="28" y="54"/>
                    </a:cubicBezTo>
                    <a:cubicBezTo>
                      <a:pt x="21" y="61"/>
                      <a:pt x="13" y="62"/>
                      <a:pt x="4" y="62"/>
                    </a:cubicBezTo>
                    <a:cubicBezTo>
                      <a:pt x="4" y="61"/>
                      <a:pt x="4" y="61"/>
                      <a:pt x="4" y="61"/>
                    </a:cubicBezTo>
                    <a:cubicBezTo>
                      <a:pt x="9" y="59"/>
                      <a:pt x="13" y="55"/>
                      <a:pt x="13" y="50"/>
                    </a:cubicBezTo>
                    <a:cubicBezTo>
                      <a:pt x="13" y="49"/>
                      <a:pt x="13" y="49"/>
                      <a:pt x="12" y="48"/>
                    </a:cubicBezTo>
                    <a:cubicBezTo>
                      <a:pt x="5" y="43"/>
                      <a:pt x="0" y="36"/>
                      <a:pt x="0" y="27"/>
                    </a:cubicBezTo>
                    <a:cubicBezTo>
                      <a:pt x="0" y="12"/>
                      <a:pt x="1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4241ED60-4FA9-4758-8F78-672AF0B3C968}"/>
                  </a:ext>
                </a:extLst>
              </p:cNvPr>
              <p:cNvSpPr/>
              <p:nvPr/>
            </p:nvSpPr>
            <p:spPr bwMode="auto">
              <a:xfrm>
                <a:off x="6312728" y="2886689"/>
                <a:ext cx="207477" cy="203563"/>
              </a:xfrm>
              <a:custGeom>
                <a:avLst/>
                <a:gdLst>
                  <a:gd name="T0" fmla="*/ 62 w 65"/>
                  <a:gd name="T1" fmla="*/ 36 h 64"/>
                  <a:gd name="T2" fmla="*/ 62 w 65"/>
                  <a:gd name="T3" fmla="*/ 32 h 64"/>
                  <a:gd name="T4" fmla="*/ 33 w 65"/>
                  <a:gd name="T5" fmla="*/ 3 h 64"/>
                  <a:gd name="T6" fmla="*/ 28 w 65"/>
                  <a:gd name="T7" fmla="*/ 3 h 64"/>
                  <a:gd name="T8" fmla="*/ 18 w 65"/>
                  <a:gd name="T9" fmla="*/ 0 h 64"/>
                  <a:gd name="T10" fmla="*/ 0 w 65"/>
                  <a:gd name="T11" fmla="*/ 18 h 64"/>
                  <a:gd name="T12" fmla="*/ 3 w 65"/>
                  <a:gd name="T13" fmla="*/ 28 h 64"/>
                  <a:gd name="T14" fmla="*/ 3 w 65"/>
                  <a:gd name="T15" fmla="*/ 32 h 64"/>
                  <a:gd name="T16" fmla="*/ 33 w 65"/>
                  <a:gd name="T17" fmla="*/ 62 h 64"/>
                  <a:gd name="T18" fmla="*/ 38 w 65"/>
                  <a:gd name="T19" fmla="*/ 62 h 64"/>
                  <a:gd name="T20" fmla="*/ 47 w 65"/>
                  <a:gd name="T21" fmla="*/ 64 h 64"/>
                  <a:gd name="T22" fmla="*/ 65 w 65"/>
                  <a:gd name="T23" fmla="*/ 46 h 64"/>
                  <a:gd name="T24" fmla="*/ 62 w 65"/>
                  <a:gd name="T25" fmla="*/ 36 h 64"/>
                  <a:gd name="T26" fmla="*/ 35 w 65"/>
                  <a:gd name="T27" fmla="*/ 54 h 64"/>
                  <a:gd name="T28" fmla="*/ 17 w 65"/>
                  <a:gd name="T29" fmla="*/ 49 h 64"/>
                  <a:gd name="T30" fmla="*/ 18 w 65"/>
                  <a:gd name="T31" fmla="*/ 39 h 64"/>
                  <a:gd name="T32" fmla="*/ 26 w 65"/>
                  <a:gd name="T33" fmla="*/ 45 h 64"/>
                  <a:gd name="T34" fmla="*/ 40 w 65"/>
                  <a:gd name="T35" fmla="*/ 44 h 64"/>
                  <a:gd name="T36" fmla="*/ 32 w 65"/>
                  <a:gd name="T37" fmla="*/ 36 h 64"/>
                  <a:gd name="T38" fmla="*/ 15 w 65"/>
                  <a:gd name="T39" fmla="*/ 23 h 64"/>
                  <a:gd name="T40" fmla="*/ 28 w 65"/>
                  <a:gd name="T41" fmla="*/ 10 h 64"/>
                  <a:gd name="T42" fmla="*/ 46 w 65"/>
                  <a:gd name="T43" fmla="*/ 15 h 64"/>
                  <a:gd name="T44" fmla="*/ 45 w 65"/>
                  <a:gd name="T45" fmla="*/ 24 h 64"/>
                  <a:gd name="T46" fmla="*/ 32 w 65"/>
                  <a:gd name="T47" fmla="*/ 17 h 64"/>
                  <a:gd name="T48" fmla="*/ 29 w 65"/>
                  <a:gd name="T49" fmla="*/ 27 h 64"/>
                  <a:gd name="T50" fmla="*/ 50 w 65"/>
                  <a:gd name="T51" fmla="*/ 37 h 64"/>
                  <a:gd name="T52" fmla="*/ 35 w 65"/>
                  <a:gd name="T53" fmla="*/ 5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5" h="64">
                    <a:moveTo>
                      <a:pt x="62" y="36"/>
                    </a:moveTo>
                    <a:cubicBezTo>
                      <a:pt x="62" y="35"/>
                      <a:pt x="62" y="34"/>
                      <a:pt x="62" y="32"/>
                    </a:cubicBezTo>
                    <a:cubicBezTo>
                      <a:pt x="62" y="16"/>
                      <a:pt x="49" y="3"/>
                      <a:pt x="33" y="3"/>
                    </a:cubicBezTo>
                    <a:cubicBezTo>
                      <a:pt x="31" y="3"/>
                      <a:pt x="29" y="3"/>
                      <a:pt x="28" y="3"/>
                    </a:cubicBezTo>
                    <a:cubicBezTo>
                      <a:pt x="25" y="1"/>
                      <a:pt x="22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1"/>
                      <a:pt x="1" y="25"/>
                      <a:pt x="3" y="28"/>
                    </a:cubicBezTo>
                    <a:cubicBezTo>
                      <a:pt x="3" y="29"/>
                      <a:pt x="3" y="31"/>
                      <a:pt x="3" y="32"/>
                    </a:cubicBezTo>
                    <a:cubicBezTo>
                      <a:pt x="3" y="49"/>
                      <a:pt x="16" y="62"/>
                      <a:pt x="33" y="62"/>
                    </a:cubicBezTo>
                    <a:cubicBezTo>
                      <a:pt x="34" y="62"/>
                      <a:pt x="36" y="62"/>
                      <a:pt x="38" y="62"/>
                    </a:cubicBezTo>
                    <a:cubicBezTo>
                      <a:pt x="41" y="63"/>
                      <a:pt x="44" y="64"/>
                      <a:pt x="47" y="64"/>
                    </a:cubicBezTo>
                    <a:cubicBezTo>
                      <a:pt x="57" y="64"/>
                      <a:pt x="65" y="56"/>
                      <a:pt x="65" y="46"/>
                    </a:cubicBezTo>
                    <a:cubicBezTo>
                      <a:pt x="65" y="43"/>
                      <a:pt x="64" y="39"/>
                      <a:pt x="62" y="36"/>
                    </a:cubicBezTo>
                    <a:close/>
                    <a:moveTo>
                      <a:pt x="35" y="54"/>
                    </a:moveTo>
                    <a:cubicBezTo>
                      <a:pt x="26" y="55"/>
                      <a:pt x="21" y="53"/>
                      <a:pt x="17" y="49"/>
                    </a:cubicBezTo>
                    <a:cubicBezTo>
                      <a:pt x="13" y="45"/>
                      <a:pt x="15" y="40"/>
                      <a:pt x="18" y="39"/>
                    </a:cubicBezTo>
                    <a:cubicBezTo>
                      <a:pt x="22" y="39"/>
                      <a:pt x="24" y="44"/>
                      <a:pt x="26" y="45"/>
                    </a:cubicBezTo>
                    <a:cubicBezTo>
                      <a:pt x="28" y="46"/>
                      <a:pt x="36" y="49"/>
                      <a:pt x="40" y="44"/>
                    </a:cubicBezTo>
                    <a:cubicBezTo>
                      <a:pt x="44" y="39"/>
                      <a:pt x="37" y="37"/>
                      <a:pt x="32" y="36"/>
                    </a:cubicBezTo>
                    <a:cubicBezTo>
                      <a:pt x="24" y="35"/>
                      <a:pt x="14" y="31"/>
                      <a:pt x="15" y="23"/>
                    </a:cubicBezTo>
                    <a:cubicBezTo>
                      <a:pt x="16" y="15"/>
                      <a:pt x="22" y="11"/>
                      <a:pt x="28" y="10"/>
                    </a:cubicBezTo>
                    <a:cubicBezTo>
                      <a:pt x="37" y="9"/>
                      <a:pt x="42" y="11"/>
                      <a:pt x="46" y="15"/>
                    </a:cubicBezTo>
                    <a:cubicBezTo>
                      <a:pt x="51" y="19"/>
                      <a:pt x="48" y="24"/>
                      <a:pt x="45" y="24"/>
                    </a:cubicBezTo>
                    <a:cubicBezTo>
                      <a:pt x="42" y="24"/>
                      <a:pt x="39" y="17"/>
                      <a:pt x="32" y="17"/>
                    </a:cubicBezTo>
                    <a:cubicBezTo>
                      <a:pt x="25" y="17"/>
                      <a:pt x="20" y="24"/>
                      <a:pt x="29" y="27"/>
                    </a:cubicBezTo>
                    <a:cubicBezTo>
                      <a:pt x="37" y="29"/>
                      <a:pt x="47" y="30"/>
                      <a:pt x="50" y="37"/>
                    </a:cubicBezTo>
                    <a:cubicBezTo>
                      <a:pt x="53" y="45"/>
                      <a:pt x="45" y="54"/>
                      <a:pt x="35" y="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FD125885-6B09-430A-B334-598614C4E4F8}"/>
                  </a:ext>
                </a:extLst>
              </p:cNvPr>
              <p:cNvSpPr/>
              <p:nvPr/>
            </p:nvSpPr>
            <p:spPr bwMode="auto">
              <a:xfrm>
                <a:off x="5156630" y="2140538"/>
                <a:ext cx="262282" cy="281855"/>
              </a:xfrm>
              <a:custGeom>
                <a:avLst/>
                <a:gdLst>
                  <a:gd name="T0" fmla="*/ 78 w 82"/>
                  <a:gd name="T1" fmla="*/ 22 h 88"/>
                  <a:gd name="T2" fmla="*/ 50 w 82"/>
                  <a:gd name="T3" fmla="*/ 2 h 88"/>
                  <a:gd name="T4" fmla="*/ 40 w 82"/>
                  <a:gd name="T5" fmla="*/ 4 h 88"/>
                  <a:gd name="T6" fmla="*/ 3 w 82"/>
                  <a:gd name="T7" fmla="*/ 55 h 88"/>
                  <a:gd name="T8" fmla="*/ 4 w 82"/>
                  <a:gd name="T9" fmla="*/ 65 h 88"/>
                  <a:gd name="T10" fmla="*/ 32 w 82"/>
                  <a:gd name="T11" fmla="*/ 85 h 88"/>
                  <a:gd name="T12" fmla="*/ 42 w 82"/>
                  <a:gd name="T13" fmla="*/ 84 h 88"/>
                  <a:gd name="T14" fmla="*/ 80 w 82"/>
                  <a:gd name="T15" fmla="*/ 33 h 88"/>
                  <a:gd name="T16" fmla="*/ 78 w 82"/>
                  <a:gd name="T17" fmla="*/ 22 h 88"/>
                  <a:gd name="T18" fmla="*/ 54 w 82"/>
                  <a:gd name="T19" fmla="*/ 9 h 88"/>
                  <a:gd name="T20" fmla="*/ 70 w 82"/>
                  <a:gd name="T21" fmla="*/ 21 h 88"/>
                  <a:gd name="T22" fmla="*/ 68 w 82"/>
                  <a:gd name="T23" fmla="*/ 23 h 88"/>
                  <a:gd name="T24" fmla="*/ 53 w 82"/>
                  <a:gd name="T25" fmla="*/ 11 h 88"/>
                  <a:gd name="T26" fmla="*/ 54 w 82"/>
                  <a:gd name="T27" fmla="*/ 9 h 88"/>
                  <a:gd name="T28" fmla="*/ 21 w 82"/>
                  <a:gd name="T29" fmla="*/ 71 h 88"/>
                  <a:gd name="T30" fmla="*/ 20 w 82"/>
                  <a:gd name="T31" fmla="*/ 64 h 88"/>
                  <a:gd name="T32" fmla="*/ 27 w 82"/>
                  <a:gd name="T33" fmla="*/ 63 h 88"/>
                  <a:gd name="T34" fmla="*/ 28 w 82"/>
                  <a:gd name="T35" fmla="*/ 70 h 88"/>
                  <a:gd name="T36" fmla="*/ 21 w 82"/>
                  <a:gd name="T37" fmla="*/ 71 h 88"/>
                  <a:gd name="T38" fmla="*/ 45 w 82"/>
                  <a:gd name="T39" fmla="*/ 71 h 88"/>
                  <a:gd name="T40" fmla="*/ 14 w 82"/>
                  <a:gd name="T41" fmla="*/ 48 h 88"/>
                  <a:gd name="T42" fmla="*/ 43 w 82"/>
                  <a:gd name="T43" fmla="*/ 9 h 88"/>
                  <a:gd name="T44" fmla="*/ 74 w 82"/>
                  <a:gd name="T45" fmla="*/ 32 h 88"/>
                  <a:gd name="T46" fmla="*/ 45 w 82"/>
                  <a:gd name="T47" fmla="*/ 7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2" h="88">
                    <a:moveTo>
                      <a:pt x="78" y="22"/>
                    </a:moveTo>
                    <a:cubicBezTo>
                      <a:pt x="50" y="2"/>
                      <a:pt x="50" y="2"/>
                      <a:pt x="50" y="2"/>
                    </a:cubicBezTo>
                    <a:cubicBezTo>
                      <a:pt x="47" y="0"/>
                      <a:pt x="43" y="1"/>
                      <a:pt x="40" y="4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0" y="58"/>
                      <a:pt x="1" y="63"/>
                      <a:pt x="4" y="65"/>
                    </a:cubicBezTo>
                    <a:cubicBezTo>
                      <a:pt x="32" y="85"/>
                      <a:pt x="32" y="85"/>
                      <a:pt x="32" y="85"/>
                    </a:cubicBezTo>
                    <a:cubicBezTo>
                      <a:pt x="35" y="88"/>
                      <a:pt x="40" y="87"/>
                      <a:pt x="42" y="84"/>
                    </a:cubicBezTo>
                    <a:cubicBezTo>
                      <a:pt x="80" y="33"/>
                      <a:pt x="80" y="33"/>
                      <a:pt x="80" y="33"/>
                    </a:cubicBezTo>
                    <a:cubicBezTo>
                      <a:pt x="82" y="29"/>
                      <a:pt x="81" y="25"/>
                      <a:pt x="78" y="22"/>
                    </a:cubicBezTo>
                    <a:close/>
                    <a:moveTo>
                      <a:pt x="54" y="9"/>
                    </a:moveTo>
                    <a:cubicBezTo>
                      <a:pt x="70" y="21"/>
                      <a:pt x="70" y="21"/>
                      <a:pt x="70" y="21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9"/>
                    </a:lnTo>
                    <a:close/>
                    <a:moveTo>
                      <a:pt x="21" y="71"/>
                    </a:moveTo>
                    <a:cubicBezTo>
                      <a:pt x="19" y="70"/>
                      <a:pt x="18" y="67"/>
                      <a:pt x="20" y="64"/>
                    </a:cubicBezTo>
                    <a:cubicBezTo>
                      <a:pt x="22" y="62"/>
                      <a:pt x="25" y="62"/>
                      <a:pt x="27" y="63"/>
                    </a:cubicBezTo>
                    <a:cubicBezTo>
                      <a:pt x="29" y="65"/>
                      <a:pt x="29" y="68"/>
                      <a:pt x="28" y="70"/>
                    </a:cubicBezTo>
                    <a:cubicBezTo>
                      <a:pt x="26" y="72"/>
                      <a:pt x="23" y="73"/>
                      <a:pt x="21" y="71"/>
                    </a:cubicBezTo>
                    <a:close/>
                    <a:moveTo>
                      <a:pt x="45" y="71"/>
                    </a:moveTo>
                    <a:cubicBezTo>
                      <a:pt x="14" y="48"/>
                      <a:pt x="14" y="48"/>
                      <a:pt x="14" y="48"/>
                    </a:cubicBezTo>
                    <a:cubicBezTo>
                      <a:pt x="43" y="9"/>
                      <a:pt x="43" y="9"/>
                      <a:pt x="43" y="9"/>
                    </a:cubicBezTo>
                    <a:cubicBezTo>
                      <a:pt x="74" y="32"/>
                      <a:pt x="74" y="32"/>
                      <a:pt x="74" y="32"/>
                    </a:cubicBezTo>
                    <a:lnTo>
                      <a:pt x="45" y="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39DABF75-3C98-4469-A389-5D0E25DA4050}"/>
                  </a:ext>
                </a:extLst>
              </p:cNvPr>
              <p:cNvSpPr/>
              <p:nvPr/>
            </p:nvSpPr>
            <p:spPr bwMode="auto">
              <a:xfrm>
                <a:off x="4814099" y="2956744"/>
                <a:ext cx="137013" cy="152673"/>
              </a:xfrm>
              <a:custGeom>
                <a:avLst/>
                <a:gdLst>
                  <a:gd name="T0" fmla="*/ 34 w 43"/>
                  <a:gd name="T1" fmla="*/ 15 h 48"/>
                  <a:gd name="T2" fmla="*/ 36 w 43"/>
                  <a:gd name="T3" fmla="*/ 12 h 48"/>
                  <a:gd name="T4" fmla="*/ 39 w 43"/>
                  <a:gd name="T5" fmla="*/ 7 h 48"/>
                  <a:gd name="T6" fmla="*/ 38 w 43"/>
                  <a:gd name="T7" fmla="*/ 1 h 48"/>
                  <a:gd name="T8" fmla="*/ 34 w 43"/>
                  <a:gd name="T9" fmla="*/ 0 h 48"/>
                  <a:gd name="T10" fmla="*/ 27 w 43"/>
                  <a:gd name="T11" fmla="*/ 3 h 48"/>
                  <a:gd name="T12" fmla="*/ 21 w 43"/>
                  <a:gd name="T13" fmla="*/ 14 h 48"/>
                  <a:gd name="T14" fmla="*/ 16 w 43"/>
                  <a:gd name="T15" fmla="*/ 3 h 48"/>
                  <a:gd name="T16" fmla="*/ 10 w 43"/>
                  <a:gd name="T17" fmla="*/ 1 h 48"/>
                  <a:gd name="T18" fmla="*/ 6 w 43"/>
                  <a:gd name="T19" fmla="*/ 3 h 48"/>
                  <a:gd name="T20" fmla="*/ 7 w 43"/>
                  <a:gd name="T21" fmla="*/ 12 h 48"/>
                  <a:gd name="T22" fmla="*/ 10 w 43"/>
                  <a:gd name="T23" fmla="*/ 15 h 48"/>
                  <a:gd name="T24" fmla="*/ 0 w 43"/>
                  <a:gd name="T25" fmla="*/ 15 h 48"/>
                  <a:gd name="T26" fmla="*/ 0 w 43"/>
                  <a:gd name="T27" fmla="*/ 27 h 48"/>
                  <a:gd name="T28" fmla="*/ 3 w 43"/>
                  <a:gd name="T29" fmla="*/ 27 h 48"/>
                  <a:gd name="T30" fmla="*/ 3 w 43"/>
                  <a:gd name="T31" fmla="*/ 48 h 48"/>
                  <a:gd name="T32" fmla="*/ 40 w 43"/>
                  <a:gd name="T33" fmla="*/ 48 h 48"/>
                  <a:gd name="T34" fmla="*/ 40 w 43"/>
                  <a:gd name="T35" fmla="*/ 27 h 48"/>
                  <a:gd name="T36" fmla="*/ 43 w 43"/>
                  <a:gd name="T37" fmla="*/ 27 h 48"/>
                  <a:gd name="T38" fmla="*/ 43 w 43"/>
                  <a:gd name="T39" fmla="*/ 15 h 48"/>
                  <a:gd name="T40" fmla="*/ 34 w 43"/>
                  <a:gd name="T41" fmla="*/ 15 h 48"/>
                  <a:gd name="T42" fmla="*/ 29 w 43"/>
                  <a:gd name="T43" fmla="*/ 5 h 48"/>
                  <a:gd name="T44" fmla="*/ 34 w 43"/>
                  <a:gd name="T45" fmla="*/ 3 h 48"/>
                  <a:gd name="T46" fmla="*/ 35 w 43"/>
                  <a:gd name="T47" fmla="*/ 4 h 48"/>
                  <a:gd name="T48" fmla="*/ 34 w 43"/>
                  <a:gd name="T49" fmla="*/ 10 h 48"/>
                  <a:gd name="T50" fmla="*/ 27 w 43"/>
                  <a:gd name="T51" fmla="*/ 15 h 48"/>
                  <a:gd name="T52" fmla="*/ 24 w 43"/>
                  <a:gd name="T53" fmla="*/ 15 h 48"/>
                  <a:gd name="T54" fmla="*/ 29 w 43"/>
                  <a:gd name="T55" fmla="*/ 5 h 48"/>
                  <a:gd name="T56" fmla="*/ 8 w 43"/>
                  <a:gd name="T57" fmla="*/ 7 h 48"/>
                  <a:gd name="T58" fmla="*/ 9 w 43"/>
                  <a:gd name="T59" fmla="*/ 5 h 48"/>
                  <a:gd name="T60" fmla="*/ 10 w 43"/>
                  <a:gd name="T61" fmla="*/ 4 h 48"/>
                  <a:gd name="T62" fmla="*/ 10 w 43"/>
                  <a:gd name="T63" fmla="*/ 4 h 48"/>
                  <a:gd name="T64" fmla="*/ 13 w 43"/>
                  <a:gd name="T65" fmla="*/ 6 h 48"/>
                  <a:gd name="T66" fmla="*/ 17 w 43"/>
                  <a:gd name="T67" fmla="*/ 13 h 48"/>
                  <a:gd name="T68" fmla="*/ 17 w 43"/>
                  <a:gd name="T69" fmla="*/ 13 h 48"/>
                  <a:gd name="T70" fmla="*/ 17 w 43"/>
                  <a:gd name="T71" fmla="*/ 13 h 48"/>
                  <a:gd name="T72" fmla="*/ 9 w 43"/>
                  <a:gd name="T73" fmla="*/ 10 h 48"/>
                  <a:gd name="T74" fmla="*/ 8 w 43"/>
                  <a:gd name="T75" fmla="*/ 7 h 48"/>
                  <a:gd name="T76" fmla="*/ 18 w 43"/>
                  <a:gd name="T77" fmla="*/ 45 h 48"/>
                  <a:gd name="T78" fmla="*/ 6 w 43"/>
                  <a:gd name="T79" fmla="*/ 45 h 48"/>
                  <a:gd name="T80" fmla="*/ 6 w 43"/>
                  <a:gd name="T81" fmla="*/ 25 h 48"/>
                  <a:gd name="T82" fmla="*/ 18 w 43"/>
                  <a:gd name="T83" fmla="*/ 25 h 48"/>
                  <a:gd name="T84" fmla="*/ 18 w 43"/>
                  <a:gd name="T85" fmla="*/ 45 h 48"/>
                  <a:gd name="T86" fmla="*/ 18 w 43"/>
                  <a:gd name="T87" fmla="*/ 24 h 48"/>
                  <a:gd name="T88" fmla="*/ 3 w 43"/>
                  <a:gd name="T89" fmla="*/ 24 h 48"/>
                  <a:gd name="T90" fmla="*/ 3 w 43"/>
                  <a:gd name="T91" fmla="*/ 18 h 48"/>
                  <a:gd name="T92" fmla="*/ 18 w 43"/>
                  <a:gd name="T93" fmla="*/ 18 h 48"/>
                  <a:gd name="T94" fmla="*/ 18 w 43"/>
                  <a:gd name="T95" fmla="*/ 24 h 48"/>
                  <a:gd name="T96" fmla="*/ 37 w 43"/>
                  <a:gd name="T97" fmla="*/ 45 h 48"/>
                  <a:gd name="T98" fmla="*/ 25 w 43"/>
                  <a:gd name="T99" fmla="*/ 45 h 48"/>
                  <a:gd name="T100" fmla="*/ 25 w 43"/>
                  <a:gd name="T101" fmla="*/ 25 h 48"/>
                  <a:gd name="T102" fmla="*/ 37 w 43"/>
                  <a:gd name="T103" fmla="*/ 25 h 48"/>
                  <a:gd name="T104" fmla="*/ 37 w 43"/>
                  <a:gd name="T105" fmla="*/ 45 h 48"/>
                  <a:gd name="T106" fmla="*/ 40 w 43"/>
                  <a:gd name="T107" fmla="*/ 24 h 48"/>
                  <a:gd name="T108" fmla="*/ 25 w 43"/>
                  <a:gd name="T109" fmla="*/ 24 h 48"/>
                  <a:gd name="T110" fmla="*/ 25 w 43"/>
                  <a:gd name="T111" fmla="*/ 18 h 48"/>
                  <a:gd name="T112" fmla="*/ 40 w 43"/>
                  <a:gd name="T113" fmla="*/ 18 h 48"/>
                  <a:gd name="T114" fmla="*/ 40 w 43"/>
                  <a:gd name="T115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3" h="48">
                    <a:moveTo>
                      <a:pt x="34" y="15"/>
                    </a:moveTo>
                    <a:cubicBezTo>
                      <a:pt x="35" y="14"/>
                      <a:pt x="36" y="13"/>
                      <a:pt x="36" y="12"/>
                    </a:cubicBezTo>
                    <a:cubicBezTo>
                      <a:pt x="38" y="11"/>
                      <a:pt x="39" y="9"/>
                      <a:pt x="39" y="7"/>
                    </a:cubicBezTo>
                    <a:cubicBezTo>
                      <a:pt x="40" y="5"/>
                      <a:pt x="39" y="3"/>
                      <a:pt x="38" y="1"/>
                    </a:cubicBezTo>
                    <a:cubicBezTo>
                      <a:pt x="37" y="0"/>
                      <a:pt x="35" y="0"/>
                      <a:pt x="34" y="0"/>
                    </a:cubicBezTo>
                    <a:cubicBezTo>
                      <a:pt x="31" y="0"/>
                      <a:pt x="29" y="1"/>
                      <a:pt x="27" y="3"/>
                    </a:cubicBezTo>
                    <a:cubicBezTo>
                      <a:pt x="24" y="6"/>
                      <a:pt x="22" y="10"/>
                      <a:pt x="21" y="14"/>
                    </a:cubicBezTo>
                    <a:cubicBezTo>
                      <a:pt x="20" y="10"/>
                      <a:pt x="19" y="6"/>
                      <a:pt x="16" y="3"/>
                    </a:cubicBezTo>
                    <a:cubicBezTo>
                      <a:pt x="14" y="2"/>
                      <a:pt x="12" y="1"/>
                      <a:pt x="10" y="1"/>
                    </a:cubicBezTo>
                    <a:cubicBezTo>
                      <a:pt x="9" y="1"/>
                      <a:pt x="7" y="1"/>
                      <a:pt x="6" y="3"/>
                    </a:cubicBezTo>
                    <a:cubicBezTo>
                      <a:pt x="4" y="5"/>
                      <a:pt x="4" y="9"/>
                      <a:pt x="7" y="12"/>
                    </a:cubicBezTo>
                    <a:cubicBezTo>
                      <a:pt x="8" y="13"/>
                      <a:pt x="9" y="14"/>
                      <a:pt x="1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5"/>
                      <a:pt x="43" y="15"/>
                      <a:pt x="43" y="15"/>
                    </a:cubicBezTo>
                    <a:lnTo>
                      <a:pt x="34" y="15"/>
                    </a:lnTo>
                    <a:close/>
                    <a:moveTo>
                      <a:pt x="29" y="5"/>
                    </a:moveTo>
                    <a:cubicBezTo>
                      <a:pt x="31" y="4"/>
                      <a:pt x="32" y="3"/>
                      <a:pt x="34" y="3"/>
                    </a:cubicBezTo>
                    <a:cubicBezTo>
                      <a:pt x="34" y="3"/>
                      <a:pt x="35" y="3"/>
                      <a:pt x="35" y="4"/>
                    </a:cubicBezTo>
                    <a:cubicBezTo>
                      <a:pt x="37" y="5"/>
                      <a:pt x="36" y="8"/>
                      <a:pt x="34" y="10"/>
                    </a:cubicBezTo>
                    <a:cubicBezTo>
                      <a:pt x="32" y="12"/>
                      <a:pt x="29" y="14"/>
                      <a:pt x="27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2"/>
                      <a:pt x="27" y="8"/>
                      <a:pt x="29" y="5"/>
                    </a:cubicBezTo>
                    <a:close/>
                    <a:moveTo>
                      <a:pt x="8" y="7"/>
                    </a:moveTo>
                    <a:cubicBezTo>
                      <a:pt x="8" y="6"/>
                      <a:pt x="8" y="6"/>
                      <a:pt x="9" y="5"/>
                    </a:cubicBezTo>
                    <a:cubicBezTo>
                      <a:pt x="9" y="5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2" y="5"/>
                      <a:pt x="13" y="6"/>
                    </a:cubicBezTo>
                    <a:cubicBezTo>
                      <a:pt x="15" y="7"/>
                      <a:pt x="16" y="10"/>
                      <a:pt x="17" y="13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4" y="13"/>
                      <a:pt x="11" y="11"/>
                      <a:pt x="9" y="10"/>
                    </a:cubicBezTo>
                    <a:cubicBezTo>
                      <a:pt x="9" y="9"/>
                      <a:pt x="8" y="8"/>
                      <a:pt x="8" y="7"/>
                    </a:cubicBezTo>
                    <a:close/>
                    <a:moveTo>
                      <a:pt x="18" y="45"/>
                    </a:moveTo>
                    <a:cubicBezTo>
                      <a:pt x="6" y="45"/>
                      <a:pt x="6" y="45"/>
                      <a:pt x="6" y="4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18" y="25"/>
                      <a:pt x="18" y="25"/>
                      <a:pt x="18" y="25"/>
                    </a:cubicBezTo>
                    <a:lnTo>
                      <a:pt x="18" y="45"/>
                    </a:lnTo>
                    <a:close/>
                    <a:moveTo>
                      <a:pt x="18" y="24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18" y="18"/>
                      <a:pt x="18" y="18"/>
                      <a:pt x="18" y="18"/>
                    </a:cubicBezTo>
                    <a:lnTo>
                      <a:pt x="18" y="24"/>
                    </a:lnTo>
                    <a:close/>
                    <a:moveTo>
                      <a:pt x="37" y="45"/>
                    </a:move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37" y="25"/>
                      <a:pt x="37" y="25"/>
                      <a:pt x="37" y="25"/>
                    </a:cubicBezTo>
                    <a:lnTo>
                      <a:pt x="37" y="45"/>
                    </a:lnTo>
                    <a:close/>
                    <a:moveTo>
                      <a:pt x="40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0" y="18"/>
                      <a:pt x="40" y="18"/>
                      <a:pt x="40" y="18"/>
                    </a:cubicBezTo>
                    <a:lnTo>
                      <a:pt x="40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8C6B93A7-4FBE-4E75-BF1C-D4263BB1D504}"/>
                  </a:ext>
                </a:extLst>
              </p:cNvPr>
              <p:cNvSpPr/>
              <p:nvPr/>
            </p:nvSpPr>
            <p:spPr bwMode="auto">
              <a:xfrm>
                <a:off x="5646087" y="3307798"/>
                <a:ext cx="227050" cy="199648"/>
              </a:xfrm>
              <a:custGeom>
                <a:avLst/>
                <a:gdLst>
                  <a:gd name="T0" fmla="*/ 76 w 116"/>
                  <a:gd name="T1" fmla="*/ 15 h 102"/>
                  <a:gd name="T2" fmla="*/ 40 w 116"/>
                  <a:gd name="T3" fmla="*/ 0 h 102"/>
                  <a:gd name="T4" fmla="*/ 0 w 116"/>
                  <a:gd name="T5" fmla="*/ 15 h 102"/>
                  <a:gd name="T6" fmla="*/ 0 w 116"/>
                  <a:gd name="T7" fmla="*/ 102 h 102"/>
                  <a:gd name="T8" fmla="*/ 40 w 116"/>
                  <a:gd name="T9" fmla="*/ 87 h 102"/>
                  <a:gd name="T10" fmla="*/ 76 w 116"/>
                  <a:gd name="T11" fmla="*/ 102 h 102"/>
                  <a:gd name="T12" fmla="*/ 116 w 116"/>
                  <a:gd name="T13" fmla="*/ 87 h 102"/>
                  <a:gd name="T14" fmla="*/ 116 w 116"/>
                  <a:gd name="T15" fmla="*/ 0 h 102"/>
                  <a:gd name="T16" fmla="*/ 76 w 116"/>
                  <a:gd name="T17" fmla="*/ 15 h 102"/>
                  <a:gd name="T18" fmla="*/ 44 w 116"/>
                  <a:gd name="T19" fmla="*/ 9 h 102"/>
                  <a:gd name="T20" fmla="*/ 73 w 116"/>
                  <a:gd name="T21" fmla="*/ 22 h 102"/>
                  <a:gd name="T22" fmla="*/ 73 w 116"/>
                  <a:gd name="T23" fmla="*/ 92 h 102"/>
                  <a:gd name="T24" fmla="*/ 44 w 116"/>
                  <a:gd name="T25" fmla="*/ 80 h 102"/>
                  <a:gd name="T26" fmla="*/ 44 w 116"/>
                  <a:gd name="T27" fmla="*/ 9 h 102"/>
                  <a:gd name="T28" fmla="*/ 8 w 116"/>
                  <a:gd name="T29" fmla="*/ 20 h 102"/>
                  <a:gd name="T30" fmla="*/ 37 w 116"/>
                  <a:gd name="T31" fmla="*/ 9 h 102"/>
                  <a:gd name="T32" fmla="*/ 37 w 116"/>
                  <a:gd name="T33" fmla="*/ 80 h 102"/>
                  <a:gd name="T34" fmla="*/ 8 w 116"/>
                  <a:gd name="T35" fmla="*/ 92 h 102"/>
                  <a:gd name="T36" fmla="*/ 8 w 116"/>
                  <a:gd name="T37" fmla="*/ 20 h 102"/>
                  <a:gd name="T38" fmla="*/ 109 w 116"/>
                  <a:gd name="T39" fmla="*/ 82 h 102"/>
                  <a:gd name="T40" fmla="*/ 80 w 116"/>
                  <a:gd name="T41" fmla="*/ 92 h 102"/>
                  <a:gd name="T42" fmla="*/ 80 w 116"/>
                  <a:gd name="T43" fmla="*/ 22 h 102"/>
                  <a:gd name="T44" fmla="*/ 109 w 116"/>
                  <a:gd name="T45" fmla="*/ 10 h 102"/>
                  <a:gd name="T46" fmla="*/ 109 w 116"/>
                  <a:gd name="T47" fmla="*/ 8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6" h="102">
                    <a:moveTo>
                      <a:pt x="76" y="15"/>
                    </a:moveTo>
                    <a:lnTo>
                      <a:pt x="40" y="0"/>
                    </a:lnTo>
                    <a:lnTo>
                      <a:pt x="0" y="15"/>
                    </a:lnTo>
                    <a:lnTo>
                      <a:pt x="0" y="102"/>
                    </a:lnTo>
                    <a:lnTo>
                      <a:pt x="40" y="87"/>
                    </a:lnTo>
                    <a:lnTo>
                      <a:pt x="76" y="102"/>
                    </a:lnTo>
                    <a:lnTo>
                      <a:pt x="116" y="87"/>
                    </a:lnTo>
                    <a:lnTo>
                      <a:pt x="116" y="0"/>
                    </a:lnTo>
                    <a:lnTo>
                      <a:pt x="76" y="15"/>
                    </a:lnTo>
                    <a:close/>
                    <a:moveTo>
                      <a:pt x="44" y="9"/>
                    </a:moveTo>
                    <a:lnTo>
                      <a:pt x="73" y="22"/>
                    </a:lnTo>
                    <a:lnTo>
                      <a:pt x="73" y="92"/>
                    </a:lnTo>
                    <a:lnTo>
                      <a:pt x="44" y="80"/>
                    </a:lnTo>
                    <a:lnTo>
                      <a:pt x="44" y="9"/>
                    </a:lnTo>
                    <a:close/>
                    <a:moveTo>
                      <a:pt x="8" y="20"/>
                    </a:moveTo>
                    <a:lnTo>
                      <a:pt x="37" y="9"/>
                    </a:lnTo>
                    <a:lnTo>
                      <a:pt x="37" y="80"/>
                    </a:lnTo>
                    <a:lnTo>
                      <a:pt x="8" y="92"/>
                    </a:lnTo>
                    <a:lnTo>
                      <a:pt x="8" y="20"/>
                    </a:lnTo>
                    <a:close/>
                    <a:moveTo>
                      <a:pt x="109" y="82"/>
                    </a:moveTo>
                    <a:lnTo>
                      <a:pt x="80" y="92"/>
                    </a:lnTo>
                    <a:lnTo>
                      <a:pt x="80" y="22"/>
                    </a:lnTo>
                    <a:lnTo>
                      <a:pt x="109" y="10"/>
                    </a:lnTo>
                    <a:lnTo>
                      <a:pt x="109" y="8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09BB2632-E767-4AC5-A885-8BBCA8240C03}"/>
                </a:ext>
              </a:extLst>
            </p:cNvPr>
            <p:cNvGrpSpPr/>
            <p:nvPr/>
          </p:nvGrpSpPr>
          <p:grpSpPr>
            <a:xfrm>
              <a:off x="2214032" y="1609043"/>
              <a:ext cx="3916757" cy="4537752"/>
              <a:chOff x="6868610" y="762985"/>
              <a:chExt cx="5222153" cy="6050117"/>
            </a:xfrm>
            <a:solidFill>
              <a:schemeClr val="accent1"/>
            </a:solidFill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C519945C-7079-4F76-BEE4-2FC724D28E2E}"/>
                  </a:ext>
                </a:extLst>
              </p:cNvPr>
              <p:cNvSpPr/>
              <p:nvPr/>
            </p:nvSpPr>
            <p:spPr bwMode="auto">
              <a:xfrm>
                <a:off x="11738444" y="4076751"/>
                <a:ext cx="342533" cy="319044"/>
              </a:xfrm>
              <a:custGeom>
                <a:avLst/>
                <a:gdLst>
                  <a:gd name="T0" fmla="*/ 53 w 107"/>
                  <a:gd name="T1" fmla="*/ 13 h 100"/>
                  <a:gd name="T2" fmla="*/ 37 w 107"/>
                  <a:gd name="T3" fmla="*/ 16 h 100"/>
                  <a:gd name="T4" fmla="*/ 24 w 107"/>
                  <a:gd name="T5" fmla="*/ 23 h 100"/>
                  <a:gd name="T6" fmla="*/ 13 w 107"/>
                  <a:gd name="T7" fmla="*/ 43 h 100"/>
                  <a:gd name="T8" fmla="*/ 17 w 107"/>
                  <a:gd name="T9" fmla="*/ 55 h 100"/>
                  <a:gd name="T10" fmla="*/ 27 w 107"/>
                  <a:gd name="T11" fmla="*/ 66 h 100"/>
                  <a:gd name="T12" fmla="*/ 33 w 107"/>
                  <a:gd name="T13" fmla="*/ 75 h 100"/>
                  <a:gd name="T14" fmla="*/ 33 w 107"/>
                  <a:gd name="T15" fmla="*/ 79 h 100"/>
                  <a:gd name="T16" fmla="*/ 36 w 107"/>
                  <a:gd name="T17" fmla="*/ 77 h 100"/>
                  <a:gd name="T18" fmla="*/ 45 w 107"/>
                  <a:gd name="T19" fmla="*/ 73 h 100"/>
                  <a:gd name="T20" fmla="*/ 47 w 107"/>
                  <a:gd name="T21" fmla="*/ 73 h 100"/>
                  <a:gd name="T22" fmla="*/ 53 w 107"/>
                  <a:gd name="T23" fmla="*/ 73 h 100"/>
                  <a:gd name="T24" fmla="*/ 70 w 107"/>
                  <a:gd name="T25" fmla="*/ 71 h 100"/>
                  <a:gd name="T26" fmla="*/ 83 w 107"/>
                  <a:gd name="T27" fmla="*/ 64 h 100"/>
                  <a:gd name="T28" fmla="*/ 93 w 107"/>
                  <a:gd name="T29" fmla="*/ 43 h 100"/>
                  <a:gd name="T30" fmla="*/ 83 w 107"/>
                  <a:gd name="T31" fmla="*/ 23 h 100"/>
                  <a:gd name="T32" fmla="*/ 70 w 107"/>
                  <a:gd name="T33" fmla="*/ 16 h 100"/>
                  <a:gd name="T34" fmla="*/ 53 w 107"/>
                  <a:gd name="T35" fmla="*/ 13 h 100"/>
                  <a:gd name="T36" fmla="*/ 53 w 107"/>
                  <a:gd name="T37" fmla="*/ 0 h 100"/>
                  <a:gd name="T38" fmla="*/ 53 w 107"/>
                  <a:gd name="T39" fmla="*/ 0 h 100"/>
                  <a:gd name="T40" fmla="*/ 107 w 107"/>
                  <a:gd name="T41" fmla="*/ 43 h 100"/>
                  <a:gd name="T42" fmla="*/ 53 w 107"/>
                  <a:gd name="T43" fmla="*/ 87 h 100"/>
                  <a:gd name="T44" fmla="*/ 45 w 107"/>
                  <a:gd name="T45" fmla="*/ 86 h 100"/>
                  <a:gd name="T46" fmla="*/ 7 w 107"/>
                  <a:gd name="T47" fmla="*/ 100 h 100"/>
                  <a:gd name="T48" fmla="*/ 7 w 107"/>
                  <a:gd name="T49" fmla="*/ 97 h 100"/>
                  <a:gd name="T50" fmla="*/ 20 w 107"/>
                  <a:gd name="T51" fmla="*/ 80 h 100"/>
                  <a:gd name="T52" fmla="*/ 20 w 107"/>
                  <a:gd name="T53" fmla="*/ 77 h 100"/>
                  <a:gd name="T54" fmla="*/ 0 w 107"/>
                  <a:gd name="T55" fmla="*/ 43 h 100"/>
                  <a:gd name="T56" fmla="*/ 53 w 107"/>
                  <a:gd name="T57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7" h="100">
                    <a:moveTo>
                      <a:pt x="53" y="13"/>
                    </a:moveTo>
                    <a:cubicBezTo>
                      <a:pt x="48" y="13"/>
                      <a:pt x="42" y="14"/>
                      <a:pt x="37" y="16"/>
                    </a:cubicBezTo>
                    <a:cubicBezTo>
                      <a:pt x="32" y="18"/>
                      <a:pt x="28" y="20"/>
                      <a:pt x="24" y="23"/>
                    </a:cubicBezTo>
                    <a:cubicBezTo>
                      <a:pt x="17" y="29"/>
                      <a:pt x="13" y="36"/>
                      <a:pt x="13" y="43"/>
                    </a:cubicBezTo>
                    <a:cubicBezTo>
                      <a:pt x="13" y="48"/>
                      <a:pt x="14" y="52"/>
                      <a:pt x="17" y="55"/>
                    </a:cubicBezTo>
                    <a:cubicBezTo>
                      <a:pt x="19" y="59"/>
                      <a:pt x="23" y="63"/>
                      <a:pt x="27" y="66"/>
                    </a:cubicBezTo>
                    <a:cubicBezTo>
                      <a:pt x="30" y="68"/>
                      <a:pt x="32" y="71"/>
                      <a:pt x="33" y="75"/>
                    </a:cubicBezTo>
                    <a:cubicBezTo>
                      <a:pt x="33" y="76"/>
                      <a:pt x="33" y="78"/>
                      <a:pt x="33" y="79"/>
                    </a:cubicBezTo>
                    <a:cubicBezTo>
                      <a:pt x="34" y="78"/>
                      <a:pt x="35" y="78"/>
                      <a:pt x="36" y="77"/>
                    </a:cubicBezTo>
                    <a:cubicBezTo>
                      <a:pt x="38" y="74"/>
                      <a:pt x="42" y="73"/>
                      <a:pt x="45" y="73"/>
                    </a:cubicBezTo>
                    <a:cubicBezTo>
                      <a:pt x="46" y="73"/>
                      <a:pt x="46" y="73"/>
                      <a:pt x="47" y="73"/>
                    </a:cubicBezTo>
                    <a:cubicBezTo>
                      <a:pt x="49" y="73"/>
                      <a:pt x="51" y="73"/>
                      <a:pt x="53" y="73"/>
                    </a:cubicBezTo>
                    <a:cubicBezTo>
                      <a:pt x="59" y="73"/>
                      <a:pt x="65" y="73"/>
                      <a:pt x="70" y="71"/>
                    </a:cubicBezTo>
                    <a:cubicBezTo>
                      <a:pt x="75" y="69"/>
                      <a:pt x="79" y="67"/>
                      <a:pt x="83" y="64"/>
                    </a:cubicBezTo>
                    <a:cubicBezTo>
                      <a:pt x="90" y="58"/>
                      <a:pt x="93" y="51"/>
                      <a:pt x="93" y="43"/>
                    </a:cubicBezTo>
                    <a:cubicBezTo>
                      <a:pt x="93" y="36"/>
                      <a:pt x="90" y="29"/>
                      <a:pt x="83" y="23"/>
                    </a:cubicBezTo>
                    <a:cubicBezTo>
                      <a:pt x="79" y="20"/>
                      <a:pt x="75" y="18"/>
                      <a:pt x="70" y="16"/>
                    </a:cubicBezTo>
                    <a:cubicBezTo>
                      <a:pt x="65" y="14"/>
                      <a:pt x="59" y="13"/>
                      <a:pt x="53" y="13"/>
                    </a:cubicBezTo>
                    <a:close/>
                    <a:moveTo>
                      <a:pt x="53" y="0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83" y="0"/>
                      <a:pt x="107" y="19"/>
                      <a:pt x="107" y="43"/>
                    </a:cubicBezTo>
                    <a:cubicBezTo>
                      <a:pt x="107" y="67"/>
                      <a:pt x="83" y="87"/>
                      <a:pt x="53" y="87"/>
                    </a:cubicBezTo>
                    <a:cubicBezTo>
                      <a:pt x="51" y="87"/>
                      <a:pt x="48" y="87"/>
                      <a:pt x="45" y="86"/>
                    </a:cubicBezTo>
                    <a:cubicBezTo>
                      <a:pt x="34" y="98"/>
                      <a:pt x="20" y="100"/>
                      <a:pt x="7" y="100"/>
                    </a:cubicBezTo>
                    <a:cubicBezTo>
                      <a:pt x="7" y="97"/>
                      <a:pt x="7" y="97"/>
                      <a:pt x="7" y="97"/>
                    </a:cubicBezTo>
                    <a:cubicBezTo>
                      <a:pt x="14" y="94"/>
                      <a:pt x="20" y="87"/>
                      <a:pt x="20" y="80"/>
                    </a:cubicBezTo>
                    <a:cubicBezTo>
                      <a:pt x="20" y="79"/>
                      <a:pt x="20" y="78"/>
                      <a:pt x="20" y="77"/>
                    </a:cubicBezTo>
                    <a:cubicBezTo>
                      <a:pt x="8" y="69"/>
                      <a:pt x="0" y="57"/>
                      <a:pt x="0" y="43"/>
                    </a:cubicBezTo>
                    <a:cubicBezTo>
                      <a:pt x="0" y="19"/>
                      <a:pt x="24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D94ED1EA-04FA-4136-93EF-CB397FBE456E}"/>
                  </a:ext>
                </a:extLst>
              </p:cNvPr>
              <p:cNvSpPr/>
              <p:nvPr/>
            </p:nvSpPr>
            <p:spPr bwMode="auto">
              <a:xfrm>
                <a:off x="11501608" y="4250954"/>
                <a:ext cx="215306" cy="215307"/>
              </a:xfrm>
              <a:custGeom>
                <a:avLst/>
                <a:gdLst>
                  <a:gd name="T0" fmla="*/ 62 w 67"/>
                  <a:gd name="T1" fmla="*/ 17 h 67"/>
                  <a:gd name="T2" fmla="*/ 67 w 67"/>
                  <a:gd name="T3" fmla="*/ 13 h 67"/>
                  <a:gd name="T4" fmla="*/ 67 w 67"/>
                  <a:gd name="T5" fmla="*/ 5 h 67"/>
                  <a:gd name="T6" fmla="*/ 58 w 67"/>
                  <a:gd name="T7" fmla="*/ 5 h 67"/>
                  <a:gd name="T8" fmla="*/ 58 w 67"/>
                  <a:gd name="T9" fmla="*/ 0 h 67"/>
                  <a:gd name="T10" fmla="*/ 4 w 67"/>
                  <a:gd name="T11" fmla="*/ 0 h 67"/>
                  <a:gd name="T12" fmla="*/ 0 w 67"/>
                  <a:gd name="T13" fmla="*/ 5 h 67"/>
                  <a:gd name="T14" fmla="*/ 0 w 67"/>
                  <a:gd name="T15" fmla="*/ 63 h 67"/>
                  <a:gd name="T16" fmla="*/ 4 w 67"/>
                  <a:gd name="T17" fmla="*/ 67 h 67"/>
                  <a:gd name="T18" fmla="*/ 58 w 67"/>
                  <a:gd name="T19" fmla="*/ 67 h 67"/>
                  <a:gd name="T20" fmla="*/ 58 w 67"/>
                  <a:gd name="T21" fmla="*/ 50 h 67"/>
                  <a:gd name="T22" fmla="*/ 62 w 67"/>
                  <a:gd name="T23" fmla="*/ 50 h 67"/>
                  <a:gd name="T24" fmla="*/ 67 w 67"/>
                  <a:gd name="T25" fmla="*/ 46 h 67"/>
                  <a:gd name="T26" fmla="*/ 67 w 67"/>
                  <a:gd name="T27" fmla="*/ 38 h 67"/>
                  <a:gd name="T28" fmla="*/ 58 w 67"/>
                  <a:gd name="T29" fmla="*/ 38 h 67"/>
                  <a:gd name="T30" fmla="*/ 58 w 67"/>
                  <a:gd name="T31" fmla="*/ 34 h 67"/>
                  <a:gd name="T32" fmla="*/ 62 w 67"/>
                  <a:gd name="T33" fmla="*/ 34 h 67"/>
                  <a:gd name="T34" fmla="*/ 67 w 67"/>
                  <a:gd name="T35" fmla="*/ 30 h 67"/>
                  <a:gd name="T36" fmla="*/ 67 w 67"/>
                  <a:gd name="T37" fmla="*/ 21 h 67"/>
                  <a:gd name="T38" fmla="*/ 58 w 67"/>
                  <a:gd name="T39" fmla="*/ 21 h 67"/>
                  <a:gd name="T40" fmla="*/ 58 w 67"/>
                  <a:gd name="T41" fmla="*/ 17 h 67"/>
                  <a:gd name="T42" fmla="*/ 62 w 67"/>
                  <a:gd name="T43" fmla="*/ 17 h 67"/>
                  <a:gd name="T44" fmla="*/ 37 w 67"/>
                  <a:gd name="T45" fmla="*/ 17 h 67"/>
                  <a:gd name="T46" fmla="*/ 46 w 67"/>
                  <a:gd name="T47" fmla="*/ 25 h 67"/>
                  <a:gd name="T48" fmla="*/ 37 w 67"/>
                  <a:gd name="T49" fmla="*/ 34 h 67"/>
                  <a:gd name="T50" fmla="*/ 29 w 67"/>
                  <a:gd name="T51" fmla="*/ 25 h 67"/>
                  <a:gd name="T52" fmla="*/ 37 w 67"/>
                  <a:gd name="T53" fmla="*/ 17 h 67"/>
                  <a:gd name="T54" fmla="*/ 16 w 67"/>
                  <a:gd name="T55" fmla="*/ 63 h 67"/>
                  <a:gd name="T56" fmla="*/ 12 w 67"/>
                  <a:gd name="T57" fmla="*/ 63 h 67"/>
                  <a:gd name="T58" fmla="*/ 12 w 67"/>
                  <a:gd name="T59" fmla="*/ 5 h 67"/>
                  <a:gd name="T60" fmla="*/ 16 w 67"/>
                  <a:gd name="T61" fmla="*/ 5 h 67"/>
                  <a:gd name="T62" fmla="*/ 16 w 67"/>
                  <a:gd name="T63" fmla="*/ 63 h 67"/>
                  <a:gd name="T64" fmla="*/ 50 w 67"/>
                  <a:gd name="T65" fmla="*/ 50 h 67"/>
                  <a:gd name="T66" fmla="*/ 25 w 67"/>
                  <a:gd name="T67" fmla="*/ 50 h 67"/>
                  <a:gd name="T68" fmla="*/ 25 w 67"/>
                  <a:gd name="T69" fmla="*/ 46 h 67"/>
                  <a:gd name="T70" fmla="*/ 33 w 67"/>
                  <a:gd name="T71" fmla="*/ 38 h 67"/>
                  <a:gd name="T72" fmla="*/ 33 w 67"/>
                  <a:gd name="T73" fmla="*/ 38 h 67"/>
                  <a:gd name="T74" fmla="*/ 41 w 67"/>
                  <a:gd name="T75" fmla="*/ 38 h 67"/>
                  <a:gd name="T76" fmla="*/ 50 w 67"/>
                  <a:gd name="T77" fmla="*/ 46 h 67"/>
                  <a:gd name="T78" fmla="*/ 50 w 67"/>
                  <a:gd name="T79" fmla="*/ 5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7" h="67">
                    <a:moveTo>
                      <a:pt x="62" y="17"/>
                    </a:moveTo>
                    <a:cubicBezTo>
                      <a:pt x="65" y="17"/>
                      <a:pt x="67" y="15"/>
                      <a:pt x="67" y="13"/>
                    </a:cubicBezTo>
                    <a:cubicBezTo>
                      <a:pt x="67" y="5"/>
                      <a:pt x="67" y="5"/>
                      <a:pt x="67" y="5"/>
                    </a:cubicBezTo>
                    <a:cubicBezTo>
                      <a:pt x="58" y="5"/>
                      <a:pt x="58" y="5"/>
                      <a:pt x="58" y="5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5"/>
                      <a:pt x="2" y="67"/>
                      <a:pt x="4" y="67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58" y="50"/>
                      <a:pt x="58" y="50"/>
                      <a:pt x="58" y="5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5" y="50"/>
                      <a:pt x="67" y="49"/>
                      <a:pt x="67" y="46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5" y="34"/>
                      <a:pt x="67" y="32"/>
                      <a:pt x="67" y="30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8" y="17"/>
                      <a:pt x="58" y="17"/>
                      <a:pt x="58" y="17"/>
                    </a:cubicBezTo>
                    <a:lnTo>
                      <a:pt x="62" y="17"/>
                    </a:lnTo>
                    <a:close/>
                    <a:moveTo>
                      <a:pt x="37" y="17"/>
                    </a:moveTo>
                    <a:cubicBezTo>
                      <a:pt x="42" y="17"/>
                      <a:pt x="46" y="21"/>
                      <a:pt x="46" y="25"/>
                    </a:cubicBezTo>
                    <a:cubicBezTo>
                      <a:pt x="46" y="30"/>
                      <a:pt x="42" y="34"/>
                      <a:pt x="37" y="34"/>
                    </a:cubicBezTo>
                    <a:cubicBezTo>
                      <a:pt x="33" y="34"/>
                      <a:pt x="29" y="30"/>
                      <a:pt x="29" y="25"/>
                    </a:cubicBezTo>
                    <a:cubicBezTo>
                      <a:pt x="29" y="21"/>
                      <a:pt x="33" y="17"/>
                      <a:pt x="37" y="17"/>
                    </a:cubicBezTo>
                    <a:close/>
                    <a:moveTo>
                      <a:pt x="16" y="63"/>
                    </a:move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6" y="5"/>
                      <a:pt x="16" y="5"/>
                      <a:pt x="16" y="5"/>
                    </a:cubicBezTo>
                    <a:lnTo>
                      <a:pt x="16" y="63"/>
                    </a:lnTo>
                    <a:close/>
                    <a:moveTo>
                      <a:pt x="50" y="50"/>
                    </a:move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5" y="42"/>
                      <a:pt x="28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6" y="38"/>
                      <a:pt x="50" y="42"/>
                      <a:pt x="50" y="46"/>
                    </a:cubicBezTo>
                    <a:lnTo>
                      <a:pt x="50" y="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1394A80B-5575-46A4-8810-3808FB94B052}"/>
                  </a:ext>
                </a:extLst>
              </p:cNvPr>
              <p:cNvSpPr/>
              <p:nvPr/>
            </p:nvSpPr>
            <p:spPr bwMode="auto">
              <a:xfrm>
                <a:off x="11869586" y="3663754"/>
                <a:ext cx="185947" cy="182032"/>
              </a:xfrm>
              <a:custGeom>
                <a:avLst/>
                <a:gdLst>
                  <a:gd name="T0" fmla="*/ 58 w 58"/>
                  <a:gd name="T1" fmla="*/ 29 h 57"/>
                  <a:gd name="T2" fmla="*/ 29 w 58"/>
                  <a:gd name="T3" fmla="*/ 57 h 57"/>
                  <a:gd name="T4" fmla="*/ 0 w 58"/>
                  <a:gd name="T5" fmla="*/ 29 h 57"/>
                  <a:gd name="T6" fmla="*/ 29 w 58"/>
                  <a:gd name="T7" fmla="*/ 0 h 57"/>
                  <a:gd name="T8" fmla="*/ 58 w 58"/>
                  <a:gd name="T9" fmla="*/ 29 h 57"/>
                  <a:gd name="T10" fmla="*/ 6 w 58"/>
                  <a:gd name="T11" fmla="*/ 29 h 57"/>
                  <a:gd name="T12" fmla="*/ 29 w 58"/>
                  <a:gd name="T13" fmla="*/ 52 h 57"/>
                  <a:gd name="T14" fmla="*/ 52 w 58"/>
                  <a:gd name="T15" fmla="*/ 29 h 57"/>
                  <a:gd name="T16" fmla="*/ 29 w 58"/>
                  <a:gd name="T17" fmla="*/ 6 h 57"/>
                  <a:gd name="T18" fmla="*/ 6 w 58"/>
                  <a:gd name="T19" fmla="*/ 29 h 57"/>
                  <a:gd name="T20" fmla="*/ 32 w 58"/>
                  <a:gd name="T21" fmla="*/ 12 h 57"/>
                  <a:gd name="T22" fmla="*/ 46 w 58"/>
                  <a:gd name="T23" fmla="*/ 26 h 57"/>
                  <a:gd name="T24" fmla="*/ 46 w 58"/>
                  <a:gd name="T25" fmla="*/ 31 h 57"/>
                  <a:gd name="T26" fmla="*/ 41 w 58"/>
                  <a:gd name="T27" fmla="*/ 31 h 57"/>
                  <a:gd name="T28" fmla="*/ 33 w 58"/>
                  <a:gd name="T29" fmla="*/ 23 h 57"/>
                  <a:gd name="T30" fmla="*/ 33 w 58"/>
                  <a:gd name="T31" fmla="*/ 43 h 57"/>
                  <a:gd name="T32" fmla="*/ 29 w 58"/>
                  <a:gd name="T33" fmla="*/ 47 h 57"/>
                  <a:gd name="T34" fmla="*/ 25 w 58"/>
                  <a:gd name="T35" fmla="*/ 43 h 57"/>
                  <a:gd name="T36" fmla="*/ 25 w 58"/>
                  <a:gd name="T37" fmla="*/ 23 h 57"/>
                  <a:gd name="T38" fmla="*/ 17 w 58"/>
                  <a:gd name="T39" fmla="*/ 31 h 57"/>
                  <a:gd name="T40" fmla="*/ 12 w 58"/>
                  <a:gd name="T41" fmla="*/ 31 h 57"/>
                  <a:gd name="T42" fmla="*/ 11 w 58"/>
                  <a:gd name="T43" fmla="*/ 29 h 57"/>
                  <a:gd name="T44" fmla="*/ 12 w 58"/>
                  <a:gd name="T45" fmla="*/ 26 h 57"/>
                  <a:gd name="T46" fmla="*/ 27 w 58"/>
                  <a:gd name="T47" fmla="*/ 12 h 57"/>
                  <a:gd name="T48" fmla="*/ 32 w 58"/>
                  <a:gd name="T49" fmla="*/ 12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8" h="57">
                    <a:moveTo>
                      <a:pt x="58" y="29"/>
                    </a:moveTo>
                    <a:cubicBezTo>
                      <a:pt x="58" y="45"/>
                      <a:pt x="45" y="57"/>
                      <a:pt x="29" y="57"/>
                    </a:cubicBezTo>
                    <a:cubicBezTo>
                      <a:pt x="13" y="57"/>
                      <a:pt x="0" y="45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29"/>
                    </a:cubicBezTo>
                    <a:close/>
                    <a:moveTo>
                      <a:pt x="6" y="29"/>
                    </a:moveTo>
                    <a:cubicBezTo>
                      <a:pt x="6" y="42"/>
                      <a:pt x="16" y="52"/>
                      <a:pt x="29" y="52"/>
                    </a:cubicBezTo>
                    <a:cubicBezTo>
                      <a:pt x="42" y="52"/>
                      <a:pt x="52" y="42"/>
                      <a:pt x="52" y="29"/>
                    </a:cubicBezTo>
                    <a:cubicBezTo>
                      <a:pt x="52" y="16"/>
                      <a:pt x="42" y="6"/>
                      <a:pt x="29" y="6"/>
                    </a:cubicBezTo>
                    <a:cubicBezTo>
                      <a:pt x="16" y="6"/>
                      <a:pt x="6" y="16"/>
                      <a:pt x="6" y="29"/>
                    </a:cubicBezTo>
                    <a:close/>
                    <a:moveTo>
                      <a:pt x="32" y="12"/>
                    </a:move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8"/>
                      <a:pt x="47" y="30"/>
                      <a:pt x="46" y="31"/>
                    </a:cubicBezTo>
                    <a:cubicBezTo>
                      <a:pt x="45" y="33"/>
                      <a:pt x="42" y="33"/>
                      <a:pt x="41" y="31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33" y="45"/>
                      <a:pt x="31" y="47"/>
                      <a:pt x="29" y="47"/>
                    </a:cubicBezTo>
                    <a:cubicBezTo>
                      <a:pt x="27" y="47"/>
                      <a:pt x="25" y="45"/>
                      <a:pt x="25" y="4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33"/>
                      <a:pt x="14" y="33"/>
                      <a:pt x="12" y="31"/>
                    </a:cubicBezTo>
                    <a:cubicBezTo>
                      <a:pt x="12" y="31"/>
                      <a:pt x="11" y="30"/>
                      <a:pt x="11" y="29"/>
                    </a:cubicBezTo>
                    <a:cubicBezTo>
                      <a:pt x="11" y="28"/>
                      <a:pt x="12" y="27"/>
                      <a:pt x="12" y="26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8" y="11"/>
                      <a:pt x="30" y="11"/>
                      <a:pt x="3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31AE7B5A-473D-4B24-BDC5-280A1A81391B}"/>
                  </a:ext>
                </a:extLst>
              </p:cNvPr>
              <p:cNvSpPr/>
              <p:nvPr/>
            </p:nvSpPr>
            <p:spPr bwMode="auto">
              <a:xfrm>
                <a:off x="11838268" y="3890804"/>
                <a:ext cx="146800" cy="146800"/>
              </a:xfrm>
              <a:custGeom>
                <a:avLst/>
                <a:gdLst>
                  <a:gd name="T0" fmla="*/ 3 w 46"/>
                  <a:gd name="T1" fmla="*/ 0 h 46"/>
                  <a:gd name="T2" fmla="*/ 20 w 46"/>
                  <a:gd name="T3" fmla="*/ 0 h 46"/>
                  <a:gd name="T4" fmla="*/ 20 w 46"/>
                  <a:gd name="T5" fmla="*/ 3 h 46"/>
                  <a:gd name="T6" fmla="*/ 3 w 46"/>
                  <a:gd name="T7" fmla="*/ 3 h 46"/>
                  <a:gd name="T8" fmla="*/ 3 w 46"/>
                  <a:gd name="T9" fmla="*/ 0 h 46"/>
                  <a:gd name="T10" fmla="*/ 26 w 46"/>
                  <a:gd name="T11" fmla="*/ 0 h 46"/>
                  <a:gd name="T12" fmla="*/ 43 w 46"/>
                  <a:gd name="T13" fmla="*/ 0 h 46"/>
                  <a:gd name="T14" fmla="*/ 43 w 46"/>
                  <a:gd name="T15" fmla="*/ 3 h 46"/>
                  <a:gd name="T16" fmla="*/ 26 w 46"/>
                  <a:gd name="T17" fmla="*/ 3 h 46"/>
                  <a:gd name="T18" fmla="*/ 26 w 46"/>
                  <a:gd name="T19" fmla="*/ 0 h 46"/>
                  <a:gd name="T20" fmla="*/ 43 w 46"/>
                  <a:gd name="T21" fmla="*/ 14 h 46"/>
                  <a:gd name="T22" fmla="*/ 41 w 46"/>
                  <a:gd name="T23" fmla="*/ 14 h 46"/>
                  <a:gd name="T24" fmla="*/ 41 w 46"/>
                  <a:gd name="T25" fmla="*/ 3 h 46"/>
                  <a:gd name="T26" fmla="*/ 29 w 46"/>
                  <a:gd name="T27" fmla="*/ 3 h 46"/>
                  <a:gd name="T28" fmla="*/ 29 w 46"/>
                  <a:gd name="T29" fmla="*/ 14 h 46"/>
                  <a:gd name="T30" fmla="*/ 17 w 46"/>
                  <a:gd name="T31" fmla="*/ 14 h 46"/>
                  <a:gd name="T32" fmla="*/ 17 w 46"/>
                  <a:gd name="T33" fmla="*/ 3 h 46"/>
                  <a:gd name="T34" fmla="*/ 6 w 46"/>
                  <a:gd name="T35" fmla="*/ 3 h 46"/>
                  <a:gd name="T36" fmla="*/ 6 w 46"/>
                  <a:gd name="T37" fmla="*/ 14 h 46"/>
                  <a:gd name="T38" fmla="*/ 3 w 46"/>
                  <a:gd name="T39" fmla="*/ 14 h 46"/>
                  <a:gd name="T40" fmla="*/ 0 w 46"/>
                  <a:gd name="T41" fmla="*/ 18 h 46"/>
                  <a:gd name="T42" fmla="*/ 0 w 46"/>
                  <a:gd name="T43" fmla="*/ 43 h 46"/>
                  <a:gd name="T44" fmla="*/ 3 w 46"/>
                  <a:gd name="T45" fmla="*/ 46 h 46"/>
                  <a:gd name="T46" fmla="*/ 17 w 46"/>
                  <a:gd name="T47" fmla="*/ 46 h 46"/>
                  <a:gd name="T48" fmla="*/ 20 w 46"/>
                  <a:gd name="T49" fmla="*/ 43 h 46"/>
                  <a:gd name="T50" fmla="*/ 20 w 46"/>
                  <a:gd name="T51" fmla="*/ 26 h 46"/>
                  <a:gd name="T52" fmla="*/ 26 w 46"/>
                  <a:gd name="T53" fmla="*/ 26 h 46"/>
                  <a:gd name="T54" fmla="*/ 26 w 46"/>
                  <a:gd name="T55" fmla="*/ 43 h 46"/>
                  <a:gd name="T56" fmla="*/ 29 w 46"/>
                  <a:gd name="T57" fmla="*/ 46 h 46"/>
                  <a:gd name="T58" fmla="*/ 43 w 46"/>
                  <a:gd name="T59" fmla="*/ 46 h 46"/>
                  <a:gd name="T60" fmla="*/ 46 w 46"/>
                  <a:gd name="T61" fmla="*/ 43 h 46"/>
                  <a:gd name="T62" fmla="*/ 46 w 46"/>
                  <a:gd name="T63" fmla="*/ 18 h 46"/>
                  <a:gd name="T64" fmla="*/ 43 w 46"/>
                  <a:gd name="T65" fmla="*/ 14 h 46"/>
                  <a:gd name="T66" fmla="*/ 16 w 46"/>
                  <a:gd name="T67" fmla="*/ 43 h 46"/>
                  <a:gd name="T68" fmla="*/ 5 w 46"/>
                  <a:gd name="T69" fmla="*/ 43 h 46"/>
                  <a:gd name="T70" fmla="*/ 3 w 46"/>
                  <a:gd name="T71" fmla="*/ 42 h 46"/>
                  <a:gd name="T72" fmla="*/ 5 w 46"/>
                  <a:gd name="T73" fmla="*/ 40 h 46"/>
                  <a:gd name="T74" fmla="*/ 16 w 46"/>
                  <a:gd name="T75" fmla="*/ 40 h 46"/>
                  <a:gd name="T76" fmla="*/ 17 w 46"/>
                  <a:gd name="T77" fmla="*/ 42 h 46"/>
                  <a:gd name="T78" fmla="*/ 16 w 46"/>
                  <a:gd name="T79" fmla="*/ 43 h 46"/>
                  <a:gd name="T80" fmla="*/ 25 w 46"/>
                  <a:gd name="T81" fmla="*/ 23 h 46"/>
                  <a:gd name="T82" fmla="*/ 22 w 46"/>
                  <a:gd name="T83" fmla="*/ 23 h 46"/>
                  <a:gd name="T84" fmla="*/ 20 w 46"/>
                  <a:gd name="T85" fmla="*/ 22 h 46"/>
                  <a:gd name="T86" fmla="*/ 22 w 46"/>
                  <a:gd name="T87" fmla="*/ 20 h 46"/>
                  <a:gd name="T88" fmla="*/ 25 w 46"/>
                  <a:gd name="T89" fmla="*/ 20 h 46"/>
                  <a:gd name="T90" fmla="*/ 26 w 46"/>
                  <a:gd name="T91" fmla="*/ 22 h 46"/>
                  <a:gd name="T92" fmla="*/ 25 w 46"/>
                  <a:gd name="T93" fmla="*/ 23 h 46"/>
                  <a:gd name="T94" fmla="*/ 42 w 46"/>
                  <a:gd name="T95" fmla="*/ 43 h 46"/>
                  <a:gd name="T96" fmla="*/ 31 w 46"/>
                  <a:gd name="T97" fmla="*/ 43 h 46"/>
                  <a:gd name="T98" fmla="*/ 29 w 46"/>
                  <a:gd name="T99" fmla="*/ 42 h 46"/>
                  <a:gd name="T100" fmla="*/ 31 w 46"/>
                  <a:gd name="T101" fmla="*/ 40 h 46"/>
                  <a:gd name="T102" fmla="*/ 42 w 46"/>
                  <a:gd name="T103" fmla="*/ 40 h 46"/>
                  <a:gd name="T104" fmla="*/ 43 w 46"/>
                  <a:gd name="T105" fmla="*/ 42 h 46"/>
                  <a:gd name="T106" fmla="*/ 42 w 46"/>
                  <a:gd name="T107" fmla="*/ 4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6" h="46">
                    <a:moveTo>
                      <a:pt x="3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3" y="0"/>
                    </a:lnTo>
                    <a:close/>
                    <a:moveTo>
                      <a:pt x="26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26" y="3"/>
                      <a:pt x="26" y="3"/>
                      <a:pt x="26" y="3"/>
                    </a:cubicBezTo>
                    <a:lnTo>
                      <a:pt x="26" y="0"/>
                    </a:lnTo>
                    <a:close/>
                    <a:moveTo>
                      <a:pt x="43" y="14"/>
                    </a:moveTo>
                    <a:cubicBezTo>
                      <a:pt x="41" y="14"/>
                      <a:pt x="41" y="14"/>
                      <a:pt x="41" y="14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4"/>
                      <a:pt x="0" y="16"/>
                      <a:pt x="0" y="18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5"/>
                      <a:pt x="2" y="46"/>
                      <a:pt x="3" y="46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9" y="46"/>
                      <a:pt x="20" y="45"/>
                      <a:pt x="20" y="4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5"/>
                      <a:pt x="28" y="46"/>
                      <a:pt x="29" y="46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5" y="46"/>
                      <a:pt x="46" y="45"/>
                      <a:pt x="46" y="43"/>
                    </a:cubicBez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6"/>
                      <a:pt x="45" y="14"/>
                      <a:pt x="43" y="14"/>
                    </a:cubicBezTo>
                    <a:close/>
                    <a:moveTo>
                      <a:pt x="16" y="43"/>
                    </a:moveTo>
                    <a:cubicBezTo>
                      <a:pt x="5" y="43"/>
                      <a:pt x="5" y="43"/>
                      <a:pt x="5" y="43"/>
                    </a:cubicBezTo>
                    <a:cubicBezTo>
                      <a:pt x="4" y="43"/>
                      <a:pt x="3" y="43"/>
                      <a:pt x="3" y="42"/>
                    </a:cubicBezTo>
                    <a:cubicBezTo>
                      <a:pt x="3" y="41"/>
                      <a:pt x="4" y="40"/>
                      <a:pt x="5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7" y="40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6" y="43"/>
                    </a:cubicBezTo>
                    <a:close/>
                    <a:moveTo>
                      <a:pt x="25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1" y="23"/>
                      <a:pt x="20" y="22"/>
                      <a:pt x="20" y="22"/>
                    </a:cubicBezTo>
                    <a:cubicBezTo>
                      <a:pt x="20" y="21"/>
                      <a:pt x="21" y="20"/>
                      <a:pt x="22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6" y="21"/>
                      <a:pt x="26" y="22"/>
                    </a:cubicBezTo>
                    <a:cubicBezTo>
                      <a:pt x="26" y="22"/>
                      <a:pt x="25" y="23"/>
                      <a:pt x="25" y="23"/>
                    </a:cubicBezTo>
                    <a:close/>
                    <a:moveTo>
                      <a:pt x="42" y="43"/>
                    </a:moveTo>
                    <a:cubicBezTo>
                      <a:pt x="31" y="43"/>
                      <a:pt x="31" y="43"/>
                      <a:pt x="31" y="43"/>
                    </a:cubicBezTo>
                    <a:cubicBezTo>
                      <a:pt x="30" y="43"/>
                      <a:pt x="29" y="43"/>
                      <a:pt x="29" y="42"/>
                    </a:cubicBezTo>
                    <a:cubicBezTo>
                      <a:pt x="29" y="41"/>
                      <a:pt x="30" y="40"/>
                      <a:pt x="31" y="40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3" y="40"/>
                      <a:pt x="43" y="41"/>
                      <a:pt x="43" y="42"/>
                    </a:cubicBezTo>
                    <a:cubicBezTo>
                      <a:pt x="43" y="43"/>
                      <a:pt x="43" y="43"/>
                      <a:pt x="42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01378324-9439-4779-B6E3-A2787AC3390D}"/>
                  </a:ext>
                </a:extLst>
              </p:cNvPr>
              <p:cNvSpPr/>
              <p:nvPr/>
            </p:nvSpPr>
            <p:spPr bwMode="auto">
              <a:xfrm>
                <a:off x="11572073" y="3920163"/>
                <a:ext cx="236837" cy="238795"/>
              </a:xfrm>
              <a:custGeom>
                <a:avLst/>
                <a:gdLst>
                  <a:gd name="T0" fmla="*/ 61 w 121"/>
                  <a:gd name="T1" fmla="*/ 122 h 122"/>
                  <a:gd name="T2" fmla="*/ 121 w 121"/>
                  <a:gd name="T3" fmla="*/ 62 h 122"/>
                  <a:gd name="T4" fmla="*/ 84 w 121"/>
                  <a:gd name="T5" fmla="*/ 62 h 122"/>
                  <a:gd name="T6" fmla="*/ 84 w 121"/>
                  <a:gd name="T7" fmla="*/ 0 h 122"/>
                  <a:gd name="T8" fmla="*/ 38 w 121"/>
                  <a:gd name="T9" fmla="*/ 0 h 122"/>
                  <a:gd name="T10" fmla="*/ 38 w 121"/>
                  <a:gd name="T11" fmla="*/ 62 h 122"/>
                  <a:gd name="T12" fmla="*/ 0 w 121"/>
                  <a:gd name="T13" fmla="*/ 62 h 122"/>
                  <a:gd name="T14" fmla="*/ 61 w 121"/>
                  <a:gd name="T15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122">
                    <a:moveTo>
                      <a:pt x="61" y="122"/>
                    </a:moveTo>
                    <a:lnTo>
                      <a:pt x="121" y="62"/>
                    </a:lnTo>
                    <a:lnTo>
                      <a:pt x="84" y="62"/>
                    </a:lnTo>
                    <a:lnTo>
                      <a:pt x="84" y="0"/>
                    </a:lnTo>
                    <a:lnTo>
                      <a:pt x="38" y="0"/>
                    </a:lnTo>
                    <a:lnTo>
                      <a:pt x="38" y="62"/>
                    </a:lnTo>
                    <a:lnTo>
                      <a:pt x="0" y="62"/>
                    </a:lnTo>
                    <a:lnTo>
                      <a:pt x="61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1A0DE756-6E65-4916-A4B9-9D3EACC13F15}"/>
                  </a:ext>
                </a:extLst>
              </p:cNvPr>
              <p:cNvSpPr/>
              <p:nvPr/>
            </p:nvSpPr>
            <p:spPr bwMode="auto">
              <a:xfrm>
                <a:off x="11848054" y="3391684"/>
                <a:ext cx="197691" cy="197690"/>
              </a:xfrm>
              <a:custGeom>
                <a:avLst/>
                <a:gdLst>
                  <a:gd name="T0" fmla="*/ 31 w 62"/>
                  <a:gd name="T1" fmla="*/ 62 h 62"/>
                  <a:gd name="T2" fmla="*/ 0 w 62"/>
                  <a:gd name="T3" fmla="*/ 31 h 62"/>
                  <a:gd name="T4" fmla="*/ 31 w 62"/>
                  <a:gd name="T5" fmla="*/ 0 h 62"/>
                  <a:gd name="T6" fmla="*/ 62 w 62"/>
                  <a:gd name="T7" fmla="*/ 31 h 62"/>
                  <a:gd name="T8" fmla="*/ 31 w 62"/>
                  <a:gd name="T9" fmla="*/ 62 h 62"/>
                  <a:gd name="T10" fmla="*/ 57 w 62"/>
                  <a:gd name="T11" fmla="*/ 35 h 62"/>
                  <a:gd name="T12" fmla="*/ 41 w 62"/>
                  <a:gd name="T13" fmla="*/ 34 h 62"/>
                  <a:gd name="T14" fmla="*/ 46 w 62"/>
                  <a:gd name="T15" fmla="*/ 53 h 62"/>
                  <a:gd name="T16" fmla="*/ 57 w 62"/>
                  <a:gd name="T17" fmla="*/ 35 h 62"/>
                  <a:gd name="T18" fmla="*/ 41 w 62"/>
                  <a:gd name="T19" fmla="*/ 55 h 62"/>
                  <a:gd name="T20" fmla="*/ 36 w 62"/>
                  <a:gd name="T21" fmla="*/ 35 h 62"/>
                  <a:gd name="T22" fmla="*/ 35 w 62"/>
                  <a:gd name="T23" fmla="*/ 35 h 62"/>
                  <a:gd name="T24" fmla="*/ 15 w 62"/>
                  <a:gd name="T25" fmla="*/ 52 h 62"/>
                  <a:gd name="T26" fmla="*/ 31 w 62"/>
                  <a:gd name="T27" fmla="*/ 57 h 62"/>
                  <a:gd name="T28" fmla="*/ 41 w 62"/>
                  <a:gd name="T29" fmla="*/ 55 h 62"/>
                  <a:gd name="T30" fmla="*/ 11 w 62"/>
                  <a:gd name="T31" fmla="*/ 48 h 62"/>
                  <a:gd name="T32" fmla="*/ 33 w 62"/>
                  <a:gd name="T33" fmla="*/ 31 h 62"/>
                  <a:gd name="T34" fmla="*/ 34 w 62"/>
                  <a:gd name="T35" fmla="*/ 31 h 62"/>
                  <a:gd name="T36" fmla="*/ 32 w 62"/>
                  <a:gd name="T37" fmla="*/ 26 h 62"/>
                  <a:gd name="T38" fmla="*/ 4 w 62"/>
                  <a:gd name="T39" fmla="*/ 30 h 62"/>
                  <a:gd name="T40" fmla="*/ 4 w 62"/>
                  <a:gd name="T41" fmla="*/ 31 h 62"/>
                  <a:gd name="T42" fmla="*/ 11 w 62"/>
                  <a:gd name="T43" fmla="*/ 48 h 62"/>
                  <a:gd name="T44" fmla="*/ 5 w 62"/>
                  <a:gd name="T45" fmla="*/ 25 h 62"/>
                  <a:gd name="T46" fmla="*/ 29 w 62"/>
                  <a:gd name="T47" fmla="*/ 22 h 62"/>
                  <a:gd name="T48" fmla="*/ 20 w 62"/>
                  <a:gd name="T49" fmla="*/ 7 h 62"/>
                  <a:gd name="T50" fmla="*/ 5 w 62"/>
                  <a:gd name="T51" fmla="*/ 25 h 62"/>
                  <a:gd name="T52" fmla="*/ 25 w 62"/>
                  <a:gd name="T53" fmla="*/ 5 h 62"/>
                  <a:gd name="T54" fmla="*/ 35 w 62"/>
                  <a:gd name="T55" fmla="*/ 20 h 62"/>
                  <a:gd name="T56" fmla="*/ 49 w 62"/>
                  <a:gd name="T57" fmla="*/ 11 h 62"/>
                  <a:gd name="T58" fmla="*/ 31 w 62"/>
                  <a:gd name="T59" fmla="*/ 4 h 62"/>
                  <a:gd name="T60" fmla="*/ 25 w 62"/>
                  <a:gd name="T61" fmla="*/ 5 h 62"/>
                  <a:gd name="T62" fmla="*/ 51 w 62"/>
                  <a:gd name="T63" fmla="*/ 14 h 62"/>
                  <a:gd name="T64" fmla="*/ 37 w 62"/>
                  <a:gd name="T65" fmla="*/ 24 h 62"/>
                  <a:gd name="T66" fmla="*/ 38 w 62"/>
                  <a:gd name="T67" fmla="*/ 28 h 62"/>
                  <a:gd name="T68" fmla="*/ 39 w 62"/>
                  <a:gd name="T69" fmla="*/ 30 h 62"/>
                  <a:gd name="T70" fmla="*/ 57 w 62"/>
                  <a:gd name="T71" fmla="*/ 30 h 62"/>
                  <a:gd name="T72" fmla="*/ 51 w 62"/>
                  <a:gd name="T73" fmla="*/ 1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2" h="62">
                    <a:moveTo>
                      <a:pt x="31" y="62"/>
                    </a:move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8" y="0"/>
                      <a:pt x="62" y="14"/>
                      <a:pt x="62" y="31"/>
                    </a:cubicBezTo>
                    <a:cubicBezTo>
                      <a:pt x="62" y="48"/>
                      <a:pt x="48" y="62"/>
                      <a:pt x="31" y="62"/>
                    </a:cubicBezTo>
                    <a:close/>
                    <a:moveTo>
                      <a:pt x="57" y="35"/>
                    </a:moveTo>
                    <a:cubicBezTo>
                      <a:pt x="56" y="35"/>
                      <a:pt x="49" y="32"/>
                      <a:pt x="41" y="34"/>
                    </a:cubicBezTo>
                    <a:cubicBezTo>
                      <a:pt x="44" y="43"/>
                      <a:pt x="45" y="51"/>
                      <a:pt x="46" y="53"/>
                    </a:cubicBezTo>
                    <a:cubicBezTo>
                      <a:pt x="52" y="49"/>
                      <a:pt x="56" y="42"/>
                      <a:pt x="57" y="35"/>
                    </a:cubicBezTo>
                    <a:close/>
                    <a:moveTo>
                      <a:pt x="41" y="55"/>
                    </a:moveTo>
                    <a:cubicBezTo>
                      <a:pt x="41" y="53"/>
                      <a:pt x="39" y="45"/>
                      <a:pt x="36" y="35"/>
                    </a:cubicBezTo>
                    <a:cubicBezTo>
                      <a:pt x="36" y="35"/>
                      <a:pt x="36" y="35"/>
                      <a:pt x="35" y="35"/>
                    </a:cubicBezTo>
                    <a:cubicBezTo>
                      <a:pt x="20" y="40"/>
                      <a:pt x="15" y="51"/>
                      <a:pt x="15" y="52"/>
                    </a:cubicBezTo>
                    <a:cubicBezTo>
                      <a:pt x="19" y="55"/>
                      <a:pt x="25" y="57"/>
                      <a:pt x="31" y="57"/>
                    </a:cubicBezTo>
                    <a:cubicBezTo>
                      <a:pt x="35" y="57"/>
                      <a:pt x="38" y="57"/>
                      <a:pt x="41" y="55"/>
                    </a:cubicBezTo>
                    <a:close/>
                    <a:moveTo>
                      <a:pt x="11" y="48"/>
                    </a:moveTo>
                    <a:cubicBezTo>
                      <a:pt x="12" y="47"/>
                      <a:pt x="19" y="35"/>
                      <a:pt x="33" y="31"/>
                    </a:cubicBezTo>
                    <a:cubicBezTo>
                      <a:pt x="33" y="31"/>
                      <a:pt x="33" y="31"/>
                      <a:pt x="34" y="31"/>
                    </a:cubicBezTo>
                    <a:cubicBezTo>
                      <a:pt x="33" y="29"/>
                      <a:pt x="32" y="28"/>
                      <a:pt x="32" y="26"/>
                    </a:cubicBezTo>
                    <a:cubicBezTo>
                      <a:pt x="18" y="30"/>
                      <a:pt x="6" y="30"/>
                      <a:pt x="4" y="30"/>
                    </a:cubicBezTo>
                    <a:cubicBezTo>
                      <a:pt x="4" y="30"/>
                      <a:pt x="4" y="30"/>
                      <a:pt x="4" y="31"/>
                    </a:cubicBezTo>
                    <a:cubicBezTo>
                      <a:pt x="4" y="38"/>
                      <a:pt x="7" y="44"/>
                      <a:pt x="11" y="48"/>
                    </a:cubicBezTo>
                    <a:close/>
                    <a:moveTo>
                      <a:pt x="5" y="25"/>
                    </a:moveTo>
                    <a:cubicBezTo>
                      <a:pt x="6" y="25"/>
                      <a:pt x="17" y="25"/>
                      <a:pt x="29" y="22"/>
                    </a:cubicBezTo>
                    <a:cubicBezTo>
                      <a:pt x="25" y="14"/>
                      <a:pt x="20" y="8"/>
                      <a:pt x="20" y="7"/>
                    </a:cubicBezTo>
                    <a:cubicBezTo>
                      <a:pt x="12" y="10"/>
                      <a:pt x="7" y="17"/>
                      <a:pt x="5" y="25"/>
                    </a:cubicBezTo>
                    <a:close/>
                    <a:moveTo>
                      <a:pt x="25" y="5"/>
                    </a:moveTo>
                    <a:cubicBezTo>
                      <a:pt x="25" y="6"/>
                      <a:pt x="30" y="12"/>
                      <a:pt x="35" y="20"/>
                    </a:cubicBezTo>
                    <a:cubicBezTo>
                      <a:pt x="44" y="17"/>
                      <a:pt x="48" y="12"/>
                      <a:pt x="49" y="11"/>
                    </a:cubicBezTo>
                    <a:cubicBezTo>
                      <a:pt x="44" y="7"/>
                      <a:pt x="38" y="4"/>
                      <a:pt x="31" y="4"/>
                    </a:cubicBezTo>
                    <a:cubicBezTo>
                      <a:pt x="29" y="4"/>
                      <a:pt x="27" y="4"/>
                      <a:pt x="25" y="5"/>
                    </a:cubicBezTo>
                    <a:close/>
                    <a:moveTo>
                      <a:pt x="51" y="14"/>
                    </a:moveTo>
                    <a:cubicBezTo>
                      <a:pt x="51" y="15"/>
                      <a:pt x="46" y="20"/>
                      <a:pt x="37" y="24"/>
                    </a:cubicBezTo>
                    <a:cubicBezTo>
                      <a:pt x="37" y="26"/>
                      <a:pt x="38" y="27"/>
                      <a:pt x="38" y="28"/>
                    </a:cubicBezTo>
                    <a:cubicBezTo>
                      <a:pt x="39" y="29"/>
                      <a:pt x="39" y="29"/>
                      <a:pt x="39" y="30"/>
                    </a:cubicBezTo>
                    <a:cubicBezTo>
                      <a:pt x="48" y="29"/>
                      <a:pt x="57" y="30"/>
                      <a:pt x="57" y="30"/>
                    </a:cubicBezTo>
                    <a:cubicBezTo>
                      <a:pt x="57" y="24"/>
                      <a:pt x="55" y="18"/>
                      <a:pt x="5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698C81BD-58BA-4971-98A0-5AE1C94A144F}"/>
                  </a:ext>
                </a:extLst>
              </p:cNvPr>
              <p:cNvSpPr/>
              <p:nvPr/>
            </p:nvSpPr>
            <p:spPr bwMode="auto">
              <a:xfrm>
                <a:off x="11650366" y="3689199"/>
                <a:ext cx="187904" cy="166372"/>
              </a:xfrm>
              <a:custGeom>
                <a:avLst/>
                <a:gdLst>
                  <a:gd name="T0" fmla="*/ 48 w 59"/>
                  <a:gd name="T1" fmla="*/ 0 h 52"/>
                  <a:gd name="T2" fmla="*/ 11 w 59"/>
                  <a:gd name="T3" fmla="*/ 0 h 52"/>
                  <a:gd name="T4" fmla="*/ 0 w 59"/>
                  <a:gd name="T5" fmla="*/ 12 h 52"/>
                  <a:gd name="T6" fmla="*/ 0 w 59"/>
                  <a:gd name="T7" fmla="*/ 50 h 52"/>
                  <a:gd name="T8" fmla="*/ 2 w 59"/>
                  <a:gd name="T9" fmla="*/ 52 h 52"/>
                  <a:gd name="T10" fmla="*/ 57 w 59"/>
                  <a:gd name="T11" fmla="*/ 52 h 52"/>
                  <a:gd name="T12" fmla="*/ 59 w 59"/>
                  <a:gd name="T13" fmla="*/ 50 h 52"/>
                  <a:gd name="T14" fmla="*/ 59 w 59"/>
                  <a:gd name="T15" fmla="*/ 12 h 52"/>
                  <a:gd name="T16" fmla="*/ 48 w 59"/>
                  <a:gd name="T17" fmla="*/ 0 h 52"/>
                  <a:gd name="T18" fmla="*/ 37 w 59"/>
                  <a:gd name="T19" fmla="*/ 34 h 52"/>
                  <a:gd name="T20" fmla="*/ 37 w 59"/>
                  <a:gd name="T21" fmla="*/ 45 h 52"/>
                  <a:gd name="T22" fmla="*/ 22 w 59"/>
                  <a:gd name="T23" fmla="*/ 45 h 52"/>
                  <a:gd name="T24" fmla="*/ 22 w 59"/>
                  <a:gd name="T25" fmla="*/ 34 h 52"/>
                  <a:gd name="T26" fmla="*/ 11 w 59"/>
                  <a:gd name="T27" fmla="*/ 34 h 52"/>
                  <a:gd name="T28" fmla="*/ 29 w 59"/>
                  <a:gd name="T29" fmla="*/ 19 h 52"/>
                  <a:gd name="T30" fmla="*/ 48 w 59"/>
                  <a:gd name="T31" fmla="*/ 34 h 52"/>
                  <a:gd name="T32" fmla="*/ 37 w 59"/>
                  <a:gd name="T33" fmla="*/ 34 h 52"/>
                  <a:gd name="T34" fmla="*/ 9 w 59"/>
                  <a:gd name="T35" fmla="*/ 8 h 52"/>
                  <a:gd name="T36" fmla="*/ 12 w 59"/>
                  <a:gd name="T37" fmla="*/ 4 h 52"/>
                  <a:gd name="T38" fmla="*/ 46 w 59"/>
                  <a:gd name="T39" fmla="*/ 4 h 52"/>
                  <a:gd name="T40" fmla="*/ 50 w 59"/>
                  <a:gd name="T41" fmla="*/ 8 h 52"/>
                  <a:gd name="T42" fmla="*/ 9 w 59"/>
                  <a:gd name="T43" fmla="*/ 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9" h="52">
                    <a:moveTo>
                      <a:pt x="48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2"/>
                      <a:pt x="1" y="52"/>
                      <a:pt x="2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8" y="52"/>
                      <a:pt x="59" y="52"/>
                      <a:pt x="59" y="50"/>
                    </a:cubicBezTo>
                    <a:cubicBezTo>
                      <a:pt x="59" y="12"/>
                      <a:pt x="59" y="12"/>
                      <a:pt x="59" y="12"/>
                    </a:cubicBezTo>
                    <a:lnTo>
                      <a:pt x="48" y="0"/>
                    </a:lnTo>
                    <a:close/>
                    <a:moveTo>
                      <a:pt x="37" y="34"/>
                    </a:moveTo>
                    <a:cubicBezTo>
                      <a:pt x="37" y="45"/>
                      <a:pt x="37" y="45"/>
                      <a:pt x="37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48" y="34"/>
                      <a:pt x="48" y="34"/>
                      <a:pt x="48" y="34"/>
                    </a:cubicBezTo>
                    <a:lnTo>
                      <a:pt x="37" y="34"/>
                    </a:lnTo>
                    <a:close/>
                    <a:moveTo>
                      <a:pt x="9" y="8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50" y="8"/>
                      <a:pt x="50" y="8"/>
                      <a:pt x="50" y="8"/>
                    </a:cubicBezTo>
                    <a:lnTo>
                      <a:pt x="9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DAB0464E-3669-4F73-9FE0-D8B674CA6A9B}"/>
                  </a:ext>
                </a:extLst>
              </p:cNvPr>
              <p:cNvSpPr/>
              <p:nvPr/>
            </p:nvSpPr>
            <p:spPr bwMode="auto">
              <a:xfrm>
                <a:off x="11243240" y="4012158"/>
                <a:ext cx="303386" cy="266198"/>
              </a:xfrm>
              <a:custGeom>
                <a:avLst/>
                <a:gdLst>
                  <a:gd name="T0" fmla="*/ 95 w 95"/>
                  <a:gd name="T1" fmla="*/ 34 h 83"/>
                  <a:gd name="T2" fmla="*/ 83 w 95"/>
                  <a:gd name="T3" fmla="*/ 0 h 83"/>
                  <a:gd name="T4" fmla="*/ 83 w 95"/>
                  <a:gd name="T5" fmla="*/ 0 h 83"/>
                  <a:gd name="T6" fmla="*/ 75 w 95"/>
                  <a:gd name="T7" fmla="*/ 0 h 83"/>
                  <a:gd name="T8" fmla="*/ 31 w 95"/>
                  <a:gd name="T9" fmla="*/ 19 h 83"/>
                  <a:gd name="T10" fmla="*/ 30 w 95"/>
                  <a:gd name="T11" fmla="*/ 34 h 83"/>
                  <a:gd name="T12" fmla="*/ 31 w 95"/>
                  <a:gd name="T13" fmla="*/ 49 h 83"/>
                  <a:gd name="T14" fmla="*/ 75 w 95"/>
                  <a:gd name="T15" fmla="*/ 67 h 83"/>
                  <a:gd name="T16" fmla="*/ 83 w 95"/>
                  <a:gd name="T17" fmla="*/ 67 h 83"/>
                  <a:gd name="T18" fmla="*/ 83 w 95"/>
                  <a:gd name="T19" fmla="*/ 67 h 83"/>
                  <a:gd name="T20" fmla="*/ 95 w 95"/>
                  <a:gd name="T21" fmla="*/ 34 h 83"/>
                  <a:gd name="T22" fmla="*/ 80 w 95"/>
                  <a:gd name="T23" fmla="*/ 62 h 83"/>
                  <a:gd name="T24" fmla="*/ 78 w 95"/>
                  <a:gd name="T25" fmla="*/ 61 h 83"/>
                  <a:gd name="T26" fmla="*/ 75 w 95"/>
                  <a:gd name="T27" fmla="*/ 55 h 83"/>
                  <a:gd name="T28" fmla="*/ 71 w 95"/>
                  <a:gd name="T29" fmla="*/ 34 h 83"/>
                  <a:gd name="T30" fmla="*/ 75 w 95"/>
                  <a:gd name="T31" fmla="*/ 12 h 83"/>
                  <a:gd name="T32" fmla="*/ 78 w 95"/>
                  <a:gd name="T33" fmla="*/ 7 h 83"/>
                  <a:gd name="T34" fmla="*/ 80 w 95"/>
                  <a:gd name="T35" fmla="*/ 5 h 83"/>
                  <a:gd name="T36" fmla="*/ 82 w 95"/>
                  <a:gd name="T37" fmla="*/ 7 h 83"/>
                  <a:gd name="T38" fmla="*/ 86 w 95"/>
                  <a:gd name="T39" fmla="*/ 12 h 83"/>
                  <a:gd name="T40" fmla="*/ 89 w 95"/>
                  <a:gd name="T41" fmla="*/ 34 h 83"/>
                  <a:gd name="T42" fmla="*/ 86 w 95"/>
                  <a:gd name="T43" fmla="*/ 55 h 83"/>
                  <a:gd name="T44" fmla="*/ 82 w 95"/>
                  <a:gd name="T45" fmla="*/ 61 h 83"/>
                  <a:gd name="T46" fmla="*/ 80 w 95"/>
                  <a:gd name="T47" fmla="*/ 62 h 83"/>
                  <a:gd name="T48" fmla="*/ 23 w 95"/>
                  <a:gd name="T49" fmla="*/ 34 h 83"/>
                  <a:gd name="T50" fmla="*/ 24 w 95"/>
                  <a:gd name="T51" fmla="*/ 20 h 83"/>
                  <a:gd name="T52" fmla="*/ 12 w 95"/>
                  <a:gd name="T53" fmla="*/ 21 h 83"/>
                  <a:gd name="T54" fmla="*/ 5 w 95"/>
                  <a:gd name="T55" fmla="*/ 21 h 83"/>
                  <a:gd name="T56" fmla="*/ 0 w 95"/>
                  <a:gd name="T57" fmla="*/ 30 h 83"/>
                  <a:gd name="T58" fmla="*/ 0 w 95"/>
                  <a:gd name="T59" fmla="*/ 38 h 83"/>
                  <a:gd name="T60" fmla="*/ 5 w 95"/>
                  <a:gd name="T61" fmla="*/ 47 h 83"/>
                  <a:gd name="T62" fmla="*/ 12 w 95"/>
                  <a:gd name="T63" fmla="*/ 47 h 83"/>
                  <a:gd name="T64" fmla="*/ 24 w 95"/>
                  <a:gd name="T65" fmla="*/ 47 h 83"/>
                  <a:gd name="T66" fmla="*/ 23 w 95"/>
                  <a:gd name="T67" fmla="*/ 34 h 83"/>
                  <a:gd name="T68" fmla="*/ 34 w 95"/>
                  <a:gd name="T69" fmla="*/ 53 h 83"/>
                  <a:gd name="T70" fmla="*/ 22 w 95"/>
                  <a:gd name="T71" fmla="*/ 51 h 83"/>
                  <a:gd name="T72" fmla="*/ 30 w 95"/>
                  <a:gd name="T73" fmla="*/ 81 h 83"/>
                  <a:gd name="T74" fmla="*/ 33 w 95"/>
                  <a:gd name="T75" fmla="*/ 83 h 83"/>
                  <a:gd name="T76" fmla="*/ 44 w 95"/>
                  <a:gd name="T77" fmla="*/ 78 h 83"/>
                  <a:gd name="T78" fmla="*/ 46 w 95"/>
                  <a:gd name="T79" fmla="*/ 75 h 83"/>
                  <a:gd name="T80" fmla="*/ 34 w 95"/>
                  <a:gd name="T81" fmla="*/ 53 h 83"/>
                  <a:gd name="T82" fmla="*/ 80 w 95"/>
                  <a:gd name="T83" fmla="*/ 45 h 83"/>
                  <a:gd name="T84" fmla="*/ 79 w 95"/>
                  <a:gd name="T85" fmla="*/ 44 h 83"/>
                  <a:gd name="T86" fmla="*/ 78 w 95"/>
                  <a:gd name="T87" fmla="*/ 42 h 83"/>
                  <a:gd name="T88" fmla="*/ 77 w 95"/>
                  <a:gd name="T89" fmla="*/ 34 h 83"/>
                  <a:gd name="T90" fmla="*/ 78 w 95"/>
                  <a:gd name="T91" fmla="*/ 25 h 83"/>
                  <a:gd name="T92" fmla="*/ 79 w 95"/>
                  <a:gd name="T93" fmla="*/ 23 h 83"/>
                  <a:gd name="T94" fmla="*/ 80 w 95"/>
                  <a:gd name="T95" fmla="*/ 23 h 83"/>
                  <a:gd name="T96" fmla="*/ 81 w 95"/>
                  <a:gd name="T97" fmla="*/ 23 h 83"/>
                  <a:gd name="T98" fmla="*/ 82 w 95"/>
                  <a:gd name="T99" fmla="*/ 25 h 83"/>
                  <a:gd name="T100" fmla="*/ 84 w 95"/>
                  <a:gd name="T101" fmla="*/ 34 h 83"/>
                  <a:gd name="T102" fmla="*/ 82 w 95"/>
                  <a:gd name="T103" fmla="*/ 42 h 83"/>
                  <a:gd name="T104" fmla="*/ 81 w 95"/>
                  <a:gd name="T105" fmla="*/ 44 h 83"/>
                  <a:gd name="T106" fmla="*/ 80 w 95"/>
                  <a:gd name="T107" fmla="*/ 45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5" h="83">
                    <a:moveTo>
                      <a:pt x="95" y="34"/>
                    </a:moveTo>
                    <a:cubicBezTo>
                      <a:pt x="95" y="15"/>
                      <a:pt x="89" y="0"/>
                      <a:pt x="83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57" y="13"/>
                      <a:pt x="31" y="19"/>
                    </a:cubicBezTo>
                    <a:cubicBezTo>
                      <a:pt x="30" y="23"/>
                      <a:pt x="30" y="28"/>
                      <a:pt x="30" y="34"/>
                    </a:cubicBezTo>
                    <a:cubicBezTo>
                      <a:pt x="30" y="39"/>
                      <a:pt x="30" y="44"/>
                      <a:pt x="31" y="49"/>
                    </a:cubicBezTo>
                    <a:cubicBezTo>
                      <a:pt x="57" y="54"/>
                      <a:pt x="75" y="67"/>
                      <a:pt x="75" y="67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89" y="67"/>
                      <a:pt x="95" y="52"/>
                      <a:pt x="95" y="34"/>
                    </a:cubicBezTo>
                    <a:close/>
                    <a:moveTo>
                      <a:pt x="80" y="62"/>
                    </a:moveTo>
                    <a:cubicBezTo>
                      <a:pt x="79" y="62"/>
                      <a:pt x="78" y="61"/>
                      <a:pt x="78" y="61"/>
                    </a:cubicBezTo>
                    <a:cubicBezTo>
                      <a:pt x="77" y="60"/>
                      <a:pt x="76" y="58"/>
                      <a:pt x="75" y="55"/>
                    </a:cubicBezTo>
                    <a:cubicBezTo>
                      <a:pt x="72" y="49"/>
                      <a:pt x="71" y="42"/>
                      <a:pt x="71" y="34"/>
                    </a:cubicBezTo>
                    <a:cubicBezTo>
                      <a:pt x="71" y="26"/>
                      <a:pt x="72" y="18"/>
                      <a:pt x="75" y="12"/>
                    </a:cubicBezTo>
                    <a:cubicBezTo>
                      <a:pt x="76" y="10"/>
                      <a:pt x="77" y="8"/>
                      <a:pt x="78" y="7"/>
                    </a:cubicBezTo>
                    <a:cubicBezTo>
                      <a:pt x="78" y="6"/>
                      <a:pt x="79" y="5"/>
                      <a:pt x="80" y="5"/>
                    </a:cubicBezTo>
                    <a:cubicBezTo>
                      <a:pt x="81" y="5"/>
                      <a:pt x="82" y="6"/>
                      <a:pt x="82" y="7"/>
                    </a:cubicBezTo>
                    <a:cubicBezTo>
                      <a:pt x="84" y="8"/>
                      <a:pt x="85" y="10"/>
                      <a:pt x="86" y="12"/>
                    </a:cubicBezTo>
                    <a:cubicBezTo>
                      <a:pt x="88" y="18"/>
                      <a:pt x="89" y="26"/>
                      <a:pt x="89" y="34"/>
                    </a:cubicBezTo>
                    <a:cubicBezTo>
                      <a:pt x="89" y="42"/>
                      <a:pt x="88" y="49"/>
                      <a:pt x="86" y="55"/>
                    </a:cubicBezTo>
                    <a:cubicBezTo>
                      <a:pt x="85" y="58"/>
                      <a:pt x="84" y="60"/>
                      <a:pt x="82" y="61"/>
                    </a:cubicBezTo>
                    <a:cubicBezTo>
                      <a:pt x="82" y="61"/>
                      <a:pt x="81" y="62"/>
                      <a:pt x="80" y="62"/>
                    </a:cubicBezTo>
                    <a:close/>
                    <a:moveTo>
                      <a:pt x="23" y="34"/>
                    </a:moveTo>
                    <a:cubicBezTo>
                      <a:pt x="23" y="29"/>
                      <a:pt x="24" y="24"/>
                      <a:pt x="24" y="20"/>
                    </a:cubicBezTo>
                    <a:cubicBezTo>
                      <a:pt x="20" y="21"/>
                      <a:pt x="16" y="21"/>
                      <a:pt x="12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5" y="47"/>
                      <a:pt x="5" y="47"/>
                      <a:pt x="12" y="47"/>
                    </a:cubicBezTo>
                    <a:cubicBezTo>
                      <a:pt x="16" y="47"/>
                      <a:pt x="20" y="47"/>
                      <a:pt x="24" y="47"/>
                    </a:cubicBezTo>
                    <a:cubicBezTo>
                      <a:pt x="24" y="43"/>
                      <a:pt x="23" y="39"/>
                      <a:pt x="23" y="34"/>
                    </a:cubicBezTo>
                    <a:close/>
                    <a:moveTo>
                      <a:pt x="34" y="53"/>
                    </a:moveTo>
                    <a:cubicBezTo>
                      <a:pt x="22" y="51"/>
                      <a:pt x="22" y="51"/>
                      <a:pt x="22" y="51"/>
                    </a:cubicBezTo>
                    <a:cubicBezTo>
                      <a:pt x="30" y="81"/>
                      <a:pt x="30" y="81"/>
                      <a:pt x="30" y="81"/>
                    </a:cubicBezTo>
                    <a:cubicBezTo>
                      <a:pt x="30" y="82"/>
                      <a:pt x="32" y="83"/>
                      <a:pt x="33" y="83"/>
                    </a:cubicBezTo>
                    <a:cubicBezTo>
                      <a:pt x="44" y="78"/>
                      <a:pt x="44" y="78"/>
                      <a:pt x="44" y="78"/>
                    </a:cubicBezTo>
                    <a:cubicBezTo>
                      <a:pt x="46" y="78"/>
                      <a:pt x="46" y="76"/>
                      <a:pt x="46" y="75"/>
                    </a:cubicBezTo>
                    <a:lnTo>
                      <a:pt x="34" y="53"/>
                    </a:lnTo>
                    <a:close/>
                    <a:moveTo>
                      <a:pt x="80" y="45"/>
                    </a:moveTo>
                    <a:cubicBezTo>
                      <a:pt x="80" y="45"/>
                      <a:pt x="79" y="44"/>
                      <a:pt x="79" y="44"/>
                    </a:cubicBezTo>
                    <a:cubicBezTo>
                      <a:pt x="79" y="44"/>
                      <a:pt x="78" y="43"/>
                      <a:pt x="78" y="42"/>
                    </a:cubicBezTo>
                    <a:cubicBezTo>
                      <a:pt x="77" y="40"/>
                      <a:pt x="77" y="37"/>
                      <a:pt x="77" y="34"/>
                    </a:cubicBezTo>
                    <a:cubicBezTo>
                      <a:pt x="77" y="31"/>
                      <a:pt x="77" y="28"/>
                      <a:pt x="78" y="25"/>
                    </a:cubicBezTo>
                    <a:cubicBezTo>
                      <a:pt x="78" y="25"/>
                      <a:pt x="79" y="24"/>
                      <a:pt x="79" y="23"/>
                    </a:cubicBezTo>
                    <a:cubicBezTo>
                      <a:pt x="79" y="23"/>
                      <a:pt x="80" y="23"/>
                      <a:pt x="80" y="23"/>
                    </a:cubicBezTo>
                    <a:cubicBezTo>
                      <a:pt x="80" y="23"/>
                      <a:pt x="81" y="23"/>
                      <a:pt x="81" y="23"/>
                    </a:cubicBezTo>
                    <a:cubicBezTo>
                      <a:pt x="81" y="24"/>
                      <a:pt x="82" y="25"/>
                      <a:pt x="82" y="25"/>
                    </a:cubicBezTo>
                    <a:cubicBezTo>
                      <a:pt x="83" y="28"/>
                      <a:pt x="84" y="31"/>
                      <a:pt x="84" y="34"/>
                    </a:cubicBezTo>
                    <a:cubicBezTo>
                      <a:pt x="84" y="37"/>
                      <a:pt x="83" y="40"/>
                      <a:pt x="82" y="42"/>
                    </a:cubicBezTo>
                    <a:cubicBezTo>
                      <a:pt x="82" y="43"/>
                      <a:pt x="81" y="44"/>
                      <a:pt x="81" y="44"/>
                    </a:cubicBezTo>
                    <a:cubicBezTo>
                      <a:pt x="81" y="44"/>
                      <a:pt x="80" y="45"/>
                      <a:pt x="8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0D6A9811-FAFD-4A93-ADC7-378F22E6A682}"/>
                  </a:ext>
                </a:extLst>
              </p:cNvPr>
              <p:cNvSpPr/>
              <p:nvPr/>
            </p:nvSpPr>
            <p:spPr bwMode="auto">
              <a:xfrm>
                <a:off x="11767804" y="3599161"/>
                <a:ext cx="160501" cy="64591"/>
              </a:xfrm>
              <a:custGeom>
                <a:avLst/>
                <a:gdLst>
                  <a:gd name="T0" fmla="*/ 50 w 50"/>
                  <a:gd name="T1" fmla="*/ 10 h 20"/>
                  <a:gd name="T2" fmla="*/ 50 w 50"/>
                  <a:gd name="T3" fmla="*/ 10 h 20"/>
                  <a:gd name="T4" fmla="*/ 40 w 50"/>
                  <a:gd name="T5" fmla="*/ 0 h 20"/>
                  <a:gd name="T6" fmla="*/ 28 w 50"/>
                  <a:gd name="T7" fmla="*/ 0 h 20"/>
                  <a:gd name="T8" fmla="*/ 18 w 50"/>
                  <a:gd name="T9" fmla="*/ 10 h 20"/>
                  <a:gd name="T10" fmla="*/ 18 w 50"/>
                  <a:gd name="T11" fmla="*/ 10 h 20"/>
                  <a:gd name="T12" fmla="*/ 18 w 50"/>
                  <a:gd name="T13" fmla="*/ 11 h 20"/>
                  <a:gd name="T14" fmla="*/ 23 w 50"/>
                  <a:gd name="T15" fmla="*/ 11 h 20"/>
                  <a:gd name="T16" fmla="*/ 23 w 50"/>
                  <a:gd name="T17" fmla="*/ 10 h 20"/>
                  <a:gd name="T18" fmla="*/ 23 w 50"/>
                  <a:gd name="T19" fmla="*/ 10 h 20"/>
                  <a:gd name="T20" fmla="*/ 28 w 50"/>
                  <a:gd name="T21" fmla="*/ 5 h 20"/>
                  <a:gd name="T22" fmla="*/ 40 w 50"/>
                  <a:gd name="T23" fmla="*/ 5 h 20"/>
                  <a:gd name="T24" fmla="*/ 45 w 50"/>
                  <a:gd name="T25" fmla="*/ 10 h 20"/>
                  <a:gd name="T26" fmla="*/ 45 w 50"/>
                  <a:gd name="T27" fmla="*/ 10 h 20"/>
                  <a:gd name="T28" fmla="*/ 40 w 50"/>
                  <a:gd name="T29" fmla="*/ 15 h 20"/>
                  <a:gd name="T30" fmla="*/ 35 w 50"/>
                  <a:gd name="T31" fmla="*/ 15 h 20"/>
                  <a:gd name="T32" fmla="*/ 32 w 50"/>
                  <a:gd name="T33" fmla="*/ 20 h 20"/>
                  <a:gd name="T34" fmla="*/ 40 w 50"/>
                  <a:gd name="T35" fmla="*/ 20 h 20"/>
                  <a:gd name="T36" fmla="*/ 50 w 50"/>
                  <a:gd name="T37" fmla="*/ 10 h 20"/>
                  <a:gd name="T38" fmla="*/ 32 w 50"/>
                  <a:gd name="T39" fmla="*/ 10 h 20"/>
                  <a:gd name="T40" fmla="*/ 32 w 50"/>
                  <a:gd name="T41" fmla="*/ 9 h 20"/>
                  <a:gd name="T42" fmla="*/ 27 w 50"/>
                  <a:gd name="T43" fmla="*/ 9 h 20"/>
                  <a:gd name="T44" fmla="*/ 28 w 50"/>
                  <a:gd name="T45" fmla="*/ 10 h 20"/>
                  <a:gd name="T46" fmla="*/ 28 w 50"/>
                  <a:gd name="T47" fmla="*/ 10 h 20"/>
                  <a:gd name="T48" fmla="*/ 22 w 50"/>
                  <a:gd name="T49" fmla="*/ 15 h 20"/>
                  <a:gd name="T50" fmla="*/ 10 w 50"/>
                  <a:gd name="T51" fmla="*/ 15 h 20"/>
                  <a:gd name="T52" fmla="*/ 5 w 50"/>
                  <a:gd name="T53" fmla="*/ 10 h 20"/>
                  <a:gd name="T54" fmla="*/ 5 w 50"/>
                  <a:gd name="T55" fmla="*/ 10 h 20"/>
                  <a:gd name="T56" fmla="*/ 10 w 50"/>
                  <a:gd name="T57" fmla="*/ 5 h 20"/>
                  <a:gd name="T58" fmla="*/ 16 w 50"/>
                  <a:gd name="T59" fmla="*/ 5 h 20"/>
                  <a:gd name="T60" fmla="*/ 19 w 50"/>
                  <a:gd name="T61" fmla="*/ 0 h 20"/>
                  <a:gd name="T62" fmla="*/ 10 w 50"/>
                  <a:gd name="T63" fmla="*/ 0 h 20"/>
                  <a:gd name="T64" fmla="*/ 0 w 50"/>
                  <a:gd name="T65" fmla="*/ 10 h 20"/>
                  <a:gd name="T66" fmla="*/ 0 w 50"/>
                  <a:gd name="T67" fmla="*/ 10 h 20"/>
                  <a:gd name="T68" fmla="*/ 10 w 50"/>
                  <a:gd name="T69" fmla="*/ 20 h 20"/>
                  <a:gd name="T70" fmla="*/ 22 w 50"/>
                  <a:gd name="T71" fmla="*/ 20 h 20"/>
                  <a:gd name="T72" fmla="*/ 32 w 50"/>
                  <a:gd name="T73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0" h="20">
                    <a:moveTo>
                      <a:pt x="50" y="10"/>
                    </a:move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5"/>
                      <a:pt x="46" y="0"/>
                      <a:pt x="4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3" y="0"/>
                      <a:pt x="18" y="5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10"/>
                      <a:pt x="18" y="11"/>
                      <a:pt x="18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0"/>
                      <a:pt x="23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3" y="7"/>
                      <a:pt x="25" y="5"/>
                      <a:pt x="28" y="5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43" y="5"/>
                      <a:pt x="45" y="7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3"/>
                      <a:pt x="43" y="15"/>
                      <a:pt x="40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7"/>
                      <a:pt x="33" y="18"/>
                      <a:pt x="32" y="20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6" y="20"/>
                      <a:pt x="50" y="15"/>
                      <a:pt x="50" y="10"/>
                    </a:cubicBezTo>
                    <a:close/>
                    <a:moveTo>
                      <a:pt x="32" y="10"/>
                    </a:moveTo>
                    <a:cubicBezTo>
                      <a:pt x="32" y="9"/>
                      <a:pt x="32" y="9"/>
                      <a:pt x="32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9"/>
                      <a:pt x="28" y="9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3"/>
                      <a:pt x="25" y="15"/>
                      <a:pt x="22" y="1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7" y="15"/>
                      <a:pt x="5" y="13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7"/>
                      <a:pt x="7" y="5"/>
                      <a:pt x="10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3"/>
                      <a:pt x="17" y="1"/>
                      <a:pt x="19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5"/>
                      <a:pt x="5" y="20"/>
                      <a:pt x="10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8" y="20"/>
                      <a:pt x="32" y="15"/>
                      <a:pt x="32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1A2D844C-3CC8-4899-90C8-9CED540B8039}"/>
                  </a:ext>
                </a:extLst>
              </p:cNvPr>
              <p:cNvSpPr/>
              <p:nvPr/>
            </p:nvSpPr>
            <p:spPr bwMode="auto">
              <a:xfrm>
                <a:off x="11918519" y="2912138"/>
                <a:ext cx="172244" cy="168330"/>
              </a:xfrm>
              <a:custGeom>
                <a:avLst/>
                <a:gdLst>
                  <a:gd name="T0" fmla="*/ 27 w 54"/>
                  <a:gd name="T1" fmla="*/ 0 h 53"/>
                  <a:gd name="T2" fmla="*/ 0 w 54"/>
                  <a:gd name="T3" fmla="*/ 27 h 53"/>
                  <a:gd name="T4" fmla="*/ 27 w 54"/>
                  <a:gd name="T5" fmla="*/ 53 h 53"/>
                  <a:gd name="T6" fmla="*/ 54 w 54"/>
                  <a:gd name="T7" fmla="*/ 27 h 53"/>
                  <a:gd name="T8" fmla="*/ 27 w 54"/>
                  <a:gd name="T9" fmla="*/ 0 h 53"/>
                  <a:gd name="T10" fmla="*/ 16 w 54"/>
                  <a:gd name="T11" fmla="*/ 43 h 53"/>
                  <a:gd name="T12" fmla="*/ 17 w 54"/>
                  <a:gd name="T13" fmla="*/ 38 h 53"/>
                  <a:gd name="T14" fmla="*/ 7 w 54"/>
                  <a:gd name="T15" fmla="*/ 24 h 53"/>
                  <a:gd name="T16" fmla="*/ 13 w 54"/>
                  <a:gd name="T17" fmla="*/ 12 h 53"/>
                  <a:gd name="T18" fmla="*/ 27 w 54"/>
                  <a:gd name="T19" fmla="*/ 7 h 53"/>
                  <a:gd name="T20" fmla="*/ 41 w 54"/>
                  <a:gd name="T21" fmla="*/ 12 h 53"/>
                  <a:gd name="T22" fmla="*/ 47 w 54"/>
                  <a:gd name="T23" fmla="*/ 24 h 53"/>
                  <a:gd name="T24" fmla="*/ 37 w 54"/>
                  <a:gd name="T25" fmla="*/ 38 h 53"/>
                  <a:gd name="T26" fmla="*/ 38 w 54"/>
                  <a:gd name="T27" fmla="*/ 43 h 53"/>
                  <a:gd name="T28" fmla="*/ 27 w 54"/>
                  <a:gd name="T29" fmla="*/ 47 h 53"/>
                  <a:gd name="T30" fmla="*/ 16 w 54"/>
                  <a:gd name="T31" fmla="*/ 43 h 53"/>
                  <a:gd name="T32" fmla="*/ 29 w 54"/>
                  <a:gd name="T33" fmla="*/ 33 h 53"/>
                  <a:gd name="T34" fmla="*/ 30 w 54"/>
                  <a:gd name="T35" fmla="*/ 35 h 53"/>
                  <a:gd name="T36" fmla="*/ 30 w 54"/>
                  <a:gd name="T37" fmla="*/ 38 h 53"/>
                  <a:gd name="T38" fmla="*/ 29 w 54"/>
                  <a:gd name="T39" fmla="*/ 40 h 53"/>
                  <a:gd name="T40" fmla="*/ 25 w 54"/>
                  <a:gd name="T41" fmla="*/ 40 h 53"/>
                  <a:gd name="T42" fmla="*/ 24 w 54"/>
                  <a:gd name="T43" fmla="*/ 38 h 53"/>
                  <a:gd name="T44" fmla="*/ 24 w 54"/>
                  <a:gd name="T45" fmla="*/ 35 h 53"/>
                  <a:gd name="T46" fmla="*/ 25 w 54"/>
                  <a:gd name="T47" fmla="*/ 33 h 53"/>
                  <a:gd name="T48" fmla="*/ 26 w 54"/>
                  <a:gd name="T49" fmla="*/ 10 h 53"/>
                  <a:gd name="T50" fmla="*/ 28 w 54"/>
                  <a:gd name="T51" fmla="*/ 10 h 53"/>
                  <a:gd name="T52" fmla="*/ 29 w 54"/>
                  <a:gd name="T53" fmla="*/ 3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4" h="53">
                    <a:moveTo>
                      <a:pt x="27" y="0"/>
                    </a:moveTo>
                    <a:cubicBezTo>
                      <a:pt x="12" y="0"/>
                      <a:pt x="0" y="12"/>
                      <a:pt x="0" y="27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7"/>
                    </a:cubicBezTo>
                    <a:cubicBezTo>
                      <a:pt x="54" y="12"/>
                      <a:pt x="42" y="0"/>
                      <a:pt x="27" y="0"/>
                    </a:cubicBezTo>
                    <a:close/>
                    <a:moveTo>
                      <a:pt x="16" y="43"/>
                    </a:move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32"/>
                      <a:pt x="13" y="26"/>
                      <a:pt x="7" y="24"/>
                    </a:cubicBezTo>
                    <a:cubicBezTo>
                      <a:pt x="8" y="20"/>
                      <a:pt x="10" y="16"/>
                      <a:pt x="13" y="12"/>
                    </a:cubicBezTo>
                    <a:cubicBezTo>
                      <a:pt x="17" y="9"/>
                      <a:pt x="22" y="7"/>
                      <a:pt x="27" y="7"/>
                    </a:cubicBezTo>
                    <a:cubicBezTo>
                      <a:pt x="32" y="7"/>
                      <a:pt x="37" y="9"/>
                      <a:pt x="41" y="12"/>
                    </a:cubicBezTo>
                    <a:cubicBezTo>
                      <a:pt x="44" y="16"/>
                      <a:pt x="46" y="20"/>
                      <a:pt x="47" y="24"/>
                    </a:cubicBezTo>
                    <a:cubicBezTo>
                      <a:pt x="41" y="26"/>
                      <a:pt x="37" y="32"/>
                      <a:pt x="37" y="38"/>
                    </a:cubicBezTo>
                    <a:cubicBezTo>
                      <a:pt x="37" y="40"/>
                      <a:pt x="37" y="42"/>
                      <a:pt x="38" y="43"/>
                    </a:cubicBezTo>
                    <a:cubicBezTo>
                      <a:pt x="35" y="45"/>
                      <a:pt x="31" y="47"/>
                      <a:pt x="27" y="47"/>
                    </a:cubicBezTo>
                    <a:cubicBezTo>
                      <a:pt x="23" y="47"/>
                      <a:pt x="19" y="45"/>
                      <a:pt x="16" y="43"/>
                    </a:cubicBezTo>
                    <a:close/>
                    <a:moveTo>
                      <a:pt x="29" y="33"/>
                    </a:moveTo>
                    <a:cubicBezTo>
                      <a:pt x="30" y="33"/>
                      <a:pt x="30" y="34"/>
                      <a:pt x="30" y="35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0" y="39"/>
                      <a:pt x="30" y="40"/>
                      <a:pt x="29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4" y="39"/>
                      <a:pt x="24" y="38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4" y="33"/>
                      <a:pt x="25" y="33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8" y="10"/>
                      <a:pt x="28" y="10"/>
                      <a:pt x="28" y="10"/>
                    </a:cubicBezTo>
                    <a:lnTo>
                      <a:pt x="29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EDB544E3-9F72-49C9-8565-476882F61D31}"/>
                  </a:ext>
                </a:extLst>
              </p:cNvPr>
              <p:cNvSpPr/>
              <p:nvPr/>
            </p:nvSpPr>
            <p:spPr bwMode="auto">
              <a:xfrm>
                <a:off x="11895031" y="3100042"/>
                <a:ext cx="150715" cy="121354"/>
              </a:xfrm>
              <a:custGeom>
                <a:avLst/>
                <a:gdLst>
                  <a:gd name="T0" fmla="*/ 30 w 77"/>
                  <a:gd name="T1" fmla="*/ 62 h 62"/>
                  <a:gd name="T2" fmla="*/ 0 w 77"/>
                  <a:gd name="T3" fmla="*/ 31 h 62"/>
                  <a:gd name="T4" fmla="*/ 15 w 77"/>
                  <a:gd name="T5" fmla="*/ 17 h 62"/>
                  <a:gd name="T6" fmla="*/ 30 w 77"/>
                  <a:gd name="T7" fmla="*/ 33 h 62"/>
                  <a:gd name="T8" fmla="*/ 62 w 77"/>
                  <a:gd name="T9" fmla="*/ 0 h 62"/>
                  <a:gd name="T10" fmla="*/ 77 w 77"/>
                  <a:gd name="T11" fmla="*/ 15 h 62"/>
                  <a:gd name="T12" fmla="*/ 30 w 77"/>
                  <a:gd name="T13" fmla="*/ 62 h 62"/>
                  <a:gd name="T14" fmla="*/ 9 w 77"/>
                  <a:gd name="T15" fmla="*/ 31 h 62"/>
                  <a:gd name="T16" fmla="*/ 30 w 77"/>
                  <a:gd name="T17" fmla="*/ 54 h 62"/>
                  <a:gd name="T18" fmla="*/ 69 w 77"/>
                  <a:gd name="T19" fmla="*/ 15 h 62"/>
                  <a:gd name="T20" fmla="*/ 62 w 77"/>
                  <a:gd name="T21" fmla="*/ 8 h 62"/>
                  <a:gd name="T22" fmla="*/ 30 w 77"/>
                  <a:gd name="T23" fmla="*/ 41 h 62"/>
                  <a:gd name="T24" fmla="*/ 15 w 77"/>
                  <a:gd name="T25" fmla="*/ 25 h 62"/>
                  <a:gd name="T26" fmla="*/ 9 w 77"/>
                  <a:gd name="T27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62">
                    <a:moveTo>
                      <a:pt x="30" y="62"/>
                    </a:moveTo>
                    <a:lnTo>
                      <a:pt x="0" y="31"/>
                    </a:lnTo>
                    <a:lnTo>
                      <a:pt x="15" y="17"/>
                    </a:lnTo>
                    <a:lnTo>
                      <a:pt x="30" y="33"/>
                    </a:lnTo>
                    <a:lnTo>
                      <a:pt x="62" y="0"/>
                    </a:lnTo>
                    <a:lnTo>
                      <a:pt x="77" y="15"/>
                    </a:lnTo>
                    <a:lnTo>
                      <a:pt x="30" y="62"/>
                    </a:lnTo>
                    <a:close/>
                    <a:moveTo>
                      <a:pt x="9" y="31"/>
                    </a:moveTo>
                    <a:lnTo>
                      <a:pt x="30" y="54"/>
                    </a:lnTo>
                    <a:lnTo>
                      <a:pt x="69" y="15"/>
                    </a:lnTo>
                    <a:lnTo>
                      <a:pt x="62" y="8"/>
                    </a:lnTo>
                    <a:lnTo>
                      <a:pt x="30" y="41"/>
                    </a:lnTo>
                    <a:lnTo>
                      <a:pt x="15" y="25"/>
                    </a:lnTo>
                    <a:lnTo>
                      <a:pt x="9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E2AA59FD-BA7B-49B2-A0BC-AFA485FAD924}"/>
                  </a:ext>
                </a:extLst>
              </p:cNvPr>
              <p:cNvSpPr/>
              <p:nvPr/>
            </p:nvSpPr>
            <p:spPr bwMode="auto">
              <a:xfrm>
                <a:off x="11640577" y="3336878"/>
                <a:ext cx="178118" cy="236836"/>
              </a:xfrm>
              <a:custGeom>
                <a:avLst/>
                <a:gdLst>
                  <a:gd name="T0" fmla="*/ 53 w 56"/>
                  <a:gd name="T1" fmla="*/ 9 h 74"/>
                  <a:gd name="T2" fmla="*/ 49 w 56"/>
                  <a:gd name="T3" fmla="*/ 9 h 74"/>
                  <a:gd name="T4" fmla="*/ 49 w 56"/>
                  <a:gd name="T5" fmla="*/ 14 h 74"/>
                  <a:gd name="T6" fmla="*/ 51 w 56"/>
                  <a:gd name="T7" fmla="*/ 14 h 74"/>
                  <a:gd name="T8" fmla="*/ 51 w 56"/>
                  <a:gd name="T9" fmla="*/ 51 h 74"/>
                  <a:gd name="T10" fmla="*/ 32 w 56"/>
                  <a:gd name="T11" fmla="*/ 51 h 74"/>
                  <a:gd name="T12" fmla="*/ 32 w 56"/>
                  <a:gd name="T13" fmla="*/ 70 h 74"/>
                  <a:gd name="T14" fmla="*/ 5 w 56"/>
                  <a:gd name="T15" fmla="*/ 70 h 74"/>
                  <a:gd name="T16" fmla="*/ 5 w 56"/>
                  <a:gd name="T17" fmla="*/ 14 h 74"/>
                  <a:gd name="T18" fmla="*/ 7 w 56"/>
                  <a:gd name="T19" fmla="*/ 14 h 74"/>
                  <a:gd name="T20" fmla="*/ 7 w 56"/>
                  <a:gd name="T21" fmla="*/ 9 h 74"/>
                  <a:gd name="T22" fmla="*/ 2 w 56"/>
                  <a:gd name="T23" fmla="*/ 9 h 74"/>
                  <a:gd name="T24" fmla="*/ 0 w 56"/>
                  <a:gd name="T25" fmla="*/ 12 h 74"/>
                  <a:gd name="T26" fmla="*/ 0 w 56"/>
                  <a:gd name="T27" fmla="*/ 72 h 74"/>
                  <a:gd name="T28" fmla="*/ 2 w 56"/>
                  <a:gd name="T29" fmla="*/ 74 h 74"/>
                  <a:gd name="T30" fmla="*/ 39 w 56"/>
                  <a:gd name="T31" fmla="*/ 74 h 74"/>
                  <a:gd name="T32" fmla="*/ 56 w 56"/>
                  <a:gd name="T33" fmla="*/ 58 h 74"/>
                  <a:gd name="T34" fmla="*/ 56 w 56"/>
                  <a:gd name="T35" fmla="*/ 12 h 74"/>
                  <a:gd name="T36" fmla="*/ 53 w 56"/>
                  <a:gd name="T37" fmla="*/ 9 h 74"/>
                  <a:gd name="T38" fmla="*/ 37 w 56"/>
                  <a:gd name="T39" fmla="*/ 70 h 74"/>
                  <a:gd name="T40" fmla="*/ 37 w 56"/>
                  <a:gd name="T41" fmla="*/ 56 h 74"/>
                  <a:gd name="T42" fmla="*/ 51 w 56"/>
                  <a:gd name="T43" fmla="*/ 56 h 74"/>
                  <a:gd name="T44" fmla="*/ 37 w 56"/>
                  <a:gd name="T45" fmla="*/ 70 h 74"/>
                  <a:gd name="T46" fmla="*/ 46 w 56"/>
                  <a:gd name="T47" fmla="*/ 9 h 74"/>
                  <a:gd name="T48" fmla="*/ 37 w 56"/>
                  <a:gd name="T49" fmla="*/ 9 h 74"/>
                  <a:gd name="T50" fmla="*/ 37 w 56"/>
                  <a:gd name="T51" fmla="*/ 5 h 74"/>
                  <a:gd name="T52" fmla="*/ 32 w 56"/>
                  <a:gd name="T53" fmla="*/ 0 h 74"/>
                  <a:gd name="T54" fmla="*/ 23 w 56"/>
                  <a:gd name="T55" fmla="*/ 0 h 74"/>
                  <a:gd name="T56" fmla="*/ 19 w 56"/>
                  <a:gd name="T57" fmla="*/ 5 h 74"/>
                  <a:gd name="T58" fmla="*/ 19 w 56"/>
                  <a:gd name="T59" fmla="*/ 9 h 74"/>
                  <a:gd name="T60" fmla="*/ 9 w 56"/>
                  <a:gd name="T61" fmla="*/ 9 h 74"/>
                  <a:gd name="T62" fmla="*/ 9 w 56"/>
                  <a:gd name="T63" fmla="*/ 19 h 74"/>
                  <a:gd name="T64" fmla="*/ 46 w 56"/>
                  <a:gd name="T65" fmla="*/ 19 h 74"/>
                  <a:gd name="T66" fmla="*/ 46 w 56"/>
                  <a:gd name="T67" fmla="*/ 9 h 74"/>
                  <a:gd name="T68" fmla="*/ 32 w 56"/>
                  <a:gd name="T69" fmla="*/ 9 h 74"/>
                  <a:gd name="T70" fmla="*/ 23 w 56"/>
                  <a:gd name="T71" fmla="*/ 9 h 74"/>
                  <a:gd name="T72" fmla="*/ 23 w 56"/>
                  <a:gd name="T73" fmla="*/ 5 h 74"/>
                  <a:gd name="T74" fmla="*/ 23 w 56"/>
                  <a:gd name="T75" fmla="*/ 5 h 74"/>
                  <a:gd name="T76" fmla="*/ 32 w 56"/>
                  <a:gd name="T77" fmla="*/ 5 h 74"/>
                  <a:gd name="T78" fmla="*/ 32 w 56"/>
                  <a:gd name="T79" fmla="*/ 5 h 74"/>
                  <a:gd name="T80" fmla="*/ 32 w 56"/>
                  <a:gd name="T81" fmla="*/ 9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6" h="74">
                    <a:moveTo>
                      <a:pt x="53" y="9"/>
                    </a:moveTo>
                    <a:cubicBezTo>
                      <a:pt x="49" y="9"/>
                      <a:pt x="49" y="9"/>
                      <a:pt x="49" y="9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51" y="14"/>
                      <a:pt x="51" y="14"/>
                      <a:pt x="51" y="14"/>
                    </a:cubicBezTo>
                    <a:cubicBezTo>
                      <a:pt x="51" y="51"/>
                      <a:pt x="51" y="51"/>
                      <a:pt x="51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70"/>
                      <a:pt x="32" y="70"/>
                      <a:pt x="32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9"/>
                      <a:pt x="0" y="10"/>
                      <a:pt x="0" y="1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3"/>
                      <a:pt x="1" y="74"/>
                      <a:pt x="2" y="74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0"/>
                      <a:pt x="55" y="9"/>
                      <a:pt x="53" y="9"/>
                    </a:cubicBezTo>
                    <a:close/>
                    <a:moveTo>
                      <a:pt x="37" y="70"/>
                    </a:moveTo>
                    <a:cubicBezTo>
                      <a:pt x="37" y="56"/>
                      <a:pt x="37" y="56"/>
                      <a:pt x="37" y="56"/>
                    </a:cubicBezTo>
                    <a:cubicBezTo>
                      <a:pt x="51" y="56"/>
                      <a:pt x="51" y="56"/>
                      <a:pt x="51" y="56"/>
                    </a:cubicBezTo>
                    <a:lnTo>
                      <a:pt x="37" y="70"/>
                    </a:lnTo>
                    <a:close/>
                    <a:moveTo>
                      <a:pt x="46" y="9"/>
                    </a:moveTo>
                    <a:cubicBezTo>
                      <a:pt x="37" y="9"/>
                      <a:pt x="37" y="9"/>
                      <a:pt x="37" y="9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2"/>
                      <a:pt x="35" y="0"/>
                      <a:pt x="32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1" y="0"/>
                      <a:pt x="19" y="2"/>
                      <a:pt x="19" y="5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46" y="19"/>
                      <a:pt x="46" y="19"/>
                      <a:pt x="46" y="19"/>
                    </a:cubicBezTo>
                    <a:lnTo>
                      <a:pt x="46" y="9"/>
                    </a:lnTo>
                    <a:close/>
                    <a:moveTo>
                      <a:pt x="32" y="9"/>
                    </a:moveTo>
                    <a:cubicBezTo>
                      <a:pt x="23" y="9"/>
                      <a:pt x="23" y="9"/>
                      <a:pt x="23" y="9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lnTo>
                      <a:pt x="32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2DBAD62E-5DBC-4289-828F-5E4D812BC070}"/>
                  </a:ext>
                </a:extLst>
              </p:cNvPr>
              <p:cNvSpPr/>
              <p:nvPr/>
            </p:nvSpPr>
            <p:spPr bwMode="auto">
              <a:xfrm>
                <a:off x="10986831" y="3618734"/>
                <a:ext cx="608730" cy="342533"/>
              </a:xfrm>
              <a:custGeom>
                <a:avLst/>
                <a:gdLst>
                  <a:gd name="T0" fmla="*/ 190 w 190"/>
                  <a:gd name="T1" fmla="*/ 74 h 107"/>
                  <a:gd name="T2" fmla="*/ 166 w 190"/>
                  <a:gd name="T3" fmla="*/ 43 h 107"/>
                  <a:gd name="T4" fmla="*/ 122 w 190"/>
                  <a:gd name="T5" fmla="*/ 0 h 107"/>
                  <a:gd name="T6" fmla="*/ 87 w 190"/>
                  <a:gd name="T7" fmla="*/ 17 h 107"/>
                  <a:gd name="T8" fmla="*/ 67 w 190"/>
                  <a:gd name="T9" fmla="*/ 7 h 107"/>
                  <a:gd name="T10" fmla="*/ 42 w 190"/>
                  <a:gd name="T11" fmla="*/ 32 h 107"/>
                  <a:gd name="T12" fmla="*/ 43 w 190"/>
                  <a:gd name="T13" fmla="*/ 35 h 107"/>
                  <a:gd name="T14" fmla="*/ 36 w 190"/>
                  <a:gd name="T15" fmla="*/ 35 h 107"/>
                  <a:gd name="T16" fmla="*/ 0 w 190"/>
                  <a:gd name="T17" fmla="*/ 71 h 107"/>
                  <a:gd name="T18" fmla="*/ 36 w 190"/>
                  <a:gd name="T19" fmla="*/ 107 h 107"/>
                  <a:gd name="T20" fmla="*/ 158 w 190"/>
                  <a:gd name="T21" fmla="*/ 107 h 107"/>
                  <a:gd name="T22" fmla="*/ 158 w 190"/>
                  <a:gd name="T23" fmla="*/ 107 h 107"/>
                  <a:gd name="T24" fmla="*/ 190 w 190"/>
                  <a:gd name="T25" fmla="*/ 7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0" h="107">
                    <a:moveTo>
                      <a:pt x="190" y="74"/>
                    </a:moveTo>
                    <a:cubicBezTo>
                      <a:pt x="190" y="59"/>
                      <a:pt x="180" y="46"/>
                      <a:pt x="166" y="43"/>
                    </a:cubicBezTo>
                    <a:cubicBezTo>
                      <a:pt x="165" y="19"/>
                      <a:pt x="146" y="0"/>
                      <a:pt x="122" y="0"/>
                    </a:cubicBezTo>
                    <a:cubicBezTo>
                      <a:pt x="107" y="0"/>
                      <a:pt x="95" y="6"/>
                      <a:pt x="87" y="17"/>
                    </a:cubicBezTo>
                    <a:cubicBezTo>
                      <a:pt x="82" y="11"/>
                      <a:pt x="75" y="7"/>
                      <a:pt x="67" y="7"/>
                    </a:cubicBezTo>
                    <a:cubicBezTo>
                      <a:pt x="54" y="7"/>
                      <a:pt x="42" y="18"/>
                      <a:pt x="42" y="32"/>
                    </a:cubicBezTo>
                    <a:cubicBezTo>
                      <a:pt x="42" y="33"/>
                      <a:pt x="43" y="34"/>
                      <a:pt x="43" y="35"/>
                    </a:cubicBezTo>
                    <a:cubicBezTo>
                      <a:pt x="41" y="35"/>
                      <a:pt x="38" y="35"/>
                      <a:pt x="36" y="35"/>
                    </a:cubicBezTo>
                    <a:cubicBezTo>
                      <a:pt x="16" y="35"/>
                      <a:pt x="0" y="51"/>
                      <a:pt x="0" y="71"/>
                    </a:cubicBezTo>
                    <a:cubicBezTo>
                      <a:pt x="0" y="91"/>
                      <a:pt x="16" y="107"/>
                      <a:pt x="36" y="107"/>
                    </a:cubicBezTo>
                    <a:cubicBezTo>
                      <a:pt x="158" y="107"/>
                      <a:pt x="158" y="107"/>
                      <a:pt x="158" y="107"/>
                    </a:cubicBezTo>
                    <a:cubicBezTo>
                      <a:pt x="158" y="107"/>
                      <a:pt x="158" y="107"/>
                      <a:pt x="158" y="107"/>
                    </a:cubicBezTo>
                    <a:cubicBezTo>
                      <a:pt x="176" y="107"/>
                      <a:pt x="190" y="92"/>
                      <a:pt x="190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9735F4E4-D977-46A2-98A6-27545DECD2FF}"/>
                  </a:ext>
                </a:extLst>
              </p:cNvPr>
              <p:cNvSpPr/>
              <p:nvPr/>
            </p:nvSpPr>
            <p:spPr bwMode="auto">
              <a:xfrm>
                <a:off x="11632748" y="2722276"/>
                <a:ext cx="291643" cy="317088"/>
              </a:xfrm>
              <a:custGeom>
                <a:avLst/>
                <a:gdLst>
                  <a:gd name="T0" fmla="*/ 61 w 91"/>
                  <a:gd name="T1" fmla="*/ 27 h 99"/>
                  <a:gd name="T2" fmla="*/ 51 w 91"/>
                  <a:gd name="T3" fmla="*/ 38 h 99"/>
                  <a:gd name="T4" fmla="*/ 46 w 91"/>
                  <a:gd name="T5" fmla="*/ 46 h 99"/>
                  <a:gd name="T6" fmla="*/ 48 w 91"/>
                  <a:gd name="T7" fmla="*/ 29 h 99"/>
                  <a:gd name="T8" fmla="*/ 48 w 91"/>
                  <a:gd name="T9" fmla="*/ 14 h 99"/>
                  <a:gd name="T10" fmla="*/ 23 w 91"/>
                  <a:gd name="T11" fmla="*/ 4 h 99"/>
                  <a:gd name="T12" fmla="*/ 13 w 91"/>
                  <a:gd name="T13" fmla="*/ 29 h 99"/>
                  <a:gd name="T14" fmla="*/ 24 w 91"/>
                  <a:gd name="T15" fmla="*/ 40 h 99"/>
                  <a:gd name="T16" fmla="*/ 38 w 91"/>
                  <a:gd name="T17" fmla="*/ 50 h 99"/>
                  <a:gd name="T18" fmla="*/ 29 w 91"/>
                  <a:gd name="T19" fmla="*/ 48 h 99"/>
                  <a:gd name="T20" fmla="*/ 14 w 91"/>
                  <a:gd name="T21" fmla="*/ 48 h 99"/>
                  <a:gd name="T22" fmla="*/ 4 w 91"/>
                  <a:gd name="T23" fmla="*/ 74 h 99"/>
                  <a:gd name="T24" fmla="*/ 30 w 91"/>
                  <a:gd name="T25" fmla="*/ 84 h 99"/>
                  <a:gd name="T26" fmla="*/ 40 w 91"/>
                  <a:gd name="T27" fmla="*/ 73 h 99"/>
                  <a:gd name="T28" fmla="*/ 45 w 91"/>
                  <a:gd name="T29" fmla="*/ 65 h 99"/>
                  <a:gd name="T30" fmla="*/ 43 w 91"/>
                  <a:gd name="T31" fmla="*/ 96 h 99"/>
                  <a:gd name="T32" fmla="*/ 45 w 91"/>
                  <a:gd name="T33" fmla="*/ 99 h 99"/>
                  <a:gd name="T34" fmla="*/ 61 w 91"/>
                  <a:gd name="T35" fmla="*/ 92 h 99"/>
                  <a:gd name="T36" fmla="*/ 78 w 91"/>
                  <a:gd name="T37" fmla="*/ 84 h 99"/>
                  <a:gd name="T38" fmla="*/ 76 w 91"/>
                  <a:gd name="T39" fmla="*/ 81 h 99"/>
                  <a:gd name="T40" fmla="*/ 53 w 91"/>
                  <a:gd name="T41" fmla="*/ 61 h 99"/>
                  <a:gd name="T42" fmla="*/ 61 w 91"/>
                  <a:gd name="T43" fmla="*/ 63 h 99"/>
                  <a:gd name="T44" fmla="*/ 77 w 91"/>
                  <a:gd name="T45" fmla="*/ 63 h 99"/>
                  <a:gd name="T46" fmla="*/ 87 w 91"/>
                  <a:gd name="T47" fmla="*/ 37 h 99"/>
                  <a:gd name="T48" fmla="*/ 61 w 91"/>
                  <a:gd name="T49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" h="99">
                    <a:moveTo>
                      <a:pt x="61" y="27"/>
                    </a:moveTo>
                    <a:cubicBezTo>
                      <a:pt x="56" y="29"/>
                      <a:pt x="52" y="33"/>
                      <a:pt x="51" y="38"/>
                    </a:cubicBezTo>
                    <a:cubicBezTo>
                      <a:pt x="50" y="40"/>
                      <a:pt x="48" y="43"/>
                      <a:pt x="46" y="46"/>
                    </a:cubicBezTo>
                    <a:cubicBezTo>
                      <a:pt x="46" y="41"/>
                      <a:pt x="47" y="33"/>
                      <a:pt x="48" y="29"/>
                    </a:cubicBezTo>
                    <a:cubicBezTo>
                      <a:pt x="50" y="25"/>
                      <a:pt x="50" y="19"/>
                      <a:pt x="48" y="14"/>
                    </a:cubicBezTo>
                    <a:cubicBezTo>
                      <a:pt x="44" y="4"/>
                      <a:pt x="32" y="0"/>
                      <a:pt x="23" y="4"/>
                    </a:cubicBezTo>
                    <a:cubicBezTo>
                      <a:pt x="13" y="8"/>
                      <a:pt x="9" y="20"/>
                      <a:pt x="13" y="29"/>
                    </a:cubicBezTo>
                    <a:cubicBezTo>
                      <a:pt x="15" y="35"/>
                      <a:pt x="19" y="38"/>
                      <a:pt x="24" y="40"/>
                    </a:cubicBezTo>
                    <a:cubicBezTo>
                      <a:pt x="28" y="41"/>
                      <a:pt x="34" y="46"/>
                      <a:pt x="38" y="50"/>
                    </a:cubicBezTo>
                    <a:cubicBezTo>
                      <a:pt x="34" y="49"/>
                      <a:pt x="31" y="49"/>
                      <a:pt x="29" y="48"/>
                    </a:cubicBezTo>
                    <a:cubicBezTo>
                      <a:pt x="24" y="46"/>
                      <a:pt x="19" y="46"/>
                      <a:pt x="14" y="48"/>
                    </a:cubicBezTo>
                    <a:cubicBezTo>
                      <a:pt x="4" y="52"/>
                      <a:pt x="0" y="64"/>
                      <a:pt x="4" y="74"/>
                    </a:cubicBezTo>
                    <a:cubicBezTo>
                      <a:pt x="8" y="84"/>
                      <a:pt x="20" y="88"/>
                      <a:pt x="30" y="84"/>
                    </a:cubicBezTo>
                    <a:cubicBezTo>
                      <a:pt x="35" y="82"/>
                      <a:pt x="38" y="77"/>
                      <a:pt x="40" y="73"/>
                    </a:cubicBezTo>
                    <a:cubicBezTo>
                      <a:pt x="41" y="70"/>
                      <a:pt x="42" y="67"/>
                      <a:pt x="45" y="65"/>
                    </a:cubicBezTo>
                    <a:cubicBezTo>
                      <a:pt x="50" y="77"/>
                      <a:pt x="48" y="89"/>
                      <a:pt x="43" y="96"/>
                    </a:cubicBezTo>
                    <a:cubicBezTo>
                      <a:pt x="45" y="99"/>
                      <a:pt x="45" y="99"/>
                      <a:pt x="45" y="99"/>
                    </a:cubicBezTo>
                    <a:cubicBezTo>
                      <a:pt x="61" y="92"/>
                      <a:pt x="61" y="92"/>
                      <a:pt x="61" y="92"/>
                    </a:cubicBezTo>
                    <a:cubicBezTo>
                      <a:pt x="78" y="84"/>
                      <a:pt x="78" y="84"/>
                      <a:pt x="78" y="84"/>
                    </a:cubicBezTo>
                    <a:cubicBezTo>
                      <a:pt x="76" y="81"/>
                      <a:pt x="76" y="81"/>
                      <a:pt x="76" y="81"/>
                    </a:cubicBezTo>
                    <a:cubicBezTo>
                      <a:pt x="68" y="80"/>
                      <a:pt x="58" y="74"/>
                      <a:pt x="53" y="61"/>
                    </a:cubicBezTo>
                    <a:cubicBezTo>
                      <a:pt x="56" y="61"/>
                      <a:pt x="59" y="62"/>
                      <a:pt x="61" y="63"/>
                    </a:cubicBezTo>
                    <a:cubicBezTo>
                      <a:pt x="66" y="65"/>
                      <a:pt x="72" y="65"/>
                      <a:pt x="77" y="63"/>
                    </a:cubicBezTo>
                    <a:cubicBezTo>
                      <a:pt x="87" y="59"/>
                      <a:pt x="91" y="47"/>
                      <a:pt x="87" y="37"/>
                    </a:cubicBezTo>
                    <a:cubicBezTo>
                      <a:pt x="82" y="27"/>
                      <a:pt x="71" y="23"/>
                      <a:pt x="61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5C3668B-C1D0-40A4-9E21-F9581194398B}"/>
                  </a:ext>
                </a:extLst>
              </p:cNvPr>
              <p:cNvSpPr/>
              <p:nvPr/>
            </p:nvSpPr>
            <p:spPr bwMode="auto">
              <a:xfrm>
                <a:off x="11460504" y="3483680"/>
                <a:ext cx="146800" cy="154629"/>
              </a:xfrm>
              <a:custGeom>
                <a:avLst/>
                <a:gdLst>
                  <a:gd name="T0" fmla="*/ 43 w 46"/>
                  <a:gd name="T1" fmla="*/ 29 h 48"/>
                  <a:gd name="T2" fmla="*/ 46 w 46"/>
                  <a:gd name="T3" fmla="*/ 16 h 48"/>
                  <a:gd name="T4" fmla="*/ 41 w 46"/>
                  <a:gd name="T5" fmla="*/ 8 h 48"/>
                  <a:gd name="T6" fmla="*/ 37 w 46"/>
                  <a:gd name="T7" fmla="*/ 9 h 48"/>
                  <a:gd name="T8" fmla="*/ 28 w 46"/>
                  <a:gd name="T9" fmla="*/ 0 h 48"/>
                  <a:gd name="T10" fmla="*/ 18 w 46"/>
                  <a:gd name="T11" fmla="*/ 0 h 48"/>
                  <a:gd name="T12" fmla="*/ 17 w 46"/>
                  <a:gd name="T13" fmla="*/ 4 h 48"/>
                  <a:gd name="T14" fmla="*/ 4 w 46"/>
                  <a:gd name="T15" fmla="*/ 8 h 48"/>
                  <a:gd name="T16" fmla="*/ 0 w 46"/>
                  <a:gd name="T17" fmla="*/ 16 h 48"/>
                  <a:gd name="T18" fmla="*/ 3 w 46"/>
                  <a:gd name="T19" fmla="*/ 19 h 48"/>
                  <a:gd name="T20" fmla="*/ 0 w 46"/>
                  <a:gd name="T21" fmla="*/ 32 h 48"/>
                  <a:gd name="T22" fmla="*/ 4 w 46"/>
                  <a:gd name="T23" fmla="*/ 40 h 48"/>
                  <a:gd name="T24" fmla="*/ 9 w 46"/>
                  <a:gd name="T25" fmla="*/ 39 h 48"/>
                  <a:gd name="T26" fmla="*/ 18 w 46"/>
                  <a:gd name="T27" fmla="*/ 48 h 48"/>
                  <a:gd name="T28" fmla="*/ 28 w 46"/>
                  <a:gd name="T29" fmla="*/ 48 h 48"/>
                  <a:gd name="T30" fmla="*/ 29 w 46"/>
                  <a:gd name="T31" fmla="*/ 44 h 48"/>
                  <a:gd name="T32" fmla="*/ 41 w 46"/>
                  <a:gd name="T33" fmla="*/ 40 h 48"/>
                  <a:gd name="T34" fmla="*/ 46 w 46"/>
                  <a:gd name="T35" fmla="*/ 32 h 48"/>
                  <a:gd name="T36" fmla="*/ 43 w 46"/>
                  <a:gd name="T37" fmla="*/ 29 h 48"/>
                  <a:gd name="T38" fmla="*/ 23 w 46"/>
                  <a:gd name="T39" fmla="*/ 34 h 48"/>
                  <a:gd name="T40" fmla="*/ 13 w 46"/>
                  <a:gd name="T41" fmla="*/ 24 h 48"/>
                  <a:gd name="T42" fmla="*/ 23 w 46"/>
                  <a:gd name="T43" fmla="*/ 14 h 48"/>
                  <a:gd name="T44" fmla="*/ 33 w 46"/>
                  <a:gd name="T45" fmla="*/ 24 h 48"/>
                  <a:gd name="T46" fmla="*/ 23 w 46"/>
                  <a:gd name="T47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6" h="48">
                    <a:moveTo>
                      <a:pt x="43" y="29"/>
                    </a:moveTo>
                    <a:cubicBezTo>
                      <a:pt x="40" y="24"/>
                      <a:pt x="42" y="19"/>
                      <a:pt x="46" y="16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0" y="9"/>
                      <a:pt x="38" y="9"/>
                      <a:pt x="37" y="9"/>
                    </a:cubicBezTo>
                    <a:cubicBezTo>
                      <a:pt x="32" y="9"/>
                      <a:pt x="28" y="5"/>
                      <a:pt x="2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3"/>
                      <a:pt x="17" y="4"/>
                    </a:cubicBezTo>
                    <a:cubicBezTo>
                      <a:pt x="14" y="9"/>
                      <a:pt x="9" y="10"/>
                      <a:pt x="4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7"/>
                      <a:pt x="2" y="18"/>
                      <a:pt x="3" y="19"/>
                    </a:cubicBezTo>
                    <a:cubicBezTo>
                      <a:pt x="5" y="24"/>
                      <a:pt x="4" y="29"/>
                      <a:pt x="0" y="32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6" y="39"/>
                      <a:pt x="7" y="39"/>
                      <a:pt x="9" y="39"/>
                    </a:cubicBezTo>
                    <a:cubicBezTo>
                      <a:pt x="14" y="39"/>
                      <a:pt x="18" y="43"/>
                      <a:pt x="1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5"/>
                      <a:pt x="29" y="44"/>
                    </a:cubicBezTo>
                    <a:cubicBezTo>
                      <a:pt x="31" y="39"/>
                      <a:pt x="37" y="38"/>
                      <a:pt x="41" y="40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5" y="31"/>
                      <a:pt x="44" y="30"/>
                      <a:pt x="43" y="29"/>
                    </a:cubicBezTo>
                    <a:close/>
                    <a:moveTo>
                      <a:pt x="23" y="34"/>
                    </a:moveTo>
                    <a:cubicBezTo>
                      <a:pt x="17" y="34"/>
                      <a:pt x="13" y="29"/>
                      <a:pt x="13" y="24"/>
                    </a:cubicBezTo>
                    <a:cubicBezTo>
                      <a:pt x="13" y="19"/>
                      <a:pt x="17" y="14"/>
                      <a:pt x="23" y="14"/>
                    </a:cubicBezTo>
                    <a:cubicBezTo>
                      <a:pt x="28" y="14"/>
                      <a:pt x="33" y="19"/>
                      <a:pt x="33" y="24"/>
                    </a:cubicBezTo>
                    <a:cubicBezTo>
                      <a:pt x="33" y="29"/>
                      <a:pt x="28" y="34"/>
                      <a:pt x="2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400CE53B-334A-4896-BFCF-52E0C189264A}"/>
                  </a:ext>
                </a:extLst>
              </p:cNvPr>
              <p:cNvSpPr/>
              <p:nvPr/>
            </p:nvSpPr>
            <p:spPr bwMode="auto">
              <a:xfrm>
                <a:off x="11585772" y="3078511"/>
                <a:ext cx="223135" cy="227050"/>
              </a:xfrm>
              <a:custGeom>
                <a:avLst/>
                <a:gdLst>
                  <a:gd name="T0" fmla="*/ 53 w 70"/>
                  <a:gd name="T1" fmla="*/ 45 h 71"/>
                  <a:gd name="T2" fmla="*/ 41 w 70"/>
                  <a:gd name="T3" fmla="*/ 32 h 71"/>
                  <a:gd name="T4" fmla="*/ 70 w 70"/>
                  <a:gd name="T5" fmla="*/ 10 h 71"/>
                  <a:gd name="T6" fmla="*/ 62 w 70"/>
                  <a:gd name="T7" fmla="*/ 1 h 71"/>
                  <a:gd name="T8" fmla="*/ 25 w 70"/>
                  <a:gd name="T9" fmla="*/ 16 h 71"/>
                  <a:gd name="T10" fmla="*/ 13 w 70"/>
                  <a:gd name="T11" fmla="*/ 5 h 71"/>
                  <a:gd name="T12" fmla="*/ 2 w 70"/>
                  <a:gd name="T13" fmla="*/ 3 h 71"/>
                  <a:gd name="T14" fmla="*/ 4 w 70"/>
                  <a:gd name="T15" fmla="*/ 13 h 71"/>
                  <a:gd name="T16" fmla="*/ 16 w 70"/>
                  <a:gd name="T17" fmla="*/ 25 h 71"/>
                  <a:gd name="T18" fmla="*/ 1 w 70"/>
                  <a:gd name="T19" fmla="*/ 62 h 71"/>
                  <a:gd name="T20" fmla="*/ 10 w 70"/>
                  <a:gd name="T21" fmla="*/ 71 h 71"/>
                  <a:gd name="T22" fmla="*/ 32 w 70"/>
                  <a:gd name="T23" fmla="*/ 41 h 71"/>
                  <a:gd name="T24" fmla="*/ 44 w 70"/>
                  <a:gd name="T25" fmla="*/ 53 h 71"/>
                  <a:gd name="T26" fmla="*/ 44 w 70"/>
                  <a:gd name="T27" fmla="*/ 71 h 71"/>
                  <a:gd name="T28" fmla="*/ 53 w 70"/>
                  <a:gd name="T29" fmla="*/ 71 h 71"/>
                  <a:gd name="T30" fmla="*/ 57 w 70"/>
                  <a:gd name="T31" fmla="*/ 58 h 71"/>
                  <a:gd name="T32" fmla="*/ 70 w 70"/>
                  <a:gd name="T33" fmla="*/ 53 h 71"/>
                  <a:gd name="T34" fmla="*/ 70 w 70"/>
                  <a:gd name="T35" fmla="*/ 45 h 71"/>
                  <a:gd name="T36" fmla="*/ 53 w 70"/>
                  <a:gd name="T37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0" h="71">
                    <a:moveTo>
                      <a:pt x="53" y="45"/>
                    </a:moveTo>
                    <a:cubicBezTo>
                      <a:pt x="41" y="32"/>
                      <a:pt x="41" y="32"/>
                      <a:pt x="41" y="32"/>
                    </a:cubicBezTo>
                    <a:cubicBezTo>
                      <a:pt x="70" y="10"/>
                      <a:pt x="70" y="10"/>
                      <a:pt x="70" y="10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0" y="1"/>
                      <a:pt x="5" y="0"/>
                      <a:pt x="2" y="3"/>
                    </a:cubicBezTo>
                    <a:cubicBezTo>
                      <a:pt x="0" y="5"/>
                      <a:pt x="1" y="10"/>
                      <a:pt x="4" y="1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" y="62"/>
                      <a:pt x="1" y="62"/>
                      <a:pt x="1" y="62"/>
                    </a:cubicBezTo>
                    <a:cubicBezTo>
                      <a:pt x="10" y="71"/>
                      <a:pt x="10" y="71"/>
                      <a:pt x="10" y="71"/>
                    </a:cubicBezTo>
                    <a:cubicBezTo>
                      <a:pt x="32" y="41"/>
                      <a:pt x="32" y="41"/>
                      <a:pt x="32" y="41"/>
                    </a:cubicBezTo>
                    <a:cubicBezTo>
                      <a:pt x="44" y="53"/>
                      <a:pt x="44" y="53"/>
                      <a:pt x="44" y="53"/>
                    </a:cubicBezTo>
                    <a:cubicBezTo>
                      <a:pt x="44" y="71"/>
                      <a:pt x="44" y="71"/>
                      <a:pt x="44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7" y="58"/>
                      <a:pt x="57" y="58"/>
                      <a:pt x="57" y="58"/>
                    </a:cubicBezTo>
                    <a:cubicBezTo>
                      <a:pt x="70" y="53"/>
                      <a:pt x="70" y="53"/>
                      <a:pt x="70" y="53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53" y="45"/>
                      <a:pt x="53" y="45"/>
                      <a:pt x="53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77BCF5FF-F022-4B35-A0CD-383047922AD3}"/>
                  </a:ext>
                </a:extLst>
              </p:cNvPr>
              <p:cNvSpPr/>
              <p:nvPr/>
            </p:nvSpPr>
            <p:spPr bwMode="auto">
              <a:xfrm>
                <a:off x="11859800" y="3225310"/>
                <a:ext cx="78293" cy="142884"/>
              </a:xfrm>
              <a:custGeom>
                <a:avLst/>
                <a:gdLst>
                  <a:gd name="T0" fmla="*/ 16 w 24"/>
                  <a:gd name="T1" fmla="*/ 44 h 45"/>
                  <a:gd name="T2" fmla="*/ 16 w 24"/>
                  <a:gd name="T3" fmla="*/ 44 h 45"/>
                  <a:gd name="T4" fmla="*/ 23 w 24"/>
                  <a:gd name="T5" fmla="*/ 34 h 45"/>
                  <a:gd name="T6" fmla="*/ 21 w 24"/>
                  <a:gd name="T7" fmla="*/ 23 h 45"/>
                  <a:gd name="T8" fmla="*/ 11 w 24"/>
                  <a:gd name="T9" fmla="*/ 16 h 45"/>
                  <a:gd name="T10" fmla="*/ 11 w 24"/>
                  <a:gd name="T11" fmla="*/ 16 h 45"/>
                  <a:gd name="T12" fmla="*/ 10 w 24"/>
                  <a:gd name="T13" fmla="*/ 17 h 45"/>
                  <a:gd name="T14" fmla="*/ 11 w 24"/>
                  <a:gd name="T15" fmla="*/ 20 h 45"/>
                  <a:gd name="T16" fmla="*/ 12 w 24"/>
                  <a:gd name="T17" fmla="*/ 20 h 45"/>
                  <a:gd name="T18" fmla="*/ 12 w 24"/>
                  <a:gd name="T19" fmla="*/ 20 h 45"/>
                  <a:gd name="T20" fmla="*/ 17 w 24"/>
                  <a:gd name="T21" fmla="*/ 24 h 45"/>
                  <a:gd name="T22" fmla="*/ 19 w 24"/>
                  <a:gd name="T23" fmla="*/ 35 h 45"/>
                  <a:gd name="T24" fmla="*/ 16 w 24"/>
                  <a:gd name="T25" fmla="*/ 40 h 45"/>
                  <a:gd name="T26" fmla="*/ 16 w 24"/>
                  <a:gd name="T27" fmla="*/ 40 h 45"/>
                  <a:gd name="T28" fmla="*/ 10 w 24"/>
                  <a:gd name="T29" fmla="*/ 36 h 45"/>
                  <a:gd name="T30" fmla="*/ 9 w 24"/>
                  <a:gd name="T31" fmla="*/ 31 h 45"/>
                  <a:gd name="T32" fmla="*/ 5 w 24"/>
                  <a:gd name="T33" fmla="*/ 30 h 45"/>
                  <a:gd name="T34" fmla="*/ 6 w 24"/>
                  <a:gd name="T35" fmla="*/ 37 h 45"/>
                  <a:gd name="T36" fmla="*/ 16 w 24"/>
                  <a:gd name="T37" fmla="*/ 44 h 45"/>
                  <a:gd name="T38" fmla="*/ 13 w 24"/>
                  <a:gd name="T39" fmla="*/ 28 h 45"/>
                  <a:gd name="T40" fmla="*/ 15 w 24"/>
                  <a:gd name="T41" fmla="*/ 28 h 45"/>
                  <a:gd name="T42" fmla="*/ 14 w 24"/>
                  <a:gd name="T43" fmla="*/ 24 h 45"/>
                  <a:gd name="T44" fmla="*/ 13 w 24"/>
                  <a:gd name="T45" fmla="*/ 24 h 45"/>
                  <a:gd name="T46" fmla="*/ 12 w 24"/>
                  <a:gd name="T47" fmla="*/ 24 h 45"/>
                  <a:gd name="T48" fmla="*/ 7 w 24"/>
                  <a:gd name="T49" fmla="*/ 21 h 45"/>
                  <a:gd name="T50" fmla="*/ 5 w 24"/>
                  <a:gd name="T51" fmla="*/ 10 h 45"/>
                  <a:gd name="T52" fmla="*/ 9 w 24"/>
                  <a:gd name="T53" fmla="*/ 4 h 45"/>
                  <a:gd name="T54" fmla="*/ 9 w 24"/>
                  <a:gd name="T55" fmla="*/ 4 h 45"/>
                  <a:gd name="T56" fmla="*/ 14 w 24"/>
                  <a:gd name="T57" fmla="*/ 8 h 45"/>
                  <a:gd name="T58" fmla="*/ 15 w 24"/>
                  <a:gd name="T59" fmla="*/ 13 h 45"/>
                  <a:gd name="T60" fmla="*/ 20 w 24"/>
                  <a:gd name="T61" fmla="*/ 15 h 45"/>
                  <a:gd name="T62" fmla="*/ 18 w 24"/>
                  <a:gd name="T63" fmla="*/ 7 h 45"/>
                  <a:gd name="T64" fmla="*/ 8 w 24"/>
                  <a:gd name="T65" fmla="*/ 0 h 45"/>
                  <a:gd name="T66" fmla="*/ 8 w 24"/>
                  <a:gd name="T67" fmla="*/ 1 h 45"/>
                  <a:gd name="T68" fmla="*/ 1 w 24"/>
                  <a:gd name="T69" fmla="*/ 11 h 45"/>
                  <a:gd name="T70" fmla="*/ 3 w 24"/>
                  <a:gd name="T71" fmla="*/ 21 h 45"/>
                  <a:gd name="T72" fmla="*/ 13 w 24"/>
                  <a:gd name="T73" fmla="*/ 2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" h="45">
                    <a:moveTo>
                      <a:pt x="16" y="44"/>
                    </a:moveTo>
                    <a:cubicBezTo>
                      <a:pt x="16" y="44"/>
                      <a:pt x="16" y="44"/>
                      <a:pt x="16" y="44"/>
                    </a:cubicBezTo>
                    <a:cubicBezTo>
                      <a:pt x="21" y="43"/>
                      <a:pt x="24" y="38"/>
                      <a:pt x="23" y="34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0" y="18"/>
                      <a:pt x="16" y="15"/>
                      <a:pt x="11" y="16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6"/>
                      <a:pt x="10" y="16"/>
                      <a:pt x="10" y="17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4" y="20"/>
                      <a:pt x="17" y="21"/>
                      <a:pt x="17" y="2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7"/>
                      <a:pt x="18" y="39"/>
                      <a:pt x="16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3" y="41"/>
                      <a:pt x="11" y="39"/>
                      <a:pt x="10" y="36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8" y="31"/>
                      <a:pt x="6" y="30"/>
                      <a:pt x="5" y="30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7" y="42"/>
                      <a:pt x="12" y="45"/>
                      <a:pt x="16" y="44"/>
                    </a:cubicBezTo>
                    <a:close/>
                    <a:moveTo>
                      <a:pt x="13" y="28"/>
                    </a:moveTo>
                    <a:cubicBezTo>
                      <a:pt x="14" y="28"/>
                      <a:pt x="14" y="28"/>
                      <a:pt x="15" y="28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0" y="25"/>
                      <a:pt x="8" y="23"/>
                      <a:pt x="7" y="21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4" y="7"/>
                      <a:pt x="6" y="5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4"/>
                      <a:pt x="14" y="6"/>
                      <a:pt x="14" y="8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7" y="13"/>
                      <a:pt x="18" y="14"/>
                      <a:pt x="20" y="15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3"/>
                      <a:pt x="13" y="0"/>
                      <a:pt x="8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3" y="1"/>
                      <a:pt x="0" y="6"/>
                      <a:pt x="1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6"/>
                      <a:pt x="9" y="29"/>
                      <a:pt x="13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A3691D92-5961-412C-821B-5F23E00EB2EF}"/>
                  </a:ext>
                </a:extLst>
              </p:cNvPr>
              <p:cNvSpPr/>
              <p:nvPr/>
            </p:nvSpPr>
            <p:spPr bwMode="auto">
              <a:xfrm>
                <a:off x="11253029" y="3186165"/>
                <a:ext cx="293599" cy="295557"/>
              </a:xfrm>
              <a:custGeom>
                <a:avLst/>
                <a:gdLst>
                  <a:gd name="T0" fmla="*/ 29 w 92"/>
                  <a:gd name="T1" fmla="*/ 18 h 92"/>
                  <a:gd name="T2" fmla="*/ 92 w 92"/>
                  <a:gd name="T3" fmla="*/ 0 h 92"/>
                  <a:gd name="T4" fmla="*/ 92 w 92"/>
                  <a:gd name="T5" fmla="*/ 6 h 92"/>
                  <a:gd name="T6" fmla="*/ 92 w 92"/>
                  <a:gd name="T7" fmla="*/ 18 h 92"/>
                  <a:gd name="T8" fmla="*/ 92 w 92"/>
                  <a:gd name="T9" fmla="*/ 67 h 92"/>
                  <a:gd name="T10" fmla="*/ 72 w 92"/>
                  <a:gd name="T11" fmla="*/ 81 h 92"/>
                  <a:gd name="T12" fmla="*/ 52 w 92"/>
                  <a:gd name="T13" fmla="*/ 67 h 92"/>
                  <a:gd name="T14" fmla="*/ 72 w 92"/>
                  <a:gd name="T15" fmla="*/ 52 h 92"/>
                  <a:gd name="T16" fmla="*/ 80 w 92"/>
                  <a:gd name="T17" fmla="*/ 54 h 92"/>
                  <a:gd name="T18" fmla="*/ 80 w 92"/>
                  <a:gd name="T19" fmla="*/ 24 h 92"/>
                  <a:gd name="T20" fmla="*/ 40 w 92"/>
                  <a:gd name="T21" fmla="*/ 35 h 92"/>
                  <a:gd name="T22" fmla="*/ 40 w 92"/>
                  <a:gd name="T23" fmla="*/ 78 h 92"/>
                  <a:gd name="T24" fmla="*/ 20 w 92"/>
                  <a:gd name="T25" fmla="*/ 92 h 92"/>
                  <a:gd name="T26" fmla="*/ 0 w 92"/>
                  <a:gd name="T27" fmla="*/ 78 h 92"/>
                  <a:gd name="T28" fmla="*/ 20 w 92"/>
                  <a:gd name="T29" fmla="*/ 64 h 92"/>
                  <a:gd name="T30" fmla="*/ 29 w 92"/>
                  <a:gd name="T31" fmla="*/ 65 h 92"/>
                  <a:gd name="T32" fmla="*/ 29 w 92"/>
                  <a:gd name="T33" fmla="*/ 35 h 92"/>
                  <a:gd name="T34" fmla="*/ 29 w 92"/>
                  <a:gd name="T35" fmla="*/ 1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2" h="92">
                    <a:moveTo>
                      <a:pt x="29" y="18"/>
                    </a:moveTo>
                    <a:cubicBezTo>
                      <a:pt x="92" y="0"/>
                      <a:pt x="92" y="0"/>
                      <a:pt x="92" y="0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18"/>
                      <a:pt x="92" y="18"/>
                      <a:pt x="92" y="18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2" y="74"/>
                      <a:pt x="83" y="81"/>
                      <a:pt x="72" y="81"/>
                    </a:cubicBezTo>
                    <a:cubicBezTo>
                      <a:pt x="61" y="81"/>
                      <a:pt x="52" y="74"/>
                      <a:pt x="52" y="67"/>
                    </a:cubicBezTo>
                    <a:cubicBezTo>
                      <a:pt x="52" y="59"/>
                      <a:pt x="61" y="52"/>
                      <a:pt x="72" y="52"/>
                    </a:cubicBezTo>
                    <a:cubicBezTo>
                      <a:pt x="75" y="52"/>
                      <a:pt x="78" y="53"/>
                      <a:pt x="80" y="5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40" y="86"/>
                      <a:pt x="31" y="92"/>
                      <a:pt x="20" y="92"/>
                    </a:cubicBezTo>
                    <a:cubicBezTo>
                      <a:pt x="9" y="92"/>
                      <a:pt x="0" y="86"/>
                      <a:pt x="0" y="78"/>
                    </a:cubicBezTo>
                    <a:cubicBezTo>
                      <a:pt x="0" y="70"/>
                      <a:pt x="9" y="64"/>
                      <a:pt x="20" y="64"/>
                    </a:cubicBezTo>
                    <a:cubicBezTo>
                      <a:pt x="23" y="64"/>
                      <a:pt x="26" y="64"/>
                      <a:pt x="29" y="6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9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DC6F39DC-BA87-46FC-B455-72FE07FBB082}"/>
                  </a:ext>
                </a:extLst>
              </p:cNvPr>
              <p:cNvSpPr/>
              <p:nvPr/>
            </p:nvSpPr>
            <p:spPr bwMode="auto">
              <a:xfrm>
                <a:off x="11489868" y="2540244"/>
                <a:ext cx="207477" cy="291641"/>
              </a:xfrm>
              <a:custGeom>
                <a:avLst/>
                <a:gdLst>
                  <a:gd name="T0" fmla="*/ 38 w 65"/>
                  <a:gd name="T1" fmla="*/ 46 h 91"/>
                  <a:gd name="T2" fmla="*/ 46 w 65"/>
                  <a:gd name="T3" fmla="*/ 26 h 91"/>
                  <a:gd name="T4" fmla="*/ 52 w 65"/>
                  <a:gd name="T5" fmla="*/ 33 h 91"/>
                  <a:gd name="T6" fmla="*/ 47 w 65"/>
                  <a:gd name="T7" fmla="*/ 46 h 91"/>
                  <a:gd name="T8" fmla="*/ 52 w 65"/>
                  <a:gd name="T9" fmla="*/ 59 h 91"/>
                  <a:gd name="T10" fmla="*/ 45 w 65"/>
                  <a:gd name="T11" fmla="*/ 65 h 91"/>
                  <a:gd name="T12" fmla="*/ 38 w 65"/>
                  <a:gd name="T13" fmla="*/ 46 h 91"/>
                  <a:gd name="T14" fmla="*/ 32 w 65"/>
                  <a:gd name="T15" fmla="*/ 78 h 91"/>
                  <a:gd name="T16" fmla="*/ 19 w 65"/>
                  <a:gd name="T17" fmla="*/ 46 h 91"/>
                  <a:gd name="T18" fmla="*/ 33 w 65"/>
                  <a:gd name="T19" fmla="*/ 13 h 91"/>
                  <a:gd name="T20" fmla="*/ 39 w 65"/>
                  <a:gd name="T21" fmla="*/ 20 h 91"/>
                  <a:gd name="T22" fmla="*/ 39 w 65"/>
                  <a:gd name="T23" fmla="*/ 20 h 91"/>
                  <a:gd name="T24" fmla="*/ 28 w 65"/>
                  <a:gd name="T25" fmla="*/ 46 h 91"/>
                  <a:gd name="T26" fmla="*/ 39 w 65"/>
                  <a:gd name="T27" fmla="*/ 72 h 91"/>
                  <a:gd name="T28" fmla="*/ 32 w 65"/>
                  <a:gd name="T29" fmla="*/ 78 h 91"/>
                  <a:gd name="T30" fmla="*/ 6 w 65"/>
                  <a:gd name="T31" fmla="*/ 20 h 91"/>
                  <a:gd name="T32" fmla="*/ 20 w 65"/>
                  <a:gd name="T33" fmla="*/ 0 h 91"/>
                  <a:gd name="T34" fmla="*/ 20 w 65"/>
                  <a:gd name="T35" fmla="*/ 0 h 91"/>
                  <a:gd name="T36" fmla="*/ 27 w 65"/>
                  <a:gd name="T37" fmla="*/ 6 h 91"/>
                  <a:gd name="T38" fmla="*/ 10 w 65"/>
                  <a:gd name="T39" fmla="*/ 45 h 91"/>
                  <a:gd name="T40" fmla="*/ 26 w 65"/>
                  <a:gd name="T41" fmla="*/ 85 h 91"/>
                  <a:gd name="T42" fmla="*/ 19 w 65"/>
                  <a:gd name="T43" fmla="*/ 91 h 91"/>
                  <a:gd name="T44" fmla="*/ 5 w 65"/>
                  <a:gd name="T45" fmla="*/ 70 h 91"/>
                  <a:gd name="T46" fmla="*/ 1 w 65"/>
                  <a:gd name="T47" fmla="*/ 45 h 91"/>
                  <a:gd name="T48" fmla="*/ 6 w 65"/>
                  <a:gd name="T49" fmla="*/ 20 h 91"/>
                  <a:gd name="T50" fmla="*/ 61 w 65"/>
                  <a:gd name="T51" fmla="*/ 51 h 91"/>
                  <a:gd name="T52" fmla="*/ 65 w 65"/>
                  <a:gd name="T53" fmla="*/ 46 h 91"/>
                  <a:gd name="T54" fmla="*/ 61 w 65"/>
                  <a:gd name="T55" fmla="*/ 41 h 91"/>
                  <a:gd name="T56" fmla="*/ 56 w 65"/>
                  <a:gd name="T57" fmla="*/ 46 h 91"/>
                  <a:gd name="T58" fmla="*/ 61 w 65"/>
                  <a:gd name="T59" fmla="*/ 5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5" h="91">
                    <a:moveTo>
                      <a:pt x="38" y="46"/>
                    </a:moveTo>
                    <a:cubicBezTo>
                      <a:pt x="38" y="38"/>
                      <a:pt x="41" y="31"/>
                      <a:pt x="46" y="26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49" y="36"/>
                      <a:pt x="47" y="41"/>
                      <a:pt x="47" y="46"/>
                    </a:cubicBezTo>
                    <a:cubicBezTo>
                      <a:pt x="47" y="51"/>
                      <a:pt x="49" y="56"/>
                      <a:pt x="52" y="59"/>
                    </a:cubicBezTo>
                    <a:cubicBezTo>
                      <a:pt x="45" y="65"/>
                      <a:pt x="45" y="65"/>
                      <a:pt x="45" y="65"/>
                    </a:cubicBezTo>
                    <a:cubicBezTo>
                      <a:pt x="40" y="60"/>
                      <a:pt x="37" y="53"/>
                      <a:pt x="38" y="46"/>
                    </a:cubicBezTo>
                    <a:close/>
                    <a:moveTo>
                      <a:pt x="32" y="78"/>
                    </a:moveTo>
                    <a:cubicBezTo>
                      <a:pt x="24" y="69"/>
                      <a:pt x="19" y="58"/>
                      <a:pt x="19" y="46"/>
                    </a:cubicBezTo>
                    <a:cubicBezTo>
                      <a:pt x="19" y="33"/>
                      <a:pt x="24" y="22"/>
                      <a:pt x="33" y="13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2" y="27"/>
                      <a:pt x="28" y="36"/>
                      <a:pt x="28" y="46"/>
                    </a:cubicBezTo>
                    <a:cubicBezTo>
                      <a:pt x="28" y="55"/>
                      <a:pt x="32" y="65"/>
                      <a:pt x="39" y="72"/>
                    </a:cubicBezTo>
                    <a:lnTo>
                      <a:pt x="32" y="78"/>
                    </a:lnTo>
                    <a:close/>
                    <a:moveTo>
                      <a:pt x="6" y="20"/>
                    </a:moveTo>
                    <a:cubicBezTo>
                      <a:pt x="9" y="13"/>
                      <a:pt x="14" y="6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6" y="17"/>
                      <a:pt x="10" y="31"/>
                      <a:pt x="10" y="45"/>
                    </a:cubicBezTo>
                    <a:cubicBezTo>
                      <a:pt x="10" y="60"/>
                      <a:pt x="15" y="74"/>
                      <a:pt x="26" y="85"/>
                    </a:cubicBezTo>
                    <a:cubicBezTo>
                      <a:pt x="19" y="91"/>
                      <a:pt x="19" y="91"/>
                      <a:pt x="19" y="91"/>
                    </a:cubicBezTo>
                    <a:cubicBezTo>
                      <a:pt x="13" y="85"/>
                      <a:pt x="9" y="78"/>
                      <a:pt x="5" y="70"/>
                    </a:cubicBezTo>
                    <a:cubicBezTo>
                      <a:pt x="2" y="62"/>
                      <a:pt x="0" y="54"/>
                      <a:pt x="1" y="45"/>
                    </a:cubicBezTo>
                    <a:cubicBezTo>
                      <a:pt x="1" y="37"/>
                      <a:pt x="3" y="28"/>
                      <a:pt x="6" y="20"/>
                    </a:cubicBezTo>
                    <a:close/>
                    <a:moveTo>
                      <a:pt x="61" y="51"/>
                    </a:moveTo>
                    <a:cubicBezTo>
                      <a:pt x="63" y="51"/>
                      <a:pt x="65" y="49"/>
                      <a:pt x="65" y="46"/>
                    </a:cubicBezTo>
                    <a:cubicBezTo>
                      <a:pt x="65" y="44"/>
                      <a:pt x="63" y="41"/>
                      <a:pt x="61" y="41"/>
                    </a:cubicBezTo>
                    <a:cubicBezTo>
                      <a:pt x="58" y="41"/>
                      <a:pt x="56" y="43"/>
                      <a:pt x="56" y="46"/>
                    </a:cubicBezTo>
                    <a:cubicBezTo>
                      <a:pt x="56" y="49"/>
                      <a:pt x="58" y="51"/>
                      <a:pt x="61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70FF256E-4460-436F-8CFF-5DC0460DBE3B}"/>
                  </a:ext>
                </a:extLst>
              </p:cNvPr>
              <p:cNvSpPr/>
              <p:nvPr/>
            </p:nvSpPr>
            <p:spPr bwMode="auto">
              <a:xfrm>
                <a:off x="11413530" y="2853418"/>
                <a:ext cx="201605" cy="201604"/>
              </a:xfrm>
              <a:custGeom>
                <a:avLst/>
                <a:gdLst>
                  <a:gd name="T0" fmla="*/ 63 w 103"/>
                  <a:gd name="T1" fmla="*/ 27 h 103"/>
                  <a:gd name="T2" fmla="*/ 65 w 103"/>
                  <a:gd name="T3" fmla="*/ 2 h 103"/>
                  <a:gd name="T4" fmla="*/ 19 w 103"/>
                  <a:gd name="T5" fmla="*/ 0 h 103"/>
                  <a:gd name="T6" fmla="*/ 1 w 103"/>
                  <a:gd name="T7" fmla="*/ 20 h 103"/>
                  <a:gd name="T8" fmla="*/ 0 w 103"/>
                  <a:gd name="T9" fmla="*/ 77 h 103"/>
                  <a:gd name="T10" fmla="*/ 39 w 103"/>
                  <a:gd name="T11" fmla="*/ 77 h 103"/>
                  <a:gd name="T12" fmla="*/ 37 w 103"/>
                  <a:gd name="T13" fmla="*/ 102 h 103"/>
                  <a:gd name="T14" fmla="*/ 101 w 103"/>
                  <a:gd name="T15" fmla="*/ 103 h 103"/>
                  <a:gd name="T16" fmla="*/ 103 w 103"/>
                  <a:gd name="T17" fmla="*/ 27 h 103"/>
                  <a:gd name="T18" fmla="*/ 63 w 103"/>
                  <a:gd name="T19" fmla="*/ 27 h 103"/>
                  <a:gd name="T20" fmla="*/ 19 w 103"/>
                  <a:gd name="T21" fmla="*/ 10 h 103"/>
                  <a:gd name="T22" fmla="*/ 19 w 103"/>
                  <a:gd name="T23" fmla="*/ 20 h 103"/>
                  <a:gd name="T24" fmla="*/ 9 w 103"/>
                  <a:gd name="T25" fmla="*/ 20 h 103"/>
                  <a:gd name="T26" fmla="*/ 19 w 103"/>
                  <a:gd name="T27" fmla="*/ 10 h 103"/>
                  <a:gd name="T28" fmla="*/ 6 w 103"/>
                  <a:gd name="T29" fmla="*/ 71 h 103"/>
                  <a:gd name="T30" fmla="*/ 6 w 103"/>
                  <a:gd name="T31" fmla="*/ 27 h 103"/>
                  <a:gd name="T32" fmla="*/ 26 w 103"/>
                  <a:gd name="T33" fmla="*/ 27 h 103"/>
                  <a:gd name="T34" fmla="*/ 26 w 103"/>
                  <a:gd name="T35" fmla="*/ 7 h 103"/>
                  <a:gd name="T36" fmla="*/ 58 w 103"/>
                  <a:gd name="T37" fmla="*/ 7 h 103"/>
                  <a:gd name="T38" fmla="*/ 58 w 103"/>
                  <a:gd name="T39" fmla="*/ 27 h 103"/>
                  <a:gd name="T40" fmla="*/ 39 w 103"/>
                  <a:gd name="T41" fmla="*/ 46 h 103"/>
                  <a:gd name="T42" fmla="*/ 39 w 103"/>
                  <a:gd name="T43" fmla="*/ 71 h 103"/>
                  <a:gd name="T44" fmla="*/ 6 w 103"/>
                  <a:gd name="T45" fmla="*/ 71 h 103"/>
                  <a:gd name="T46" fmla="*/ 57 w 103"/>
                  <a:gd name="T47" fmla="*/ 36 h 103"/>
                  <a:gd name="T48" fmla="*/ 57 w 103"/>
                  <a:gd name="T49" fmla="*/ 46 h 103"/>
                  <a:gd name="T50" fmla="*/ 47 w 103"/>
                  <a:gd name="T51" fmla="*/ 46 h 103"/>
                  <a:gd name="T52" fmla="*/ 57 w 103"/>
                  <a:gd name="T53" fmla="*/ 36 h 103"/>
                  <a:gd name="T54" fmla="*/ 94 w 103"/>
                  <a:gd name="T55" fmla="*/ 97 h 103"/>
                  <a:gd name="T56" fmla="*/ 44 w 103"/>
                  <a:gd name="T57" fmla="*/ 97 h 103"/>
                  <a:gd name="T58" fmla="*/ 45 w 103"/>
                  <a:gd name="T59" fmla="*/ 51 h 103"/>
                  <a:gd name="T60" fmla="*/ 63 w 103"/>
                  <a:gd name="T61" fmla="*/ 53 h 103"/>
                  <a:gd name="T62" fmla="*/ 63 w 103"/>
                  <a:gd name="T63" fmla="*/ 33 h 103"/>
                  <a:gd name="T64" fmla="*/ 96 w 103"/>
                  <a:gd name="T65" fmla="*/ 33 h 103"/>
                  <a:gd name="T66" fmla="*/ 94 w 103"/>
                  <a:gd name="T67" fmla="*/ 97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3" h="103">
                    <a:moveTo>
                      <a:pt x="63" y="27"/>
                    </a:moveTo>
                    <a:lnTo>
                      <a:pt x="65" y="2"/>
                    </a:lnTo>
                    <a:lnTo>
                      <a:pt x="19" y="0"/>
                    </a:lnTo>
                    <a:lnTo>
                      <a:pt x="1" y="20"/>
                    </a:lnTo>
                    <a:lnTo>
                      <a:pt x="0" y="77"/>
                    </a:lnTo>
                    <a:lnTo>
                      <a:pt x="39" y="77"/>
                    </a:lnTo>
                    <a:lnTo>
                      <a:pt x="37" y="102"/>
                    </a:lnTo>
                    <a:lnTo>
                      <a:pt x="101" y="103"/>
                    </a:lnTo>
                    <a:lnTo>
                      <a:pt x="103" y="27"/>
                    </a:lnTo>
                    <a:lnTo>
                      <a:pt x="63" y="27"/>
                    </a:lnTo>
                    <a:close/>
                    <a:moveTo>
                      <a:pt x="19" y="10"/>
                    </a:moveTo>
                    <a:lnTo>
                      <a:pt x="19" y="20"/>
                    </a:lnTo>
                    <a:lnTo>
                      <a:pt x="9" y="20"/>
                    </a:lnTo>
                    <a:lnTo>
                      <a:pt x="19" y="10"/>
                    </a:lnTo>
                    <a:close/>
                    <a:moveTo>
                      <a:pt x="6" y="71"/>
                    </a:moveTo>
                    <a:lnTo>
                      <a:pt x="6" y="27"/>
                    </a:lnTo>
                    <a:lnTo>
                      <a:pt x="26" y="27"/>
                    </a:lnTo>
                    <a:lnTo>
                      <a:pt x="26" y="7"/>
                    </a:lnTo>
                    <a:lnTo>
                      <a:pt x="58" y="7"/>
                    </a:lnTo>
                    <a:lnTo>
                      <a:pt x="58" y="27"/>
                    </a:lnTo>
                    <a:lnTo>
                      <a:pt x="39" y="46"/>
                    </a:lnTo>
                    <a:lnTo>
                      <a:pt x="39" y="71"/>
                    </a:lnTo>
                    <a:lnTo>
                      <a:pt x="6" y="71"/>
                    </a:lnTo>
                    <a:close/>
                    <a:moveTo>
                      <a:pt x="57" y="36"/>
                    </a:moveTo>
                    <a:lnTo>
                      <a:pt x="57" y="46"/>
                    </a:lnTo>
                    <a:lnTo>
                      <a:pt x="47" y="46"/>
                    </a:lnTo>
                    <a:lnTo>
                      <a:pt x="57" y="36"/>
                    </a:lnTo>
                    <a:close/>
                    <a:moveTo>
                      <a:pt x="94" y="97"/>
                    </a:moveTo>
                    <a:lnTo>
                      <a:pt x="44" y="97"/>
                    </a:lnTo>
                    <a:lnTo>
                      <a:pt x="45" y="51"/>
                    </a:lnTo>
                    <a:lnTo>
                      <a:pt x="63" y="53"/>
                    </a:lnTo>
                    <a:lnTo>
                      <a:pt x="63" y="33"/>
                    </a:lnTo>
                    <a:lnTo>
                      <a:pt x="96" y="33"/>
                    </a:lnTo>
                    <a:lnTo>
                      <a:pt x="94" y="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A380500F-608A-440D-8727-D2DBFBBD2C35}"/>
                  </a:ext>
                </a:extLst>
              </p:cNvPr>
              <p:cNvSpPr/>
              <p:nvPr/>
            </p:nvSpPr>
            <p:spPr bwMode="auto">
              <a:xfrm>
                <a:off x="11153206" y="4299886"/>
                <a:ext cx="326874" cy="277942"/>
              </a:xfrm>
              <a:custGeom>
                <a:avLst/>
                <a:gdLst>
                  <a:gd name="T0" fmla="*/ 76 w 102"/>
                  <a:gd name="T1" fmla="*/ 1 h 87"/>
                  <a:gd name="T2" fmla="*/ 7 w 102"/>
                  <a:gd name="T3" fmla="*/ 22 h 87"/>
                  <a:gd name="T4" fmla="*/ 1 w 102"/>
                  <a:gd name="T5" fmla="*/ 32 h 87"/>
                  <a:gd name="T6" fmla="*/ 15 w 102"/>
                  <a:gd name="T7" fmla="*/ 80 h 87"/>
                  <a:gd name="T8" fmla="*/ 26 w 102"/>
                  <a:gd name="T9" fmla="*/ 86 h 87"/>
                  <a:gd name="T10" fmla="*/ 95 w 102"/>
                  <a:gd name="T11" fmla="*/ 65 h 87"/>
                  <a:gd name="T12" fmla="*/ 101 w 102"/>
                  <a:gd name="T13" fmla="*/ 55 h 87"/>
                  <a:gd name="T14" fmla="*/ 87 w 102"/>
                  <a:gd name="T15" fmla="*/ 7 h 87"/>
                  <a:gd name="T16" fmla="*/ 76 w 102"/>
                  <a:gd name="T17" fmla="*/ 1 h 87"/>
                  <a:gd name="T18" fmla="*/ 8 w 102"/>
                  <a:gd name="T19" fmla="*/ 27 h 87"/>
                  <a:gd name="T20" fmla="*/ 78 w 102"/>
                  <a:gd name="T21" fmla="*/ 7 h 87"/>
                  <a:gd name="T22" fmla="*/ 81 w 102"/>
                  <a:gd name="T23" fmla="*/ 8 h 87"/>
                  <a:gd name="T24" fmla="*/ 84 w 102"/>
                  <a:gd name="T25" fmla="*/ 17 h 87"/>
                  <a:gd name="T26" fmla="*/ 9 w 102"/>
                  <a:gd name="T27" fmla="*/ 38 h 87"/>
                  <a:gd name="T28" fmla="*/ 7 w 102"/>
                  <a:gd name="T29" fmla="*/ 30 h 87"/>
                  <a:gd name="T30" fmla="*/ 8 w 102"/>
                  <a:gd name="T31" fmla="*/ 27 h 87"/>
                  <a:gd name="T32" fmla="*/ 94 w 102"/>
                  <a:gd name="T33" fmla="*/ 60 h 87"/>
                  <a:gd name="T34" fmla="*/ 24 w 102"/>
                  <a:gd name="T35" fmla="*/ 80 h 87"/>
                  <a:gd name="T36" fmla="*/ 21 w 102"/>
                  <a:gd name="T37" fmla="*/ 78 h 87"/>
                  <a:gd name="T38" fmla="*/ 14 w 102"/>
                  <a:gd name="T39" fmla="*/ 54 h 87"/>
                  <a:gd name="T40" fmla="*/ 88 w 102"/>
                  <a:gd name="T41" fmla="*/ 33 h 87"/>
                  <a:gd name="T42" fmla="*/ 95 w 102"/>
                  <a:gd name="T43" fmla="*/ 57 h 87"/>
                  <a:gd name="T44" fmla="*/ 94 w 102"/>
                  <a:gd name="T45" fmla="*/ 60 h 87"/>
                  <a:gd name="T46" fmla="*/ 22 w 102"/>
                  <a:gd name="T47" fmla="*/ 64 h 87"/>
                  <a:gd name="T48" fmla="*/ 27 w 102"/>
                  <a:gd name="T49" fmla="*/ 62 h 87"/>
                  <a:gd name="T50" fmla="*/ 31 w 102"/>
                  <a:gd name="T51" fmla="*/ 73 h 87"/>
                  <a:gd name="T52" fmla="*/ 25 w 102"/>
                  <a:gd name="T53" fmla="*/ 74 h 87"/>
                  <a:gd name="T54" fmla="*/ 22 w 102"/>
                  <a:gd name="T55" fmla="*/ 64 h 87"/>
                  <a:gd name="T56" fmla="*/ 33 w 102"/>
                  <a:gd name="T57" fmla="*/ 60 h 87"/>
                  <a:gd name="T58" fmla="*/ 38 w 102"/>
                  <a:gd name="T59" fmla="*/ 59 h 87"/>
                  <a:gd name="T60" fmla="*/ 41 w 102"/>
                  <a:gd name="T61" fmla="*/ 70 h 87"/>
                  <a:gd name="T62" fmla="*/ 36 w 102"/>
                  <a:gd name="T63" fmla="*/ 71 h 87"/>
                  <a:gd name="T64" fmla="*/ 33 w 102"/>
                  <a:gd name="T65" fmla="*/ 60 h 87"/>
                  <a:gd name="T66" fmla="*/ 43 w 102"/>
                  <a:gd name="T67" fmla="*/ 57 h 87"/>
                  <a:gd name="T68" fmla="*/ 49 w 102"/>
                  <a:gd name="T69" fmla="*/ 56 h 87"/>
                  <a:gd name="T70" fmla="*/ 52 w 102"/>
                  <a:gd name="T71" fmla="*/ 66 h 87"/>
                  <a:gd name="T72" fmla="*/ 47 w 102"/>
                  <a:gd name="T73" fmla="*/ 68 h 87"/>
                  <a:gd name="T74" fmla="*/ 43 w 102"/>
                  <a:gd name="T7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2" h="87">
                    <a:moveTo>
                      <a:pt x="76" y="1"/>
                    </a:moveTo>
                    <a:cubicBezTo>
                      <a:pt x="7" y="22"/>
                      <a:pt x="7" y="22"/>
                      <a:pt x="7" y="22"/>
                    </a:cubicBezTo>
                    <a:cubicBezTo>
                      <a:pt x="2" y="23"/>
                      <a:pt x="0" y="28"/>
                      <a:pt x="1" y="32"/>
                    </a:cubicBezTo>
                    <a:cubicBezTo>
                      <a:pt x="15" y="80"/>
                      <a:pt x="15" y="80"/>
                      <a:pt x="15" y="80"/>
                    </a:cubicBezTo>
                    <a:cubicBezTo>
                      <a:pt x="17" y="84"/>
                      <a:pt x="21" y="87"/>
                      <a:pt x="26" y="86"/>
                    </a:cubicBezTo>
                    <a:cubicBezTo>
                      <a:pt x="95" y="65"/>
                      <a:pt x="95" y="65"/>
                      <a:pt x="95" y="65"/>
                    </a:cubicBezTo>
                    <a:cubicBezTo>
                      <a:pt x="100" y="64"/>
                      <a:pt x="102" y="59"/>
                      <a:pt x="101" y="55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5" y="3"/>
                      <a:pt x="81" y="0"/>
                      <a:pt x="76" y="1"/>
                    </a:cubicBezTo>
                    <a:close/>
                    <a:moveTo>
                      <a:pt x="8" y="27"/>
                    </a:moveTo>
                    <a:cubicBezTo>
                      <a:pt x="78" y="7"/>
                      <a:pt x="78" y="7"/>
                      <a:pt x="78" y="7"/>
                    </a:cubicBezTo>
                    <a:cubicBezTo>
                      <a:pt x="79" y="6"/>
                      <a:pt x="81" y="7"/>
                      <a:pt x="81" y="8"/>
                    </a:cubicBezTo>
                    <a:cubicBezTo>
                      <a:pt x="84" y="17"/>
                      <a:pt x="84" y="17"/>
                      <a:pt x="84" y="1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6" y="29"/>
                      <a:pt x="7" y="27"/>
                      <a:pt x="8" y="27"/>
                    </a:cubicBezTo>
                    <a:close/>
                    <a:moveTo>
                      <a:pt x="94" y="60"/>
                    </a:moveTo>
                    <a:cubicBezTo>
                      <a:pt x="24" y="80"/>
                      <a:pt x="24" y="80"/>
                      <a:pt x="24" y="80"/>
                    </a:cubicBezTo>
                    <a:cubicBezTo>
                      <a:pt x="23" y="81"/>
                      <a:pt x="21" y="80"/>
                      <a:pt x="21" y="78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88" y="33"/>
                      <a:pt x="88" y="33"/>
                      <a:pt x="88" y="33"/>
                    </a:cubicBezTo>
                    <a:cubicBezTo>
                      <a:pt x="95" y="57"/>
                      <a:pt x="95" y="57"/>
                      <a:pt x="95" y="57"/>
                    </a:cubicBezTo>
                    <a:cubicBezTo>
                      <a:pt x="96" y="58"/>
                      <a:pt x="95" y="60"/>
                      <a:pt x="94" y="60"/>
                    </a:cubicBezTo>
                    <a:close/>
                    <a:moveTo>
                      <a:pt x="22" y="64"/>
                    </a:moveTo>
                    <a:cubicBezTo>
                      <a:pt x="27" y="62"/>
                      <a:pt x="27" y="62"/>
                      <a:pt x="27" y="62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25" y="74"/>
                      <a:pt x="25" y="74"/>
                      <a:pt x="25" y="74"/>
                    </a:cubicBezTo>
                    <a:lnTo>
                      <a:pt x="22" y="64"/>
                    </a:lnTo>
                    <a:close/>
                    <a:moveTo>
                      <a:pt x="33" y="60"/>
                    </a:moveTo>
                    <a:cubicBezTo>
                      <a:pt x="38" y="59"/>
                      <a:pt x="38" y="59"/>
                      <a:pt x="38" y="59"/>
                    </a:cubicBezTo>
                    <a:cubicBezTo>
                      <a:pt x="41" y="70"/>
                      <a:pt x="41" y="70"/>
                      <a:pt x="41" y="70"/>
                    </a:cubicBezTo>
                    <a:cubicBezTo>
                      <a:pt x="36" y="71"/>
                      <a:pt x="36" y="71"/>
                      <a:pt x="36" y="71"/>
                    </a:cubicBezTo>
                    <a:lnTo>
                      <a:pt x="33" y="60"/>
                    </a:lnTo>
                    <a:close/>
                    <a:moveTo>
                      <a:pt x="43" y="57"/>
                    </a:moveTo>
                    <a:cubicBezTo>
                      <a:pt x="49" y="56"/>
                      <a:pt x="49" y="56"/>
                      <a:pt x="49" y="56"/>
                    </a:cubicBezTo>
                    <a:cubicBezTo>
                      <a:pt x="52" y="66"/>
                      <a:pt x="52" y="66"/>
                      <a:pt x="52" y="66"/>
                    </a:cubicBezTo>
                    <a:cubicBezTo>
                      <a:pt x="47" y="68"/>
                      <a:pt x="47" y="68"/>
                      <a:pt x="47" y="68"/>
                    </a:cubicBezTo>
                    <a:lnTo>
                      <a:pt x="43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3554B97A-640C-4ED3-8776-1771C2935FC1}"/>
                  </a:ext>
                </a:extLst>
              </p:cNvPr>
              <p:cNvSpPr/>
              <p:nvPr/>
            </p:nvSpPr>
            <p:spPr bwMode="auto">
              <a:xfrm>
                <a:off x="11274561" y="2276003"/>
                <a:ext cx="295557" cy="305343"/>
              </a:xfrm>
              <a:custGeom>
                <a:avLst/>
                <a:gdLst>
                  <a:gd name="T0" fmla="*/ 65 w 92"/>
                  <a:gd name="T1" fmla="*/ 96 h 96"/>
                  <a:gd name="T2" fmla="*/ 36 w 92"/>
                  <a:gd name="T3" fmla="*/ 49 h 96"/>
                  <a:gd name="T4" fmla="*/ 36 w 92"/>
                  <a:gd name="T5" fmla="*/ 72 h 96"/>
                  <a:gd name="T6" fmla="*/ 0 w 92"/>
                  <a:gd name="T7" fmla="*/ 36 h 96"/>
                  <a:gd name="T8" fmla="*/ 36 w 92"/>
                  <a:gd name="T9" fmla="*/ 0 h 96"/>
                  <a:gd name="T10" fmla="*/ 36 w 92"/>
                  <a:gd name="T11" fmla="*/ 24 h 96"/>
                  <a:gd name="T12" fmla="*/ 65 w 92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96">
                    <a:moveTo>
                      <a:pt x="65" y="96"/>
                    </a:moveTo>
                    <a:cubicBezTo>
                      <a:pt x="76" y="77"/>
                      <a:pt x="78" y="48"/>
                      <a:pt x="36" y="4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86" y="22"/>
                      <a:pt x="92" y="68"/>
                      <a:pt x="65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792EABCB-8F7D-42D2-A987-DE9AC7ABD0C4}"/>
                  </a:ext>
                </a:extLst>
              </p:cNvPr>
              <p:cNvSpPr/>
              <p:nvPr/>
            </p:nvSpPr>
            <p:spPr bwMode="auto">
              <a:xfrm>
                <a:off x="11188439" y="2508928"/>
                <a:ext cx="275983" cy="195734"/>
              </a:xfrm>
              <a:custGeom>
                <a:avLst/>
                <a:gdLst>
                  <a:gd name="T0" fmla="*/ 70 w 86"/>
                  <a:gd name="T1" fmla="*/ 58 h 61"/>
                  <a:gd name="T2" fmla="*/ 75 w 86"/>
                  <a:gd name="T3" fmla="*/ 49 h 61"/>
                  <a:gd name="T4" fmla="*/ 80 w 86"/>
                  <a:gd name="T5" fmla="*/ 41 h 61"/>
                  <a:gd name="T6" fmla="*/ 85 w 86"/>
                  <a:gd name="T7" fmla="*/ 32 h 61"/>
                  <a:gd name="T8" fmla="*/ 83 w 86"/>
                  <a:gd name="T9" fmla="*/ 25 h 61"/>
                  <a:gd name="T10" fmla="*/ 65 w 86"/>
                  <a:gd name="T11" fmla="*/ 9 h 61"/>
                  <a:gd name="T12" fmla="*/ 58 w 86"/>
                  <a:gd name="T13" fmla="*/ 9 h 61"/>
                  <a:gd name="T14" fmla="*/ 50 w 86"/>
                  <a:gd name="T15" fmla="*/ 17 h 61"/>
                  <a:gd name="T16" fmla="*/ 49 w 86"/>
                  <a:gd name="T17" fmla="*/ 18 h 61"/>
                  <a:gd name="T18" fmla="*/ 17 w 86"/>
                  <a:gd name="T19" fmla="*/ 0 h 61"/>
                  <a:gd name="T20" fmla="*/ 0 w 86"/>
                  <a:gd name="T21" fmla="*/ 3 h 61"/>
                  <a:gd name="T22" fmla="*/ 4 w 86"/>
                  <a:gd name="T23" fmla="*/ 16 h 61"/>
                  <a:gd name="T24" fmla="*/ 9 w 86"/>
                  <a:gd name="T25" fmla="*/ 15 h 61"/>
                  <a:gd name="T26" fmla="*/ 11 w 86"/>
                  <a:gd name="T27" fmla="*/ 24 h 61"/>
                  <a:gd name="T28" fmla="*/ 20 w 86"/>
                  <a:gd name="T29" fmla="*/ 21 h 61"/>
                  <a:gd name="T30" fmla="*/ 23 w 86"/>
                  <a:gd name="T31" fmla="*/ 30 h 61"/>
                  <a:gd name="T32" fmla="*/ 32 w 86"/>
                  <a:gd name="T33" fmla="*/ 27 h 61"/>
                  <a:gd name="T34" fmla="*/ 35 w 86"/>
                  <a:gd name="T35" fmla="*/ 36 h 61"/>
                  <a:gd name="T36" fmla="*/ 39 w 86"/>
                  <a:gd name="T37" fmla="*/ 35 h 61"/>
                  <a:gd name="T38" fmla="*/ 39 w 86"/>
                  <a:gd name="T39" fmla="*/ 36 h 61"/>
                  <a:gd name="T40" fmla="*/ 37 w 86"/>
                  <a:gd name="T41" fmla="*/ 47 h 61"/>
                  <a:gd name="T42" fmla="*/ 41 w 86"/>
                  <a:gd name="T43" fmla="*/ 53 h 61"/>
                  <a:gd name="T44" fmla="*/ 64 w 86"/>
                  <a:gd name="T45" fmla="*/ 61 h 61"/>
                  <a:gd name="T46" fmla="*/ 70 w 86"/>
                  <a:gd name="T47" fmla="*/ 58 h 61"/>
                  <a:gd name="T48" fmla="*/ 15 w 86"/>
                  <a:gd name="T49" fmla="*/ 10 h 61"/>
                  <a:gd name="T50" fmla="*/ 18 w 86"/>
                  <a:gd name="T51" fmla="*/ 6 h 61"/>
                  <a:gd name="T52" fmla="*/ 46 w 86"/>
                  <a:gd name="T53" fmla="*/ 21 h 61"/>
                  <a:gd name="T54" fmla="*/ 43 w 86"/>
                  <a:gd name="T55" fmla="*/ 25 h 61"/>
                  <a:gd name="T56" fmla="*/ 15 w 86"/>
                  <a:gd name="T57" fmla="*/ 10 h 61"/>
                  <a:gd name="T58" fmla="*/ 61 w 86"/>
                  <a:gd name="T59" fmla="*/ 54 h 61"/>
                  <a:gd name="T60" fmla="*/ 57 w 86"/>
                  <a:gd name="T61" fmla="*/ 52 h 61"/>
                  <a:gd name="T62" fmla="*/ 56 w 86"/>
                  <a:gd name="T63" fmla="*/ 49 h 61"/>
                  <a:gd name="T64" fmla="*/ 69 w 86"/>
                  <a:gd name="T65" fmla="*/ 24 h 61"/>
                  <a:gd name="T66" fmla="*/ 72 w 86"/>
                  <a:gd name="T67" fmla="*/ 23 h 61"/>
                  <a:gd name="T68" fmla="*/ 77 w 86"/>
                  <a:gd name="T69" fmla="*/ 26 h 61"/>
                  <a:gd name="T70" fmla="*/ 77 w 86"/>
                  <a:gd name="T71" fmla="*/ 29 h 61"/>
                  <a:gd name="T72" fmla="*/ 64 w 86"/>
                  <a:gd name="T73" fmla="*/ 53 h 61"/>
                  <a:gd name="T74" fmla="*/ 61 w 86"/>
                  <a:gd name="T75" fmla="*/ 5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6" h="61">
                    <a:moveTo>
                      <a:pt x="70" y="58"/>
                    </a:moveTo>
                    <a:cubicBezTo>
                      <a:pt x="75" y="49"/>
                      <a:pt x="75" y="49"/>
                      <a:pt x="75" y="49"/>
                    </a:cubicBezTo>
                    <a:cubicBezTo>
                      <a:pt x="77" y="47"/>
                      <a:pt x="79" y="43"/>
                      <a:pt x="80" y="41"/>
                    </a:cubicBezTo>
                    <a:cubicBezTo>
                      <a:pt x="85" y="32"/>
                      <a:pt x="85" y="32"/>
                      <a:pt x="85" y="32"/>
                    </a:cubicBezTo>
                    <a:cubicBezTo>
                      <a:pt x="86" y="29"/>
                      <a:pt x="85" y="26"/>
                      <a:pt x="83" y="25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3" y="7"/>
                      <a:pt x="60" y="8"/>
                      <a:pt x="58" y="9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49" y="17"/>
                      <a:pt x="49" y="18"/>
                      <a:pt x="49" y="18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9" y="35"/>
                      <a:pt x="39" y="35"/>
                      <a:pt x="39" y="35"/>
                    </a:cubicBezTo>
                    <a:cubicBezTo>
                      <a:pt x="39" y="35"/>
                      <a:pt x="39" y="36"/>
                      <a:pt x="39" y="36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7" y="50"/>
                      <a:pt x="38" y="53"/>
                      <a:pt x="41" y="53"/>
                    </a:cubicBezTo>
                    <a:cubicBezTo>
                      <a:pt x="64" y="61"/>
                      <a:pt x="64" y="61"/>
                      <a:pt x="64" y="61"/>
                    </a:cubicBezTo>
                    <a:cubicBezTo>
                      <a:pt x="66" y="61"/>
                      <a:pt x="69" y="60"/>
                      <a:pt x="70" y="58"/>
                    </a:cubicBezTo>
                    <a:close/>
                    <a:moveTo>
                      <a:pt x="15" y="10"/>
                    </a:moveTo>
                    <a:cubicBezTo>
                      <a:pt x="18" y="6"/>
                      <a:pt x="18" y="6"/>
                      <a:pt x="18" y="6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3" y="25"/>
                      <a:pt x="43" y="25"/>
                      <a:pt x="43" y="25"/>
                    </a:cubicBezTo>
                    <a:lnTo>
                      <a:pt x="15" y="10"/>
                    </a:lnTo>
                    <a:close/>
                    <a:moveTo>
                      <a:pt x="61" y="54"/>
                    </a:moveTo>
                    <a:cubicBezTo>
                      <a:pt x="57" y="52"/>
                      <a:pt x="57" y="52"/>
                      <a:pt x="57" y="52"/>
                    </a:cubicBezTo>
                    <a:cubicBezTo>
                      <a:pt x="56" y="51"/>
                      <a:pt x="55" y="50"/>
                      <a:pt x="56" y="49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70" y="23"/>
                      <a:pt x="71" y="23"/>
                      <a:pt x="72" y="23"/>
                    </a:cubicBezTo>
                    <a:cubicBezTo>
                      <a:pt x="77" y="26"/>
                      <a:pt x="77" y="26"/>
                      <a:pt x="77" y="26"/>
                    </a:cubicBezTo>
                    <a:cubicBezTo>
                      <a:pt x="78" y="26"/>
                      <a:pt x="78" y="28"/>
                      <a:pt x="77" y="2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64" y="54"/>
                      <a:pt x="62" y="55"/>
                      <a:pt x="61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66CF58FF-0DDE-4B7E-88EF-80F3ED625960}"/>
                  </a:ext>
                </a:extLst>
              </p:cNvPr>
              <p:cNvSpPr/>
              <p:nvPr/>
            </p:nvSpPr>
            <p:spPr bwMode="auto">
              <a:xfrm>
                <a:off x="10996620" y="4129599"/>
                <a:ext cx="221179" cy="191818"/>
              </a:xfrm>
              <a:custGeom>
                <a:avLst/>
                <a:gdLst>
                  <a:gd name="T0" fmla="*/ 56 w 69"/>
                  <a:gd name="T1" fmla="*/ 0 h 60"/>
                  <a:gd name="T2" fmla="*/ 13 w 69"/>
                  <a:gd name="T3" fmla="*/ 0 h 60"/>
                  <a:gd name="T4" fmla="*/ 0 w 69"/>
                  <a:gd name="T5" fmla="*/ 13 h 60"/>
                  <a:gd name="T6" fmla="*/ 0 w 69"/>
                  <a:gd name="T7" fmla="*/ 58 h 60"/>
                  <a:gd name="T8" fmla="*/ 2 w 69"/>
                  <a:gd name="T9" fmla="*/ 60 h 60"/>
                  <a:gd name="T10" fmla="*/ 66 w 69"/>
                  <a:gd name="T11" fmla="*/ 60 h 60"/>
                  <a:gd name="T12" fmla="*/ 69 w 69"/>
                  <a:gd name="T13" fmla="*/ 58 h 60"/>
                  <a:gd name="T14" fmla="*/ 69 w 69"/>
                  <a:gd name="T15" fmla="*/ 13 h 60"/>
                  <a:gd name="T16" fmla="*/ 56 w 69"/>
                  <a:gd name="T17" fmla="*/ 0 h 60"/>
                  <a:gd name="T18" fmla="*/ 34 w 69"/>
                  <a:gd name="T19" fmla="*/ 51 h 60"/>
                  <a:gd name="T20" fmla="*/ 13 w 69"/>
                  <a:gd name="T21" fmla="*/ 34 h 60"/>
                  <a:gd name="T22" fmla="*/ 26 w 69"/>
                  <a:gd name="T23" fmla="*/ 34 h 60"/>
                  <a:gd name="T24" fmla="*/ 26 w 69"/>
                  <a:gd name="T25" fmla="*/ 21 h 60"/>
                  <a:gd name="T26" fmla="*/ 43 w 69"/>
                  <a:gd name="T27" fmla="*/ 21 h 60"/>
                  <a:gd name="T28" fmla="*/ 43 w 69"/>
                  <a:gd name="T29" fmla="*/ 34 h 60"/>
                  <a:gd name="T30" fmla="*/ 56 w 69"/>
                  <a:gd name="T31" fmla="*/ 34 h 60"/>
                  <a:gd name="T32" fmla="*/ 34 w 69"/>
                  <a:gd name="T33" fmla="*/ 51 h 60"/>
                  <a:gd name="T34" fmla="*/ 10 w 69"/>
                  <a:gd name="T35" fmla="*/ 9 h 60"/>
                  <a:gd name="T36" fmla="*/ 15 w 69"/>
                  <a:gd name="T37" fmla="*/ 4 h 60"/>
                  <a:gd name="T38" fmla="*/ 54 w 69"/>
                  <a:gd name="T39" fmla="*/ 4 h 60"/>
                  <a:gd name="T40" fmla="*/ 58 w 69"/>
                  <a:gd name="T41" fmla="*/ 9 h 60"/>
                  <a:gd name="T42" fmla="*/ 10 w 69"/>
                  <a:gd name="T43" fmla="*/ 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9" h="60">
                    <a:moveTo>
                      <a:pt x="56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59"/>
                      <a:pt x="1" y="60"/>
                      <a:pt x="2" y="60"/>
                    </a:cubicBezTo>
                    <a:cubicBezTo>
                      <a:pt x="66" y="60"/>
                      <a:pt x="66" y="60"/>
                      <a:pt x="66" y="60"/>
                    </a:cubicBezTo>
                    <a:cubicBezTo>
                      <a:pt x="68" y="60"/>
                      <a:pt x="69" y="59"/>
                      <a:pt x="69" y="58"/>
                    </a:cubicBezTo>
                    <a:cubicBezTo>
                      <a:pt x="69" y="13"/>
                      <a:pt x="69" y="13"/>
                      <a:pt x="69" y="13"/>
                    </a:cubicBezTo>
                    <a:lnTo>
                      <a:pt x="56" y="0"/>
                    </a:lnTo>
                    <a:close/>
                    <a:moveTo>
                      <a:pt x="34" y="51"/>
                    </a:moveTo>
                    <a:cubicBezTo>
                      <a:pt x="13" y="34"/>
                      <a:pt x="13" y="34"/>
                      <a:pt x="13" y="34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56" y="34"/>
                      <a:pt x="56" y="34"/>
                      <a:pt x="56" y="34"/>
                    </a:cubicBezTo>
                    <a:lnTo>
                      <a:pt x="34" y="51"/>
                    </a:lnTo>
                    <a:close/>
                    <a:moveTo>
                      <a:pt x="10" y="9"/>
                    </a:moveTo>
                    <a:cubicBezTo>
                      <a:pt x="15" y="4"/>
                      <a:pt x="15" y="4"/>
                      <a:pt x="15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8" y="9"/>
                      <a:pt x="58" y="9"/>
                      <a:pt x="58" y="9"/>
                    </a:cubicBezTo>
                    <a:lnTo>
                      <a:pt x="1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B07CF57C-A7B1-4C7B-9E06-D92C4A802403}"/>
                  </a:ext>
                </a:extLst>
              </p:cNvPr>
              <p:cNvSpPr/>
              <p:nvPr/>
            </p:nvSpPr>
            <p:spPr bwMode="auto">
              <a:xfrm>
                <a:off x="11303920" y="2003935"/>
                <a:ext cx="182032" cy="248580"/>
              </a:xfrm>
              <a:custGeom>
                <a:avLst/>
                <a:gdLst>
                  <a:gd name="T0" fmla="*/ 57 w 57"/>
                  <a:gd name="T1" fmla="*/ 48 h 78"/>
                  <a:gd name="T2" fmla="*/ 57 w 57"/>
                  <a:gd name="T3" fmla="*/ 48 h 78"/>
                  <a:gd name="T4" fmla="*/ 57 w 57"/>
                  <a:gd name="T5" fmla="*/ 48 h 78"/>
                  <a:gd name="T6" fmla="*/ 28 w 57"/>
                  <a:gd name="T7" fmla="*/ 0 h 78"/>
                  <a:gd name="T8" fmla="*/ 0 w 57"/>
                  <a:gd name="T9" fmla="*/ 48 h 78"/>
                  <a:gd name="T10" fmla="*/ 0 w 57"/>
                  <a:gd name="T11" fmla="*/ 48 h 78"/>
                  <a:gd name="T12" fmla="*/ 0 w 57"/>
                  <a:gd name="T13" fmla="*/ 48 h 78"/>
                  <a:gd name="T14" fmla="*/ 0 w 57"/>
                  <a:gd name="T15" fmla="*/ 49 h 78"/>
                  <a:gd name="T16" fmla="*/ 0 w 57"/>
                  <a:gd name="T17" fmla="*/ 49 h 78"/>
                  <a:gd name="T18" fmla="*/ 0 w 57"/>
                  <a:gd name="T19" fmla="*/ 49 h 78"/>
                  <a:gd name="T20" fmla="*/ 28 w 57"/>
                  <a:gd name="T21" fmla="*/ 78 h 78"/>
                  <a:gd name="T22" fmla="*/ 57 w 57"/>
                  <a:gd name="T23" fmla="*/ 49 h 78"/>
                  <a:gd name="T24" fmla="*/ 57 w 57"/>
                  <a:gd name="T25" fmla="*/ 49 h 78"/>
                  <a:gd name="T26" fmla="*/ 57 w 57"/>
                  <a:gd name="T27" fmla="*/ 49 h 78"/>
                  <a:gd name="T28" fmla="*/ 57 w 57"/>
                  <a:gd name="T29" fmla="*/ 48 h 78"/>
                  <a:gd name="T30" fmla="*/ 48 w 57"/>
                  <a:gd name="T31" fmla="*/ 49 h 78"/>
                  <a:gd name="T32" fmla="*/ 48 w 57"/>
                  <a:gd name="T33" fmla="*/ 49 h 78"/>
                  <a:gd name="T34" fmla="*/ 42 w 57"/>
                  <a:gd name="T35" fmla="*/ 62 h 78"/>
                  <a:gd name="T36" fmla="*/ 28 w 57"/>
                  <a:gd name="T37" fmla="*/ 68 h 78"/>
                  <a:gd name="T38" fmla="*/ 26 w 57"/>
                  <a:gd name="T39" fmla="*/ 68 h 78"/>
                  <a:gd name="T40" fmla="*/ 43 w 57"/>
                  <a:gd name="T41" fmla="*/ 37 h 78"/>
                  <a:gd name="T42" fmla="*/ 43 w 57"/>
                  <a:gd name="T43" fmla="*/ 33 h 78"/>
                  <a:gd name="T44" fmla="*/ 48 w 57"/>
                  <a:gd name="T45" fmla="*/ 48 h 78"/>
                  <a:gd name="T46" fmla="*/ 48 w 57"/>
                  <a:gd name="T47" fmla="*/ 48 h 78"/>
                  <a:gd name="T48" fmla="*/ 48 w 57"/>
                  <a:gd name="T49" fmla="*/ 48 h 78"/>
                  <a:gd name="T50" fmla="*/ 48 w 57"/>
                  <a:gd name="T51" fmla="*/ 48 h 78"/>
                  <a:gd name="T52" fmla="*/ 48 w 57"/>
                  <a:gd name="T53" fmla="*/ 49 h 78"/>
                  <a:gd name="T54" fmla="*/ 48 w 57"/>
                  <a:gd name="T55" fmla="*/ 49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7" h="78">
                    <a:moveTo>
                      <a:pt x="57" y="48"/>
                    </a:moveTo>
                    <a:cubicBezTo>
                      <a:pt x="57" y="48"/>
                      <a:pt x="57" y="48"/>
                      <a:pt x="57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57" y="24"/>
                      <a:pt x="28" y="0"/>
                      <a:pt x="28" y="0"/>
                    </a:cubicBezTo>
                    <a:cubicBezTo>
                      <a:pt x="28" y="0"/>
                      <a:pt x="0" y="24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65"/>
                      <a:pt x="13" y="78"/>
                      <a:pt x="28" y="78"/>
                    </a:cubicBezTo>
                    <a:cubicBezTo>
                      <a:pt x="44" y="78"/>
                      <a:pt x="57" y="65"/>
                      <a:pt x="57" y="49"/>
                    </a:cubicBezTo>
                    <a:cubicBezTo>
                      <a:pt x="57" y="49"/>
                      <a:pt x="57" y="49"/>
                      <a:pt x="57" y="49"/>
                    </a:cubicBezTo>
                    <a:cubicBezTo>
                      <a:pt x="57" y="49"/>
                      <a:pt x="57" y="49"/>
                      <a:pt x="57" y="49"/>
                    </a:cubicBezTo>
                    <a:cubicBezTo>
                      <a:pt x="57" y="48"/>
                      <a:pt x="57" y="48"/>
                      <a:pt x="57" y="48"/>
                    </a:cubicBezTo>
                    <a:close/>
                    <a:moveTo>
                      <a:pt x="48" y="49"/>
                    </a:move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4"/>
                      <a:pt x="46" y="59"/>
                      <a:pt x="42" y="62"/>
                    </a:cubicBezTo>
                    <a:cubicBezTo>
                      <a:pt x="38" y="66"/>
                      <a:pt x="34" y="68"/>
                      <a:pt x="28" y="68"/>
                    </a:cubicBezTo>
                    <a:cubicBezTo>
                      <a:pt x="28" y="68"/>
                      <a:pt x="27" y="68"/>
                      <a:pt x="26" y="68"/>
                    </a:cubicBezTo>
                    <a:cubicBezTo>
                      <a:pt x="36" y="61"/>
                      <a:pt x="43" y="50"/>
                      <a:pt x="43" y="37"/>
                    </a:cubicBezTo>
                    <a:cubicBezTo>
                      <a:pt x="43" y="35"/>
                      <a:pt x="43" y="34"/>
                      <a:pt x="43" y="33"/>
                    </a:cubicBezTo>
                    <a:cubicBezTo>
                      <a:pt x="46" y="38"/>
                      <a:pt x="48" y="43"/>
                      <a:pt x="48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9"/>
                    </a:cubicBezTo>
                    <a:cubicBezTo>
                      <a:pt x="48" y="49"/>
                      <a:pt x="48" y="49"/>
                      <a:pt x="48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922350F0-EBD4-4AC7-B097-8547C0800BAA}"/>
                  </a:ext>
                </a:extLst>
              </p:cNvPr>
              <p:cNvSpPr/>
              <p:nvPr/>
            </p:nvSpPr>
            <p:spPr bwMode="auto">
              <a:xfrm>
                <a:off x="11108187" y="1823860"/>
                <a:ext cx="285770" cy="272069"/>
              </a:xfrm>
              <a:custGeom>
                <a:avLst/>
                <a:gdLst>
                  <a:gd name="T0" fmla="*/ 52 w 89"/>
                  <a:gd name="T1" fmla="*/ 3 h 85"/>
                  <a:gd name="T2" fmla="*/ 4 w 89"/>
                  <a:gd name="T3" fmla="*/ 36 h 85"/>
                  <a:gd name="T4" fmla="*/ 3 w 89"/>
                  <a:gd name="T5" fmla="*/ 45 h 85"/>
                  <a:gd name="T6" fmla="*/ 28 w 89"/>
                  <a:gd name="T7" fmla="*/ 82 h 85"/>
                  <a:gd name="T8" fmla="*/ 37 w 89"/>
                  <a:gd name="T9" fmla="*/ 83 h 85"/>
                  <a:gd name="T10" fmla="*/ 85 w 89"/>
                  <a:gd name="T11" fmla="*/ 50 h 85"/>
                  <a:gd name="T12" fmla="*/ 87 w 89"/>
                  <a:gd name="T13" fmla="*/ 41 h 85"/>
                  <a:gd name="T14" fmla="*/ 61 w 89"/>
                  <a:gd name="T15" fmla="*/ 4 h 85"/>
                  <a:gd name="T16" fmla="*/ 52 w 89"/>
                  <a:gd name="T17" fmla="*/ 3 h 85"/>
                  <a:gd name="T18" fmla="*/ 38 w 89"/>
                  <a:gd name="T19" fmla="*/ 48 h 85"/>
                  <a:gd name="T20" fmla="*/ 31 w 89"/>
                  <a:gd name="T21" fmla="*/ 71 h 85"/>
                  <a:gd name="T22" fmla="*/ 11 w 89"/>
                  <a:gd name="T23" fmla="*/ 42 h 85"/>
                  <a:gd name="T24" fmla="*/ 38 w 89"/>
                  <a:gd name="T25" fmla="*/ 48 h 85"/>
                  <a:gd name="T26" fmla="*/ 14 w 89"/>
                  <a:gd name="T27" fmla="*/ 40 h 85"/>
                  <a:gd name="T28" fmla="*/ 52 w 89"/>
                  <a:gd name="T29" fmla="*/ 13 h 85"/>
                  <a:gd name="T30" fmla="*/ 43 w 89"/>
                  <a:gd name="T31" fmla="*/ 41 h 85"/>
                  <a:gd name="T32" fmla="*/ 14 w 89"/>
                  <a:gd name="T33" fmla="*/ 40 h 85"/>
                  <a:gd name="T34" fmla="*/ 39 w 89"/>
                  <a:gd name="T35" fmla="*/ 48 h 85"/>
                  <a:gd name="T36" fmla="*/ 50 w 89"/>
                  <a:gd name="T37" fmla="*/ 50 h 85"/>
                  <a:gd name="T38" fmla="*/ 51 w 89"/>
                  <a:gd name="T39" fmla="*/ 40 h 85"/>
                  <a:gd name="T40" fmla="*/ 74 w 89"/>
                  <a:gd name="T41" fmla="*/ 47 h 85"/>
                  <a:gd name="T42" fmla="*/ 38 w 89"/>
                  <a:gd name="T43" fmla="*/ 72 h 85"/>
                  <a:gd name="T44" fmla="*/ 39 w 89"/>
                  <a:gd name="T45" fmla="*/ 48 h 85"/>
                  <a:gd name="T46" fmla="*/ 51 w 89"/>
                  <a:gd name="T47" fmla="*/ 39 h 85"/>
                  <a:gd name="T48" fmla="*/ 55 w 89"/>
                  <a:gd name="T49" fmla="*/ 11 h 85"/>
                  <a:gd name="T50" fmla="*/ 75 w 89"/>
                  <a:gd name="T51" fmla="*/ 40 h 85"/>
                  <a:gd name="T52" fmla="*/ 51 w 89"/>
                  <a:gd name="T53" fmla="*/ 3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9" h="85">
                    <a:moveTo>
                      <a:pt x="52" y="3"/>
                    </a:moveTo>
                    <a:cubicBezTo>
                      <a:pt x="4" y="36"/>
                      <a:pt x="4" y="36"/>
                      <a:pt x="4" y="36"/>
                    </a:cubicBezTo>
                    <a:cubicBezTo>
                      <a:pt x="1" y="38"/>
                      <a:pt x="0" y="42"/>
                      <a:pt x="3" y="45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30" y="85"/>
                      <a:pt x="34" y="85"/>
                      <a:pt x="37" y="83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8" y="48"/>
                      <a:pt x="89" y="44"/>
                      <a:pt x="87" y="41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9" y="1"/>
                      <a:pt x="55" y="0"/>
                      <a:pt x="52" y="3"/>
                    </a:cubicBezTo>
                    <a:close/>
                    <a:moveTo>
                      <a:pt x="38" y="48"/>
                    </a:moveTo>
                    <a:cubicBezTo>
                      <a:pt x="31" y="71"/>
                      <a:pt x="31" y="71"/>
                      <a:pt x="31" y="71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38" y="48"/>
                    </a:lnTo>
                    <a:close/>
                    <a:moveTo>
                      <a:pt x="14" y="40"/>
                    </a:moveTo>
                    <a:cubicBezTo>
                      <a:pt x="52" y="13"/>
                      <a:pt x="52" y="13"/>
                      <a:pt x="52" y="13"/>
                    </a:cubicBezTo>
                    <a:cubicBezTo>
                      <a:pt x="43" y="41"/>
                      <a:pt x="43" y="41"/>
                      <a:pt x="43" y="41"/>
                    </a:cubicBezTo>
                    <a:lnTo>
                      <a:pt x="14" y="40"/>
                    </a:lnTo>
                    <a:close/>
                    <a:moveTo>
                      <a:pt x="39" y="48"/>
                    </a:moveTo>
                    <a:cubicBezTo>
                      <a:pt x="50" y="50"/>
                      <a:pt x="50" y="50"/>
                      <a:pt x="50" y="50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38" y="72"/>
                      <a:pt x="38" y="72"/>
                      <a:pt x="38" y="72"/>
                    </a:cubicBezTo>
                    <a:lnTo>
                      <a:pt x="39" y="48"/>
                    </a:lnTo>
                    <a:close/>
                    <a:moveTo>
                      <a:pt x="51" y="39"/>
                    </a:moveTo>
                    <a:cubicBezTo>
                      <a:pt x="55" y="11"/>
                      <a:pt x="55" y="11"/>
                      <a:pt x="55" y="11"/>
                    </a:cubicBezTo>
                    <a:cubicBezTo>
                      <a:pt x="75" y="40"/>
                      <a:pt x="75" y="40"/>
                      <a:pt x="75" y="40"/>
                    </a:cubicBezTo>
                    <a:lnTo>
                      <a:pt x="51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5727F9BD-2115-4F19-BA95-3CA6A54C5BD7}"/>
                  </a:ext>
                </a:extLst>
              </p:cNvPr>
              <p:cNvSpPr/>
              <p:nvPr/>
            </p:nvSpPr>
            <p:spPr bwMode="auto">
              <a:xfrm>
                <a:off x="10996620" y="1667274"/>
                <a:ext cx="217264" cy="221178"/>
              </a:xfrm>
              <a:custGeom>
                <a:avLst/>
                <a:gdLst>
                  <a:gd name="T0" fmla="*/ 34 w 68"/>
                  <a:gd name="T1" fmla="*/ 0 h 69"/>
                  <a:gd name="T2" fmla="*/ 0 w 68"/>
                  <a:gd name="T3" fmla="*/ 35 h 69"/>
                  <a:gd name="T4" fmla="*/ 34 w 68"/>
                  <a:gd name="T5" fmla="*/ 69 h 69"/>
                  <a:gd name="T6" fmla="*/ 68 w 68"/>
                  <a:gd name="T7" fmla="*/ 35 h 69"/>
                  <a:gd name="T8" fmla="*/ 34 w 68"/>
                  <a:gd name="T9" fmla="*/ 0 h 69"/>
                  <a:gd name="T10" fmla="*/ 34 w 68"/>
                  <a:gd name="T11" fmla="*/ 62 h 69"/>
                  <a:gd name="T12" fmla="*/ 7 w 68"/>
                  <a:gd name="T13" fmla="*/ 35 h 69"/>
                  <a:gd name="T14" fmla="*/ 34 w 68"/>
                  <a:gd name="T15" fmla="*/ 7 h 69"/>
                  <a:gd name="T16" fmla="*/ 62 w 68"/>
                  <a:gd name="T17" fmla="*/ 35 h 69"/>
                  <a:gd name="T18" fmla="*/ 34 w 68"/>
                  <a:gd name="T19" fmla="*/ 62 h 69"/>
                  <a:gd name="T20" fmla="*/ 22 w 68"/>
                  <a:gd name="T21" fmla="*/ 24 h 69"/>
                  <a:gd name="T22" fmla="*/ 36 w 68"/>
                  <a:gd name="T23" fmla="*/ 35 h 69"/>
                  <a:gd name="T24" fmla="*/ 22 w 68"/>
                  <a:gd name="T25" fmla="*/ 45 h 69"/>
                  <a:gd name="T26" fmla="*/ 22 w 68"/>
                  <a:gd name="T27" fmla="*/ 24 h 69"/>
                  <a:gd name="T28" fmla="*/ 39 w 68"/>
                  <a:gd name="T29" fmla="*/ 24 h 69"/>
                  <a:gd name="T30" fmla="*/ 54 w 68"/>
                  <a:gd name="T31" fmla="*/ 35 h 69"/>
                  <a:gd name="T32" fmla="*/ 39 w 68"/>
                  <a:gd name="T33" fmla="*/ 45 h 69"/>
                  <a:gd name="T34" fmla="*/ 39 w 68"/>
                  <a:gd name="T35" fmla="*/ 2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8" h="69">
                    <a:moveTo>
                      <a:pt x="34" y="0"/>
                    </a:moveTo>
                    <a:cubicBezTo>
                      <a:pt x="15" y="0"/>
                      <a:pt x="0" y="16"/>
                      <a:pt x="0" y="35"/>
                    </a:cubicBezTo>
                    <a:cubicBezTo>
                      <a:pt x="0" y="53"/>
                      <a:pt x="15" y="69"/>
                      <a:pt x="34" y="69"/>
                    </a:cubicBezTo>
                    <a:cubicBezTo>
                      <a:pt x="53" y="69"/>
                      <a:pt x="68" y="53"/>
                      <a:pt x="68" y="35"/>
                    </a:cubicBezTo>
                    <a:cubicBezTo>
                      <a:pt x="68" y="16"/>
                      <a:pt x="53" y="0"/>
                      <a:pt x="34" y="0"/>
                    </a:cubicBezTo>
                    <a:close/>
                    <a:moveTo>
                      <a:pt x="34" y="62"/>
                    </a:moveTo>
                    <a:cubicBezTo>
                      <a:pt x="19" y="62"/>
                      <a:pt x="7" y="50"/>
                      <a:pt x="7" y="35"/>
                    </a:cubicBezTo>
                    <a:cubicBezTo>
                      <a:pt x="7" y="19"/>
                      <a:pt x="19" y="7"/>
                      <a:pt x="34" y="7"/>
                    </a:cubicBezTo>
                    <a:cubicBezTo>
                      <a:pt x="50" y="7"/>
                      <a:pt x="62" y="19"/>
                      <a:pt x="62" y="35"/>
                    </a:cubicBezTo>
                    <a:cubicBezTo>
                      <a:pt x="62" y="50"/>
                      <a:pt x="50" y="62"/>
                      <a:pt x="34" y="62"/>
                    </a:cubicBezTo>
                    <a:close/>
                    <a:moveTo>
                      <a:pt x="22" y="24"/>
                    </a:moveTo>
                    <a:cubicBezTo>
                      <a:pt x="36" y="35"/>
                      <a:pt x="36" y="35"/>
                      <a:pt x="36" y="35"/>
                    </a:cubicBezTo>
                    <a:cubicBezTo>
                      <a:pt x="22" y="45"/>
                      <a:pt x="22" y="45"/>
                      <a:pt x="22" y="45"/>
                    </a:cubicBezTo>
                    <a:lnTo>
                      <a:pt x="22" y="24"/>
                    </a:lnTo>
                    <a:close/>
                    <a:moveTo>
                      <a:pt x="39" y="24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39" y="45"/>
                      <a:pt x="39" y="45"/>
                      <a:pt x="39" y="45"/>
                    </a:cubicBezTo>
                    <a:lnTo>
                      <a:pt x="3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78D73C46-3AED-4DC4-97B6-B7CDAD862FDE}"/>
                  </a:ext>
                </a:extLst>
              </p:cNvPr>
              <p:cNvSpPr/>
              <p:nvPr/>
            </p:nvSpPr>
            <p:spPr bwMode="auto">
              <a:xfrm>
                <a:off x="11096443" y="2135076"/>
                <a:ext cx="172244" cy="197690"/>
              </a:xfrm>
              <a:custGeom>
                <a:avLst/>
                <a:gdLst>
                  <a:gd name="T0" fmla="*/ 50 w 54"/>
                  <a:gd name="T1" fmla="*/ 12 h 62"/>
                  <a:gd name="T2" fmla="*/ 42 w 54"/>
                  <a:gd name="T3" fmla="*/ 5 h 62"/>
                  <a:gd name="T4" fmla="*/ 33 w 54"/>
                  <a:gd name="T5" fmla="*/ 0 h 62"/>
                  <a:gd name="T6" fmla="*/ 6 w 54"/>
                  <a:gd name="T7" fmla="*/ 0 h 62"/>
                  <a:gd name="T8" fmla="*/ 0 w 54"/>
                  <a:gd name="T9" fmla="*/ 6 h 62"/>
                  <a:gd name="T10" fmla="*/ 0 w 54"/>
                  <a:gd name="T11" fmla="*/ 56 h 62"/>
                  <a:gd name="T12" fmla="*/ 6 w 54"/>
                  <a:gd name="T13" fmla="*/ 62 h 62"/>
                  <a:gd name="T14" fmla="*/ 48 w 54"/>
                  <a:gd name="T15" fmla="*/ 62 h 62"/>
                  <a:gd name="T16" fmla="*/ 54 w 54"/>
                  <a:gd name="T17" fmla="*/ 56 h 62"/>
                  <a:gd name="T18" fmla="*/ 54 w 54"/>
                  <a:gd name="T19" fmla="*/ 21 h 62"/>
                  <a:gd name="T20" fmla="*/ 50 w 54"/>
                  <a:gd name="T21" fmla="*/ 12 h 62"/>
                  <a:gd name="T22" fmla="*/ 35 w 54"/>
                  <a:gd name="T23" fmla="*/ 9 h 62"/>
                  <a:gd name="T24" fmla="*/ 35 w 54"/>
                  <a:gd name="T25" fmla="*/ 9 h 62"/>
                  <a:gd name="T26" fmla="*/ 37 w 54"/>
                  <a:gd name="T27" fmla="*/ 10 h 62"/>
                  <a:gd name="T28" fmla="*/ 44 w 54"/>
                  <a:gd name="T29" fmla="*/ 17 h 62"/>
                  <a:gd name="T30" fmla="*/ 45 w 54"/>
                  <a:gd name="T31" fmla="*/ 19 h 62"/>
                  <a:gd name="T32" fmla="*/ 46 w 54"/>
                  <a:gd name="T33" fmla="*/ 20 h 62"/>
                  <a:gd name="T34" fmla="*/ 35 w 54"/>
                  <a:gd name="T35" fmla="*/ 20 h 62"/>
                  <a:gd name="T36" fmla="*/ 35 w 54"/>
                  <a:gd name="T37" fmla="*/ 9 h 62"/>
                  <a:gd name="T38" fmla="*/ 46 w 54"/>
                  <a:gd name="T39" fmla="*/ 54 h 62"/>
                  <a:gd name="T40" fmla="*/ 8 w 54"/>
                  <a:gd name="T41" fmla="*/ 54 h 62"/>
                  <a:gd name="T42" fmla="*/ 8 w 54"/>
                  <a:gd name="T43" fmla="*/ 8 h 62"/>
                  <a:gd name="T44" fmla="*/ 31 w 54"/>
                  <a:gd name="T45" fmla="*/ 8 h 62"/>
                  <a:gd name="T46" fmla="*/ 31 w 54"/>
                  <a:gd name="T47" fmla="*/ 23 h 62"/>
                  <a:gd name="T48" fmla="*/ 46 w 54"/>
                  <a:gd name="T49" fmla="*/ 23 h 62"/>
                  <a:gd name="T50" fmla="*/ 46 w 54"/>
                  <a:gd name="T51" fmla="*/ 5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4" h="62">
                    <a:moveTo>
                      <a:pt x="50" y="12"/>
                    </a:moveTo>
                    <a:cubicBezTo>
                      <a:pt x="42" y="5"/>
                      <a:pt x="42" y="5"/>
                      <a:pt x="42" y="5"/>
                    </a:cubicBezTo>
                    <a:cubicBezTo>
                      <a:pt x="40" y="2"/>
                      <a:pt x="36" y="0"/>
                      <a:pt x="3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3" y="62"/>
                      <a:pt x="6" y="62"/>
                    </a:cubicBezTo>
                    <a:cubicBezTo>
                      <a:pt x="48" y="62"/>
                      <a:pt x="48" y="62"/>
                      <a:pt x="48" y="62"/>
                    </a:cubicBezTo>
                    <a:cubicBezTo>
                      <a:pt x="51" y="62"/>
                      <a:pt x="54" y="59"/>
                      <a:pt x="54" y="56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18"/>
                      <a:pt x="52" y="14"/>
                      <a:pt x="50" y="12"/>
                    </a:cubicBezTo>
                    <a:close/>
                    <a:moveTo>
                      <a:pt x="35" y="9"/>
                    </a:moveTo>
                    <a:cubicBezTo>
                      <a:pt x="35" y="9"/>
                      <a:pt x="35" y="9"/>
                      <a:pt x="35" y="9"/>
                    </a:cubicBezTo>
                    <a:cubicBezTo>
                      <a:pt x="36" y="9"/>
                      <a:pt x="37" y="10"/>
                      <a:pt x="37" y="10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5" y="17"/>
                      <a:pt x="45" y="18"/>
                      <a:pt x="45" y="19"/>
                    </a:cubicBezTo>
                    <a:cubicBezTo>
                      <a:pt x="46" y="19"/>
                      <a:pt x="46" y="19"/>
                      <a:pt x="46" y="20"/>
                    </a:cubicBezTo>
                    <a:cubicBezTo>
                      <a:pt x="35" y="20"/>
                      <a:pt x="35" y="20"/>
                      <a:pt x="35" y="20"/>
                    </a:cubicBezTo>
                    <a:lnTo>
                      <a:pt x="35" y="9"/>
                    </a:lnTo>
                    <a:close/>
                    <a:moveTo>
                      <a:pt x="46" y="54"/>
                    </a:moveTo>
                    <a:cubicBezTo>
                      <a:pt x="8" y="54"/>
                      <a:pt x="8" y="54"/>
                      <a:pt x="8" y="5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23"/>
                      <a:pt x="31" y="23"/>
                      <a:pt x="31" y="23"/>
                    </a:cubicBezTo>
                    <a:cubicBezTo>
                      <a:pt x="46" y="23"/>
                      <a:pt x="46" y="23"/>
                      <a:pt x="46" y="23"/>
                    </a:cubicBezTo>
                    <a:lnTo>
                      <a:pt x="46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E2C310C7-8A26-4848-AA28-C40D3AB7690D}"/>
                  </a:ext>
                </a:extLst>
              </p:cNvPr>
              <p:cNvSpPr/>
              <p:nvPr/>
            </p:nvSpPr>
            <p:spPr bwMode="auto">
              <a:xfrm>
                <a:off x="11082743" y="2730106"/>
                <a:ext cx="279899" cy="297514"/>
              </a:xfrm>
              <a:custGeom>
                <a:avLst/>
                <a:gdLst>
                  <a:gd name="T0" fmla="*/ 78 w 87"/>
                  <a:gd name="T1" fmla="*/ 0 h 93"/>
                  <a:gd name="T2" fmla="*/ 9 w 87"/>
                  <a:gd name="T3" fmla="*/ 0 h 93"/>
                  <a:gd name="T4" fmla="*/ 0 w 87"/>
                  <a:gd name="T5" fmla="*/ 9 h 93"/>
                  <a:gd name="T6" fmla="*/ 0 w 87"/>
                  <a:gd name="T7" fmla="*/ 84 h 93"/>
                  <a:gd name="T8" fmla="*/ 9 w 87"/>
                  <a:gd name="T9" fmla="*/ 93 h 93"/>
                  <a:gd name="T10" fmla="*/ 78 w 87"/>
                  <a:gd name="T11" fmla="*/ 93 h 93"/>
                  <a:gd name="T12" fmla="*/ 87 w 87"/>
                  <a:gd name="T13" fmla="*/ 84 h 93"/>
                  <a:gd name="T14" fmla="*/ 87 w 87"/>
                  <a:gd name="T15" fmla="*/ 9 h 93"/>
                  <a:gd name="T16" fmla="*/ 78 w 87"/>
                  <a:gd name="T17" fmla="*/ 0 h 93"/>
                  <a:gd name="T18" fmla="*/ 75 w 87"/>
                  <a:gd name="T19" fmla="*/ 81 h 93"/>
                  <a:gd name="T20" fmla="*/ 12 w 87"/>
                  <a:gd name="T21" fmla="*/ 81 h 93"/>
                  <a:gd name="T22" fmla="*/ 12 w 87"/>
                  <a:gd name="T23" fmla="*/ 12 h 93"/>
                  <a:gd name="T24" fmla="*/ 75 w 87"/>
                  <a:gd name="T25" fmla="*/ 12 h 93"/>
                  <a:gd name="T26" fmla="*/ 75 w 87"/>
                  <a:gd name="T27" fmla="*/ 81 h 93"/>
                  <a:gd name="T28" fmla="*/ 23 w 87"/>
                  <a:gd name="T29" fmla="*/ 41 h 93"/>
                  <a:gd name="T30" fmla="*/ 64 w 87"/>
                  <a:gd name="T31" fmla="*/ 41 h 93"/>
                  <a:gd name="T32" fmla="*/ 64 w 87"/>
                  <a:gd name="T33" fmla="*/ 46 h 93"/>
                  <a:gd name="T34" fmla="*/ 23 w 87"/>
                  <a:gd name="T35" fmla="*/ 46 h 93"/>
                  <a:gd name="T36" fmla="*/ 23 w 87"/>
                  <a:gd name="T37" fmla="*/ 41 h 93"/>
                  <a:gd name="T38" fmla="*/ 23 w 87"/>
                  <a:gd name="T39" fmla="*/ 52 h 93"/>
                  <a:gd name="T40" fmla="*/ 64 w 87"/>
                  <a:gd name="T41" fmla="*/ 52 h 93"/>
                  <a:gd name="T42" fmla="*/ 64 w 87"/>
                  <a:gd name="T43" fmla="*/ 58 h 93"/>
                  <a:gd name="T44" fmla="*/ 23 w 87"/>
                  <a:gd name="T45" fmla="*/ 58 h 93"/>
                  <a:gd name="T46" fmla="*/ 23 w 87"/>
                  <a:gd name="T47" fmla="*/ 52 h 93"/>
                  <a:gd name="T48" fmla="*/ 23 w 87"/>
                  <a:gd name="T49" fmla="*/ 64 h 93"/>
                  <a:gd name="T50" fmla="*/ 64 w 87"/>
                  <a:gd name="T51" fmla="*/ 64 h 93"/>
                  <a:gd name="T52" fmla="*/ 64 w 87"/>
                  <a:gd name="T53" fmla="*/ 69 h 93"/>
                  <a:gd name="T54" fmla="*/ 23 w 87"/>
                  <a:gd name="T55" fmla="*/ 69 h 93"/>
                  <a:gd name="T56" fmla="*/ 23 w 87"/>
                  <a:gd name="T57" fmla="*/ 64 h 93"/>
                  <a:gd name="T58" fmla="*/ 23 w 87"/>
                  <a:gd name="T59" fmla="*/ 29 h 93"/>
                  <a:gd name="T60" fmla="*/ 64 w 87"/>
                  <a:gd name="T61" fmla="*/ 29 h 93"/>
                  <a:gd name="T62" fmla="*/ 64 w 87"/>
                  <a:gd name="T63" fmla="*/ 35 h 93"/>
                  <a:gd name="T64" fmla="*/ 23 w 87"/>
                  <a:gd name="T65" fmla="*/ 35 h 93"/>
                  <a:gd name="T66" fmla="*/ 23 w 87"/>
                  <a:gd name="T67" fmla="*/ 2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7" h="93">
                    <a:moveTo>
                      <a:pt x="78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9"/>
                      <a:pt x="4" y="93"/>
                      <a:pt x="9" y="93"/>
                    </a:cubicBezTo>
                    <a:cubicBezTo>
                      <a:pt x="78" y="93"/>
                      <a:pt x="78" y="93"/>
                      <a:pt x="78" y="93"/>
                    </a:cubicBezTo>
                    <a:cubicBezTo>
                      <a:pt x="83" y="93"/>
                      <a:pt x="87" y="89"/>
                      <a:pt x="87" y="84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4"/>
                      <a:pt x="83" y="0"/>
                      <a:pt x="78" y="0"/>
                    </a:cubicBezTo>
                    <a:close/>
                    <a:moveTo>
                      <a:pt x="75" y="81"/>
                    </a:moveTo>
                    <a:cubicBezTo>
                      <a:pt x="12" y="81"/>
                      <a:pt x="12" y="81"/>
                      <a:pt x="12" y="81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5" y="81"/>
                    </a:lnTo>
                    <a:close/>
                    <a:moveTo>
                      <a:pt x="23" y="41"/>
                    </a:moveTo>
                    <a:cubicBezTo>
                      <a:pt x="64" y="41"/>
                      <a:pt x="64" y="41"/>
                      <a:pt x="64" y="41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23" y="46"/>
                      <a:pt x="23" y="46"/>
                      <a:pt x="23" y="46"/>
                    </a:cubicBezTo>
                    <a:lnTo>
                      <a:pt x="23" y="41"/>
                    </a:lnTo>
                    <a:close/>
                    <a:moveTo>
                      <a:pt x="23" y="52"/>
                    </a:moveTo>
                    <a:cubicBezTo>
                      <a:pt x="64" y="52"/>
                      <a:pt x="64" y="52"/>
                      <a:pt x="64" y="52"/>
                    </a:cubicBezTo>
                    <a:cubicBezTo>
                      <a:pt x="64" y="58"/>
                      <a:pt x="64" y="58"/>
                      <a:pt x="64" y="58"/>
                    </a:cubicBezTo>
                    <a:cubicBezTo>
                      <a:pt x="23" y="58"/>
                      <a:pt x="23" y="58"/>
                      <a:pt x="23" y="58"/>
                    </a:cubicBezTo>
                    <a:lnTo>
                      <a:pt x="23" y="52"/>
                    </a:lnTo>
                    <a:close/>
                    <a:moveTo>
                      <a:pt x="23" y="64"/>
                    </a:move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23" y="69"/>
                      <a:pt x="23" y="69"/>
                      <a:pt x="23" y="69"/>
                    </a:cubicBezTo>
                    <a:lnTo>
                      <a:pt x="23" y="64"/>
                    </a:lnTo>
                    <a:close/>
                    <a:moveTo>
                      <a:pt x="23" y="29"/>
                    </a:moveTo>
                    <a:cubicBezTo>
                      <a:pt x="64" y="29"/>
                      <a:pt x="64" y="29"/>
                      <a:pt x="64" y="29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3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020FF4AB-BA6C-4615-BCA6-032266A3E173}"/>
                  </a:ext>
                </a:extLst>
              </p:cNvPr>
              <p:cNvSpPr/>
              <p:nvPr/>
            </p:nvSpPr>
            <p:spPr bwMode="auto">
              <a:xfrm>
                <a:off x="11031852" y="3084384"/>
                <a:ext cx="262283" cy="197690"/>
              </a:xfrm>
              <a:custGeom>
                <a:avLst/>
                <a:gdLst>
                  <a:gd name="T0" fmla="*/ 0 w 134"/>
                  <a:gd name="T1" fmla="*/ 0 h 101"/>
                  <a:gd name="T2" fmla="*/ 0 w 134"/>
                  <a:gd name="T3" fmla="*/ 101 h 101"/>
                  <a:gd name="T4" fmla="*/ 134 w 134"/>
                  <a:gd name="T5" fmla="*/ 101 h 101"/>
                  <a:gd name="T6" fmla="*/ 134 w 134"/>
                  <a:gd name="T7" fmla="*/ 0 h 101"/>
                  <a:gd name="T8" fmla="*/ 0 w 134"/>
                  <a:gd name="T9" fmla="*/ 0 h 101"/>
                  <a:gd name="T10" fmla="*/ 25 w 134"/>
                  <a:gd name="T11" fmla="*/ 93 h 101"/>
                  <a:gd name="T12" fmla="*/ 8 w 134"/>
                  <a:gd name="T13" fmla="*/ 93 h 101"/>
                  <a:gd name="T14" fmla="*/ 8 w 134"/>
                  <a:gd name="T15" fmla="*/ 77 h 101"/>
                  <a:gd name="T16" fmla="*/ 25 w 134"/>
                  <a:gd name="T17" fmla="*/ 77 h 101"/>
                  <a:gd name="T18" fmla="*/ 25 w 134"/>
                  <a:gd name="T19" fmla="*/ 93 h 101"/>
                  <a:gd name="T20" fmla="*/ 25 w 134"/>
                  <a:gd name="T21" fmla="*/ 59 h 101"/>
                  <a:gd name="T22" fmla="*/ 8 w 134"/>
                  <a:gd name="T23" fmla="*/ 59 h 101"/>
                  <a:gd name="T24" fmla="*/ 8 w 134"/>
                  <a:gd name="T25" fmla="*/ 43 h 101"/>
                  <a:gd name="T26" fmla="*/ 25 w 134"/>
                  <a:gd name="T27" fmla="*/ 43 h 101"/>
                  <a:gd name="T28" fmla="*/ 25 w 134"/>
                  <a:gd name="T29" fmla="*/ 59 h 101"/>
                  <a:gd name="T30" fmla="*/ 25 w 134"/>
                  <a:gd name="T31" fmla="*/ 26 h 101"/>
                  <a:gd name="T32" fmla="*/ 8 w 134"/>
                  <a:gd name="T33" fmla="*/ 26 h 101"/>
                  <a:gd name="T34" fmla="*/ 8 w 134"/>
                  <a:gd name="T35" fmla="*/ 8 h 101"/>
                  <a:gd name="T36" fmla="*/ 25 w 134"/>
                  <a:gd name="T37" fmla="*/ 8 h 101"/>
                  <a:gd name="T38" fmla="*/ 25 w 134"/>
                  <a:gd name="T39" fmla="*/ 26 h 101"/>
                  <a:gd name="T40" fmla="*/ 102 w 134"/>
                  <a:gd name="T41" fmla="*/ 93 h 101"/>
                  <a:gd name="T42" fmla="*/ 35 w 134"/>
                  <a:gd name="T43" fmla="*/ 93 h 101"/>
                  <a:gd name="T44" fmla="*/ 35 w 134"/>
                  <a:gd name="T45" fmla="*/ 8 h 101"/>
                  <a:gd name="T46" fmla="*/ 102 w 134"/>
                  <a:gd name="T47" fmla="*/ 8 h 101"/>
                  <a:gd name="T48" fmla="*/ 102 w 134"/>
                  <a:gd name="T49" fmla="*/ 93 h 101"/>
                  <a:gd name="T50" fmla="*/ 126 w 134"/>
                  <a:gd name="T51" fmla="*/ 93 h 101"/>
                  <a:gd name="T52" fmla="*/ 110 w 134"/>
                  <a:gd name="T53" fmla="*/ 93 h 101"/>
                  <a:gd name="T54" fmla="*/ 110 w 134"/>
                  <a:gd name="T55" fmla="*/ 77 h 101"/>
                  <a:gd name="T56" fmla="*/ 126 w 134"/>
                  <a:gd name="T57" fmla="*/ 77 h 101"/>
                  <a:gd name="T58" fmla="*/ 126 w 134"/>
                  <a:gd name="T59" fmla="*/ 93 h 101"/>
                  <a:gd name="T60" fmla="*/ 126 w 134"/>
                  <a:gd name="T61" fmla="*/ 59 h 101"/>
                  <a:gd name="T62" fmla="*/ 110 w 134"/>
                  <a:gd name="T63" fmla="*/ 59 h 101"/>
                  <a:gd name="T64" fmla="*/ 110 w 134"/>
                  <a:gd name="T65" fmla="*/ 43 h 101"/>
                  <a:gd name="T66" fmla="*/ 126 w 134"/>
                  <a:gd name="T67" fmla="*/ 43 h 101"/>
                  <a:gd name="T68" fmla="*/ 126 w 134"/>
                  <a:gd name="T69" fmla="*/ 59 h 101"/>
                  <a:gd name="T70" fmla="*/ 126 w 134"/>
                  <a:gd name="T71" fmla="*/ 26 h 101"/>
                  <a:gd name="T72" fmla="*/ 110 w 134"/>
                  <a:gd name="T73" fmla="*/ 26 h 101"/>
                  <a:gd name="T74" fmla="*/ 110 w 134"/>
                  <a:gd name="T75" fmla="*/ 8 h 101"/>
                  <a:gd name="T76" fmla="*/ 126 w 134"/>
                  <a:gd name="T77" fmla="*/ 8 h 101"/>
                  <a:gd name="T78" fmla="*/ 126 w 134"/>
                  <a:gd name="T79" fmla="*/ 26 h 101"/>
                  <a:gd name="T80" fmla="*/ 51 w 134"/>
                  <a:gd name="T81" fmla="*/ 26 h 101"/>
                  <a:gd name="T82" fmla="*/ 51 w 134"/>
                  <a:gd name="T83" fmla="*/ 77 h 101"/>
                  <a:gd name="T84" fmla="*/ 84 w 134"/>
                  <a:gd name="T85" fmla="*/ 51 h 101"/>
                  <a:gd name="T86" fmla="*/ 51 w 134"/>
                  <a:gd name="T87" fmla="*/ 26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4" h="101">
                    <a:moveTo>
                      <a:pt x="0" y="0"/>
                    </a:moveTo>
                    <a:lnTo>
                      <a:pt x="0" y="101"/>
                    </a:lnTo>
                    <a:lnTo>
                      <a:pt x="134" y="101"/>
                    </a:lnTo>
                    <a:lnTo>
                      <a:pt x="134" y="0"/>
                    </a:lnTo>
                    <a:lnTo>
                      <a:pt x="0" y="0"/>
                    </a:lnTo>
                    <a:close/>
                    <a:moveTo>
                      <a:pt x="25" y="93"/>
                    </a:moveTo>
                    <a:lnTo>
                      <a:pt x="8" y="93"/>
                    </a:lnTo>
                    <a:lnTo>
                      <a:pt x="8" y="77"/>
                    </a:lnTo>
                    <a:lnTo>
                      <a:pt x="25" y="77"/>
                    </a:lnTo>
                    <a:lnTo>
                      <a:pt x="25" y="93"/>
                    </a:lnTo>
                    <a:close/>
                    <a:moveTo>
                      <a:pt x="25" y="59"/>
                    </a:moveTo>
                    <a:lnTo>
                      <a:pt x="8" y="59"/>
                    </a:lnTo>
                    <a:lnTo>
                      <a:pt x="8" y="43"/>
                    </a:lnTo>
                    <a:lnTo>
                      <a:pt x="25" y="43"/>
                    </a:lnTo>
                    <a:lnTo>
                      <a:pt x="25" y="59"/>
                    </a:lnTo>
                    <a:close/>
                    <a:moveTo>
                      <a:pt x="25" y="26"/>
                    </a:moveTo>
                    <a:lnTo>
                      <a:pt x="8" y="26"/>
                    </a:lnTo>
                    <a:lnTo>
                      <a:pt x="8" y="8"/>
                    </a:lnTo>
                    <a:lnTo>
                      <a:pt x="25" y="8"/>
                    </a:lnTo>
                    <a:lnTo>
                      <a:pt x="25" y="26"/>
                    </a:lnTo>
                    <a:close/>
                    <a:moveTo>
                      <a:pt x="102" y="93"/>
                    </a:moveTo>
                    <a:lnTo>
                      <a:pt x="35" y="93"/>
                    </a:lnTo>
                    <a:lnTo>
                      <a:pt x="35" y="8"/>
                    </a:lnTo>
                    <a:lnTo>
                      <a:pt x="102" y="8"/>
                    </a:lnTo>
                    <a:lnTo>
                      <a:pt x="102" y="93"/>
                    </a:lnTo>
                    <a:close/>
                    <a:moveTo>
                      <a:pt x="126" y="93"/>
                    </a:moveTo>
                    <a:lnTo>
                      <a:pt x="110" y="93"/>
                    </a:lnTo>
                    <a:lnTo>
                      <a:pt x="110" y="77"/>
                    </a:lnTo>
                    <a:lnTo>
                      <a:pt x="126" y="77"/>
                    </a:lnTo>
                    <a:lnTo>
                      <a:pt x="126" y="93"/>
                    </a:lnTo>
                    <a:close/>
                    <a:moveTo>
                      <a:pt x="126" y="59"/>
                    </a:moveTo>
                    <a:lnTo>
                      <a:pt x="110" y="59"/>
                    </a:lnTo>
                    <a:lnTo>
                      <a:pt x="110" y="43"/>
                    </a:lnTo>
                    <a:lnTo>
                      <a:pt x="126" y="43"/>
                    </a:lnTo>
                    <a:lnTo>
                      <a:pt x="126" y="59"/>
                    </a:lnTo>
                    <a:close/>
                    <a:moveTo>
                      <a:pt x="126" y="26"/>
                    </a:moveTo>
                    <a:lnTo>
                      <a:pt x="110" y="26"/>
                    </a:lnTo>
                    <a:lnTo>
                      <a:pt x="110" y="8"/>
                    </a:lnTo>
                    <a:lnTo>
                      <a:pt x="126" y="8"/>
                    </a:lnTo>
                    <a:lnTo>
                      <a:pt x="126" y="26"/>
                    </a:lnTo>
                    <a:close/>
                    <a:moveTo>
                      <a:pt x="51" y="26"/>
                    </a:moveTo>
                    <a:lnTo>
                      <a:pt x="51" y="77"/>
                    </a:lnTo>
                    <a:lnTo>
                      <a:pt x="84" y="51"/>
                    </a:lnTo>
                    <a:lnTo>
                      <a:pt x="51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2A0292BA-67A2-41AB-BD20-5A334F931692}"/>
                  </a:ext>
                </a:extLst>
              </p:cNvPr>
              <p:cNvSpPr/>
              <p:nvPr/>
            </p:nvSpPr>
            <p:spPr bwMode="auto">
              <a:xfrm>
                <a:off x="11333278" y="3027619"/>
                <a:ext cx="156586" cy="146800"/>
              </a:xfrm>
              <a:custGeom>
                <a:avLst/>
                <a:gdLst>
                  <a:gd name="T0" fmla="*/ 80 w 80"/>
                  <a:gd name="T1" fmla="*/ 29 h 75"/>
                  <a:gd name="T2" fmla="*/ 52 w 80"/>
                  <a:gd name="T3" fmla="*/ 24 h 75"/>
                  <a:gd name="T4" fmla="*/ 41 w 80"/>
                  <a:gd name="T5" fmla="*/ 0 h 75"/>
                  <a:gd name="T6" fmla="*/ 28 w 80"/>
                  <a:gd name="T7" fmla="*/ 24 h 75"/>
                  <a:gd name="T8" fmla="*/ 0 w 80"/>
                  <a:gd name="T9" fmla="*/ 29 h 75"/>
                  <a:gd name="T10" fmla="*/ 19 w 80"/>
                  <a:gd name="T11" fmla="*/ 49 h 75"/>
                  <a:gd name="T12" fmla="*/ 15 w 80"/>
                  <a:gd name="T13" fmla="*/ 75 h 75"/>
                  <a:gd name="T14" fmla="*/ 41 w 80"/>
                  <a:gd name="T15" fmla="*/ 62 h 75"/>
                  <a:gd name="T16" fmla="*/ 65 w 80"/>
                  <a:gd name="T17" fmla="*/ 75 h 75"/>
                  <a:gd name="T18" fmla="*/ 60 w 80"/>
                  <a:gd name="T19" fmla="*/ 49 h 75"/>
                  <a:gd name="T20" fmla="*/ 80 w 80"/>
                  <a:gd name="T21" fmla="*/ 29 h 75"/>
                  <a:gd name="T22" fmla="*/ 41 w 80"/>
                  <a:gd name="T23" fmla="*/ 57 h 75"/>
                  <a:gd name="T24" fmla="*/ 23 w 80"/>
                  <a:gd name="T25" fmla="*/ 65 h 75"/>
                  <a:gd name="T26" fmla="*/ 26 w 80"/>
                  <a:gd name="T27" fmla="*/ 45 h 75"/>
                  <a:gd name="T28" fmla="*/ 11 w 80"/>
                  <a:gd name="T29" fmla="*/ 32 h 75"/>
                  <a:gd name="T30" fmla="*/ 31 w 80"/>
                  <a:gd name="T31" fmla="*/ 29 h 75"/>
                  <a:gd name="T32" fmla="*/ 41 w 80"/>
                  <a:gd name="T33" fmla="*/ 11 h 75"/>
                  <a:gd name="T34" fmla="*/ 49 w 80"/>
                  <a:gd name="T35" fmla="*/ 29 h 75"/>
                  <a:gd name="T36" fmla="*/ 68 w 80"/>
                  <a:gd name="T37" fmla="*/ 32 h 75"/>
                  <a:gd name="T38" fmla="*/ 54 w 80"/>
                  <a:gd name="T39" fmla="*/ 45 h 75"/>
                  <a:gd name="T40" fmla="*/ 57 w 80"/>
                  <a:gd name="T41" fmla="*/ 65 h 75"/>
                  <a:gd name="T42" fmla="*/ 41 w 80"/>
                  <a:gd name="T43" fmla="*/ 5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75">
                    <a:moveTo>
                      <a:pt x="80" y="29"/>
                    </a:moveTo>
                    <a:lnTo>
                      <a:pt x="52" y="24"/>
                    </a:lnTo>
                    <a:lnTo>
                      <a:pt x="41" y="0"/>
                    </a:lnTo>
                    <a:lnTo>
                      <a:pt x="28" y="24"/>
                    </a:lnTo>
                    <a:lnTo>
                      <a:pt x="0" y="29"/>
                    </a:lnTo>
                    <a:lnTo>
                      <a:pt x="19" y="49"/>
                    </a:lnTo>
                    <a:lnTo>
                      <a:pt x="15" y="75"/>
                    </a:lnTo>
                    <a:lnTo>
                      <a:pt x="41" y="62"/>
                    </a:lnTo>
                    <a:lnTo>
                      <a:pt x="65" y="75"/>
                    </a:lnTo>
                    <a:lnTo>
                      <a:pt x="60" y="49"/>
                    </a:lnTo>
                    <a:lnTo>
                      <a:pt x="80" y="29"/>
                    </a:lnTo>
                    <a:close/>
                    <a:moveTo>
                      <a:pt x="41" y="57"/>
                    </a:moveTo>
                    <a:lnTo>
                      <a:pt x="23" y="65"/>
                    </a:lnTo>
                    <a:lnTo>
                      <a:pt x="26" y="45"/>
                    </a:lnTo>
                    <a:lnTo>
                      <a:pt x="11" y="32"/>
                    </a:lnTo>
                    <a:lnTo>
                      <a:pt x="31" y="29"/>
                    </a:lnTo>
                    <a:lnTo>
                      <a:pt x="41" y="11"/>
                    </a:lnTo>
                    <a:lnTo>
                      <a:pt x="49" y="29"/>
                    </a:lnTo>
                    <a:lnTo>
                      <a:pt x="68" y="32"/>
                    </a:lnTo>
                    <a:lnTo>
                      <a:pt x="54" y="45"/>
                    </a:lnTo>
                    <a:lnTo>
                      <a:pt x="57" y="65"/>
                    </a:lnTo>
                    <a:lnTo>
                      <a:pt x="4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762C59A6-1CFB-4BC2-94D8-E509319B67CF}"/>
                  </a:ext>
                </a:extLst>
              </p:cNvPr>
              <p:cNvSpPr/>
              <p:nvPr/>
            </p:nvSpPr>
            <p:spPr bwMode="auto">
              <a:xfrm>
                <a:off x="10818501" y="1526346"/>
                <a:ext cx="191818" cy="207478"/>
              </a:xfrm>
              <a:custGeom>
                <a:avLst/>
                <a:gdLst>
                  <a:gd name="T0" fmla="*/ 48 w 60"/>
                  <a:gd name="T1" fmla="*/ 11 h 65"/>
                  <a:gd name="T2" fmla="*/ 60 w 60"/>
                  <a:gd name="T3" fmla="*/ 6 h 65"/>
                  <a:gd name="T4" fmla="*/ 60 w 60"/>
                  <a:gd name="T5" fmla="*/ 44 h 65"/>
                  <a:gd name="T6" fmla="*/ 48 w 60"/>
                  <a:gd name="T7" fmla="*/ 48 h 65"/>
                  <a:gd name="T8" fmla="*/ 36 w 60"/>
                  <a:gd name="T9" fmla="*/ 45 h 65"/>
                  <a:gd name="T10" fmla="*/ 24 w 60"/>
                  <a:gd name="T11" fmla="*/ 41 h 65"/>
                  <a:gd name="T12" fmla="*/ 12 w 60"/>
                  <a:gd name="T13" fmla="*/ 46 h 65"/>
                  <a:gd name="T14" fmla="*/ 12 w 60"/>
                  <a:gd name="T15" fmla="*/ 8 h 65"/>
                  <a:gd name="T16" fmla="*/ 24 w 60"/>
                  <a:gd name="T17" fmla="*/ 4 h 65"/>
                  <a:gd name="T18" fmla="*/ 36 w 60"/>
                  <a:gd name="T19" fmla="*/ 7 h 65"/>
                  <a:gd name="T20" fmla="*/ 48 w 60"/>
                  <a:gd name="T21" fmla="*/ 11 h 65"/>
                  <a:gd name="T22" fmla="*/ 4 w 60"/>
                  <a:gd name="T23" fmla="*/ 0 h 65"/>
                  <a:gd name="T24" fmla="*/ 8 w 60"/>
                  <a:gd name="T25" fmla="*/ 4 h 65"/>
                  <a:gd name="T26" fmla="*/ 8 w 60"/>
                  <a:gd name="T27" fmla="*/ 65 h 65"/>
                  <a:gd name="T28" fmla="*/ 0 w 60"/>
                  <a:gd name="T29" fmla="*/ 65 h 65"/>
                  <a:gd name="T30" fmla="*/ 0 w 60"/>
                  <a:gd name="T31" fmla="*/ 4 h 65"/>
                  <a:gd name="T32" fmla="*/ 4 w 60"/>
                  <a:gd name="T3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0" h="65">
                    <a:moveTo>
                      <a:pt x="48" y="11"/>
                    </a:moveTo>
                    <a:cubicBezTo>
                      <a:pt x="53" y="11"/>
                      <a:pt x="58" y="8"/>
                      <a:pt x="60" y="6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58" y="46"/>
                      <a:pt x="53" y="48"/>
                      <a:pt x="48" y="48"/>
                    </a:cubicBezTo>
                    <a:cubicBezTo>
                      <a:pt x="43" y="48"/>
                      <a:pt x="39" y="47"/>
                      <a:pt x="36" y="45"/>
                    </a:cubicBezTo>
                    <a:cubicBezTo>
                      <a:pt x="33" y="43"/>
                      <a:pt x="29" y="41"/>
                      <a:pt x="24" y="41"/>
                    </a:cubicBezTo>
                    <a:cubicBezTo>
                      <a:pt x="19" y="41"/>
                      <a:pt x="15" y="44"/>
                      <a:pt x="12" y="46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5" y="6"/>
                      <a:pt x="19" y="4"/>
                      <a:pt x="24" y="4"/>
                    </a:cubicBezTo>
                    <a:cubicBezTo>
                      <a:pt x="29" y="4"/>
                      <a:pt x="33" y="5"/>
                      <a:pt x="36" y="7"/>
                    </a:cubicBezTo>
                    <a:cubicBezTo>
                      <a:pt x="39" y="9"/>
                      <a:pt x="43" y="11"/>
                      <a:pt x="48" y="11"/>
                    </a:cubicBezTo>
                    <a:close/>
                    <a:moveTo>
                      <a:pt x="4" y="0"/>
                    </a:moveTo>
                    <a:cubicBezTo>
                      <a:pt x="6" y="0"/>
                      <a:pt x="8" y="1"/>
                      <a:pt x="8" y="4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"/>
                      <a:pt x="1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DE8F4550-957D-4B57-B220-EFF43BC6FD3F}"/>
                  </a:ext>
                </a:extLst>
              </p:cNvPr>
              <p:cNvSpPr/>
              <p:nvPr/>
            </p:nvSpPr>
            <p:spPr bwMode="auto">
              <a:xfrm>
                <a:off x="10575792" y="1424564"/>
                <a:ext cx="203562" cy="207478"/>
              </a:xfrm>
              <a:custGeom>
                <a:avLst/>
                <a:gdLst>
                  <a:gd name="T0" fmla="*/ 54 w 64"/>
                  <a:gd name="T1" fmla="*/ 0 h 65"/>
                  <a:gd name="T2" fmla="*/ 44 w 64"/>
                  <a:gd name="T3" fmla="*/ 11 h 65"/>
                  <a:gd name="T4" fmla="*/ 44 w 64"/>
                  <a:gd name="T5" fmla="*/ 41 h 65"/>
                  <a:gd name="T6" fmla="*/ 52 w 64"/>
                  <a:gd name="T7" fmla="*/ 41 h 65"/>
                  <a:gd name="T8" fmla="*/ 52 w 64"/>
                  <a:gd name="T9" fmla="*/ 65 h 65"/>
                  <a:gd name="T10" fmla="*/ 64 w 64"/>
                  <a:gd name="T11" fmla="*/ 65 h 65"/>
                  <a:gd name="T12" fmla="*/ 64 w 64"/>
                  <a:gd name="T13" fmla="*/ 11 h 65"/>
                  <a:gd name="T14" fmla="*/ 54 w 64"/>
                  <a:gd name="T15" fmla="*/ 0 h 65"/>
                  <a:gd name="T16" fmla="*/ 26 w 64"/>
                  <a:gd name="T17" fmla="*/ 0 h 65"/>
                  <a:gd name="T18" fmla="*/ 24 w 64"/>
                  <a:gd name="T19" fmla="*/ 2 h 65"/>
                  <a:gd name="T20" fmla="*/ 24 w 64"/>
                  <a:gd name="T21" fmla="*/ 17 h 65"/>
                  <a:gd name="T22" fmla="*/ 22 w 64"/>
                  <a:gd name="T23" fmla="*/ 18 h 65"/>
                  <a:gd name="T24" fmla="*/ 20 w 64"/>
                  <a:gd name="T25" fmla="*/ 17 h 65"/>
                  <a:gd name="T26" fmla="*/ 20 w 64"/>
                  <a:gd name="T27" fmla="*/ 2 h 65"/>
                  <a:gd name="T28" fmla="*/ 18 w 64"/>
                  <a:gd name="T29" fmla="*/ 0 h 65"/>
                  <a:gd name="T30" fmla="*/ 16 w 64"/>
                  <a:gd name="T31" fmla="*/ 2 h 65"/>
                  <a:gd name="T32" fmla="*/ 16 w 64"/>
                  <a:gd name="T33" fmla="*/ 17 h 65"/>
                  <a:gd name="T34" fmla="*/ 14 w 64"/>
                  <a:gd name="T35" fmla="*/ 18 h 65"/>
                  <a:gd name="T36" fmla="*/ 12 w 64"/>
                  <a:gd name="T37" fmla="*/ 17 h 65"/>
                  <a:gd name="T38" fmla="*/ 12 w 64"/>
                  <a:gd name="T39" fmla="*/ 2 h 65"/>
                  <a:gd name="T40" fmla="*/ 10 w 64"/>
                  <a:gd name="T41" fmla="*/ 0 h 65"/>
                  <a:gd name="T42" fmla="*/ 8 w 64"/>
                  <a:gd name="T43" fmla="*/ 2 h 65"/>
                  <a:gd name="T44" fmla="*/ 8 w 64"/>
                  <a:gd name="T45" fmla="*/ 17 h 65"/>
                  <a:gd name="T46" fmla="*/ 6 w 64"/>
                  <a:gd name="T47" fmla="*/ 18 h 65"/>
                  <a:gd name="T48" fmla="*/ 4 w 64"/>
                  <a:gd name="T49" fmla="*/ 17 h 65"/>
                  <a:gd name="T50" fmla="*/ 4 w 64"/>
                  <a:gd name="T51" fmla="*/ 2 h 65"/>
                  <a:gd name="T52" fmla="*/ 2 w 64"/>
                  <a:gd name="T53" fmla="*/ 0 h 65"/>
                  <a:gd name="T54" fmla="*/ 0 w 64"/>
                  <a:gd name="T55" fmla="*/ 2 h 65"/>
                  <a:gd name="T56" fmla="*/ 0 w 64"/>
                  <a:gd name="T57" fmla="*/ 17 h 65"/>
                  <a:gd name="T58" fmla="*/ 0 w 64"/>
                  <a:gd name="T59" fmla="*/ 21 h 65"/>
                  <a:gd name="T60" fmla="*/ 3 w 64"/>
                  <a:gd name="T61" fmla="*/ 25 h 65"/>
                  <a:gd name="T62" fmla="*/ 8 w 64"/>
                  <a:gd name="T63" fmla="*/ 33 h 65"/>
                  <a:gd name="T64" fmla="*/ 8 w 64"/>
                  <a:gd name="T65" fmla="*/ 65 h 65"/>
                  <a:gd name="T66" fmla="*/ 20 w 64"/>
                  <a:gd name="T67" fmla="*/ 65 h 65"/>
                  <a:gd name="T68" fmla="*/ 20 w 64"/>
                  <a:gd name="T69" fmla="*/ 33 h 65"/>
                  <a:gd name="T70" fmla="*/ 25 w 64"/>
                  <a:gd name="T71" fmla="*/ 25 h 65"/>
                  <a:gd name="T72" fmla="*/ 28 w 64"/>
                  <a:gd name="T73" fmla="*/ 21 h 65"/>
                  <a:gd name="T74" fmla="*/ 28 w 64"/>
                  <a:gd name="T75" fmla="*/ 17 h 65"/>
                  <a:gd name="T76" fmla="*/ 28 w 64"/>
                  <a:gd name="T77" fmla="*/ 2 h 65"/>
                  <a:gd name="T78" fmla="*/ 26 w 64"/>
                  <a:gd name="T7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4" h="65">
                    <a:moveTo>
                      <a:pt x="54" y="0"/>
                    </a:moveTo>
                    <a:cubicBezTo>
                      <a:pt x="49" y="0"/>
                      <a:pt x="44" y="5"/>
                      <a:pt x="44" y="1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52" y="41"/>
                      <a:pt x="52" y="41"/>
                      <a:pt x="52" y="41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64" y="65"/>
                      <a:pt x="64" y="65"/>
                      <a:pt x="64" y="65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5"/>
                      <a:pt x="60" y="0"/>
                      <a:pt x="54" y="0"/>
                    </a:cubicBezTo>
                    <a:close/>
                    <a:moveTo>
                      <a:pt x="26" y="0"/>
                    </a:moveTo>
                    <a:cubicBezTo>
                      <a:pt x="25" y="0"/>
                      <a:pt x="24" y="1"/>
                      <a:pt x="24" y="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3" y="18"/>
                      <a:pt x="22" y="18"/>
                    </a:cubicBezTo>
                    <a:cubicBezTo>
                      <a:pt x="21" y="18"/>
                      <a:pt x="20" y="17"/>
                      <a:pt x="20" y="17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1"/>
                      <a:pt x="19" y="0"/>
                      <a:pt x="18" y="0"/>
                    </a:cubicBezTo>
                    <a:cubicBezTo>
                      <a:pt x="17" y="0"/>
                      <a:pt x="16" y="1"/>
                      <a:pt x="16" y="2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5" y="18"/>
                      <a:pt x="14" y="18"/>
                    </a:cubicBezTo>
                    <a:cubicBezTo>
                      <a:pt x="13" y="18"/>
                      <a:pt x="12" y="17"/>
                      <a:pt x="12" y="17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9" y="0"/>
                      <a:pt x="8" y="1"/>
                      <a:pt x="8" y="2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7"/>
                      <a:pt x="7" y="18"/>
                      <a:pt x="6" y="18"/>
                    </a:cubicBezTo>
                    <a:cubicBezTo>
                      <a:pt x="5" y="18"/>
                      <a:pt x="4" y="17"/>
                      <a:pt x="4" y="1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2"/>
                      <a:pt x="1" y="23"/>
                      <a:pt x="3" y="25"/>
                    </a:cubicBezTo>
                    <a:cubicBezTo>
                      <a:pt x="5" y="26"/>
                      <a:pt x="8" y="28"/>
                      <a:pt x="8" y="33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28"/>
                      <a:pt x="22" y="26"/>
                      <a:pt x="25" y="25"/>
                    </a:cubicBezTo>
                    <a:cubicBezTo>
                      <a:pt x="26" y="23"/>
                      <a:pt x="28" y="22"/>
                      <a:pt x="28" y="21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1"/>
                      <a:pt x="27" y="0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B197ACE2-6189-4A0B-B582-6E671FDD498B}"/>
                  </a:ext>
                </a:extLst>
              </p:cNvPr>
              <p:cNvSpPr/>
              <p:nvPr/>
            </p:nvSpPr>
            <p:spPr bwMode="auto">
              <a:xfrm>
                <a:off x="10977046" y="3327092"/>
                <a:ext cx="236837" cy="266198"/>
              </a:xfrm>
              <a:custGeom>
                <a:avLst/>
                <a:gdLst>
                  <a:gd name="T0" fmla="*/ 58 w 74"/>
                  <a:gd name="T1" fmla="*/ 25 h 83"/>
                  <a:gd name="T2" fmla="*/ 63 w 74"/>
                  <a:gd name="T3" fmla="*/ 22 h 83"/>
                  <a:gd name="T4" fmla="*/ 68 w 74"/>
                  <a:gd name="T5" fmla="*/ 12 h 83"/>
                  <a:gd name="T6" fmla="*/ 65 w 74"/>
                  <a:gd name="T7" fmla="*/ 3 h 83"/>
                  <a:gd name="T8" fmla="*/ 58 w 74"/>
                  <a:gd name="T9" fmla="*/ 0 h 83"/>
                  <a:gd name="T10" fmla="*/ 46 w 74"/>
                  <a:gd name="T11" fmla="*/ 6 h 83"/>
                  <a:gd name="T12" fmla="*/ 36 w 74"/>
                  <a:gd name="T13" fmla="*/ 24 h 83"/>
                  <a:gd name="T14" fmla="*/ 27 w 74"/>
                  <a:gd name="T15" fmla="*/ 6 h 83"/>
                  <a:gd name="T16" fmla="*/ 18 w 74"/>
                  <a:gd name="T17" fmla="*/ 2 h 83"/>
                  <a:gd name="T18" fmla="*/ 11 w 74"/>
                  <a:gd name="T19" fmla="*/ 5 h 83"/>
                  <a:gd name="T20" fmla="*/ 12 w 74"/>
                  <a:gd name="T21" fmla="*/ 21 h 83"/>
                  <a:gd name="T22" fmla="*/ 18 w 74"/>
                  <a:gd name="T23" fmla="*/ 25 h 83"/>
                  <a:gd name="T24" fmla="*/ 0 w 74"/>
                  <a:gd name="T25" fmla="*/ 25 h 83"/>
                  <a:gd name="T26" fmla="*/ 0 w 74"/>
                  <a:gd name="T27" fmla="*/ 47 h 83"/>
                  <a:gd name="T28" fmla="*/ 6 w 74"/>
                  <a:gd name="T29" fmla="*/ 47 h 83"/>
                  <a:gd name="T30" fmla="*/ 6 w 74"/>
                  <a:gd name="T31" fmla="*/ 83 h 83"/>
                  <a:gd name="T32" fmla="*/ 69 w 74"/>
                  <a:gd name="T33" fmla="*/ 83 h 83"/>
                  <a:gd name="T34" fmla="*/ 69 w 74"/>
                  <a:gd name="T35" fmla="*/ 47 h 83"/>
                  <a:gd name="T36" fmla="*/ 74 w 74"/>
                  <a:gd name="T37" fmla="*/ 47 h 83"/>
                  <a:gd name="T38" fmla="*/ 74 w 74"/>
                  <a:gd name="T39" fmla="*/ 25 h 83"/>
                  <a:gd name="T40" fmla="*/ 58 w 74"/>
                  <a:gd name="T41" fmla="*/ 25 h 83"/>
                  <a:gd name="T42" fmla="*/ 50 w 74"/>
                  <a:gd name="T43" fmla="*/ 10 h 83"/>
                  <a:gd name="T44" fmla="*/ 58 w 74"/>
                  <a:gd name="T45" fmla="*/ 6 h 83"/>
                  <a:gd name="T46" fmla="*/ 61 w 74"/>
                  <a:gd name="T47" fmla="*/ 7 h 83"/>
                  <a:gd name="T48" fmla="*/ 59 w 74"/>
                  <a:gd name="T49" fmla="*/ 18 h 83"/>
                  <a:gd name="T50" fmla="*/ 46 w 74"/>
                  <a:gd name="T51" fmla="*/ 25 h 83"/>
                  <a:gd name="T52" fmla="*/ 42 w 74"/>
                  <a:gd name="T53" fmla="*/ 25 h 83"/>
                  <a:gd name="T54" fmla="*/ 50 w 74"/>
                  <a:gd name="T55" fmla="*/ 10 h 83"/>
                  <a:gd name="T56" fmla="*/ 14 w 74"/>
                  <a:gd name="T57" fmla="*/ 12 h 83"/>
                  <a:gd name="T58" fmla="*/ 15 w 74"/>
                  <a:gd name="T59" fmla="*/ 9 h 83"/>
                  <a:gd name="T60" fmla="*/ 18 w 74"/>
                  <a:gd name="T61" fmla="*/ 8 h 83"/>
                  <a:gd name="T62" fmla="*/ 18 w 74"/>
                  <a:gd name="T63" fmla="*/ 8 h 83"/>
                  <a:gd name="T64" fmla="*/ 23 w 74"/>
                  <a:gd name="T65" fmla="*/ 10 h 83"/>
                  <a:gd name="T66" fmla="*/ 30 w 74"/>
                  <a:gd name="T67" fmla="*/ 23 h 83"/>
                  <a:gd name="T68" fmla="*/ 30 w 74"/>
                  <a:gd name="T69" fmla="*/ 24 h 83"/>
                  <a:gd name="T70" fmla="*/ 29 w 74"/>
                  <a:gd name="T71" fmla="*/ 24 h 83"/>
                  <a:gd name="T72" fmla="*/ 17 w 74"/>
                  <a:gd name="T73" fmla="*/ 17 h 83"/>
                  <a:gd name="T74" fmla="*/ 14 w 74"/>
                  <a:gd name="T75" fmla="*/ 12 h 83"/>
                  <a:gd name="T76" fmla="*/ 32 w 74"/>
                  <a:gd name="T77" fmla="*/ 78 h 83"/>
                  <a:gd name="T78" fmla="*/ 11 w 74"/>
                  <a:gd name="T79" fmla="*/ 78 h 83"/>
                  <a:gd name="T80" fmla="*/ 11 w 74"/>
                  <a:gd name="T81" fmla="*/ 44 h 83"/>
                  <a:gd name="T82" fmla="*/ 32 w 74"/>
                  <a:gd name="T83" fmla="*/ 44 h 83"/>
                  <a:gd name="T84" fmla="*/ 32 w 74"/>
                  <a:gd name="T85" fmla="*/ 78 h 83"/>
                  <a:gd name="T86" fmla="*/ 32 w 74"/>
                  <a:gd name="T87" fmla="*/ 41 h 83"/>
                  <a:gd name="T88" fmla="*/ 6 w 74"/>
                  <a:gd name="T89" fmla="*/ 41 h 83"/>
                  <a:gd name="T90" fmla="*/ 6 w 74"/>
                  <a:gd name="T91" fmla="*/ 31 h 83"/>
                  <a:gd name="T92" fmla="*/ 32 w 74"/>
                  <a:gd name="T93" fmla="*/ 31 h 83"/>
                  <a:gd name="T94" fmla="*/ 32 w 74"/>
                  <a:gd name="T95" fmla="*/ 41 h 83"/>
                  <a:gd name="T96" fmla="*/ 63 w 74"/>
                  <a:gd name="T97" fmla="*/ 78 h 83"/>
                  <a:gd name="T98" fmla="*/ 42 w 74"/>
                  <a:gd name="T99" fmla="*/ 78 h 83"/>
                  <a:gd name="T100" fmla="*/ 42 w 74"/>
                  <a:gd name="T101" fmla="*/ 44 h 83"/>
                  <a:gd name="T102" fmla="*/ 63 w 74"/>
                  <a:gd name="T103" fmla="*/ 44 h 83"/>
                  <a:gd name="T104" fmla="*/ 63 w 74"/>
                  <a:gd name="T105" fmla="*/ 78 h 83"/>
                  <a:gd name="T106" fmla="*/ 69 w 74"/>
                  <a:gd name="T107" fmla="*/ 41 h 83"/>
                  <a:gd name="T108" fmla="*/ 42 w 74"/>
                  <a:gd name="T109" fmla="*/ 41 h 83"/>
                  <a:gd name="T110" fmla="*/ 42 w 74"/>
                  <a:gd name="T111" fmla="*/ 31 h 83"/>
                  <a:gd name="T112" fmla="*/ 69 w 74"/>
                  <a:gd name="T113" fmla="*/ 31 h 83"/>
                  <a:gd name="T114" fmla="*/ 69 w 74"/>
                  <a:gd name="T115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4" h="83">
                    <a:moveTo>
                      <a:pt x="58" y="25"/>
                    </a:moveTo>
                    <a:cubicBezTo>
                      <a:pt x="60" y="24"/>
                      <a:pt x="61" y="23"/>
                      <a:pt x="63" y="22"/>
                    </a:cubicBezTo>
                    <a:cubicBezTo>
                      <a:pt x="65" y="19"/>
                      <a:pt x="67" y="16"/>
                      <a:pt x="68" y="12"/>
                    </a:cubicBezTo>
                    <a:cubicBezTo>
                      <a:pt x="69" y="9"/>
                      <a:pt x="68" y="5"/>
                      <a:pt x="65" y="3"/>
                    </a:cubicBezTo>
                    <a:cubicBezTo>
                      <a:pt x="63" y="1"/>
                      <a:pt x="61" y="0"/>
                      <a:pt x="58" y="0"/>
                    </a:cubicBezTo>
                    <a:cubicBezTo>
                      <a:pt x="54" y="0"/>
                      <a:pt x="50" y="2"/>
                      <a:pt x="46" y="6"/>
                    </a:cubicBezTo>
                    <a:cubicBezTo>
                      <a:pt x="41" y="11"/>
                      <a:pt x="38" y="19"/>
                      <a:pt x="36" y="24"/>
                    </a:cubicBezTo>
                    <a:cubicBezTo>
                      <a:pt x="35" y="19"/>
                      <a:pt x="32" y="11"/>
                      <a:pt x="27" y="6"/>
                    </a:cubicBezTo>
                    <a:cubicBezTo>
                      <a:pt x="25" y="4"/>
                      <a:pt x="21" y="2"/>
                      <a:pt x="18" y="2"/>
                    </a:cubicBezTo>
                    <a:cubicBezTo>
                      <a:pt x="15" y="2"/>
                      <a:pt x="13" y="3"/>
                      <a:pt x="11" y="5"/>
                    </a:cubicBezTo>
                    <a:cubicBezTo>
                      <a:pt x="7" y="9"/>
                      <a:pt x="8" y="16"/>
                      <a:pt x="12" y="21"/>
                    </a:cubicBezTo>
                    <a:cubicBezTo>
                      <a:pt x="14" y="23"/>
                      <a:pt x="16" y="24"/>
                      <a:pt x="18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6" y="83"/>
                      <a:pt x="6" y="83"/>
                      <a:pt x="6" y="83"/>
                    </a:cubicBezTo>
                    <a:cubicBezTo>
                      <a:pt x="69" y="83"/>
                      <a:pt x="69" y="83"/>
                      <a:pt x="69" y="83"/>
                    </a:cubicBezTo>
                    <a:cubicBezTo>
                      <a:pt x="69" y="47"/>
                      <a:pt x="69" y="47"/>
                      <a:pt x="69" y="47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74" y="25"/>
                      <a:pt x="74" y="25"/>
                      <a:pt x="74" y="25"/>
                    </a:cubicBezTo>
                    <a:lnTo>
                      <a:pt x="58" y="25"/>
                    </a:lnTo>
                    <a:close/>
                    <a:moveTo>
                      <a:pt x="50" y="10"/>
                    </a:moveTo>
                    <a:cubicBezTo>
                      <a:pt x="53" y="7"/>
                      <a:pt x="56" y="6"/>
                      <a:pt x="58" y="6"/>
                    </a:cubicBezTo>
                    <a:cubicBezTo>
                      <a:pt x="59" y="6"/>
                      <a:pt x="60" y="6"/>
                      <a:pt x="61" y="7"/>
                    </a:cubicBezTo>
                    <a:cubicBezTo>
                      <a:pt x="63" y="9"/>
                      <a:pt x="62" y="14"/>
                      <a:pt x="59" y="18"/>
                    </a:cubicBezTo>
                    <a:cubicBezTo>
                      <a:pt x="55" y="21"/>
                      <a:pt x="50" y="24"/>
                      <a:pt x="46" y="25"/>
                    </a:cubicBezTo>
                    <a:cubicBezTo>
                      <a:pt x="42" y="25"/>
                      <a:pt x="42" y="25"/>
                      <a:pt x="42" y="25"/>
                    </a:cubicBezTo>
                    <a:cubicBezTo>
                      <a:pt x="43" y="21"/>
                      <a:pt x="46" y="14"/>
                      <a:pt x="50" y="10"/>
                    </a:cubicBezTo>
                    <a:close/>
                    <a:moveTo>
                      <a:pt x="14" y="12"/>
                    </a:moveTo>
                    <a:cubicBezTo>
                      <a:pt x="14" y="12"/>
                      <a:pt x="14" y="10"/>
                      <a:pt x="15" y="9"/>
                    </a:cubicBezTo>
                    <a:cubicBezTo>
                      <a:pt x="16" y="8"/>
                      <a:pt x="17" y="8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20" y="8"/>
                      <a:pt x="22" y="9"/>
                      <a:pt x="23" y="10"/>
                    </a:cubicBezTo>
                    <a:cubicBezTo>
                      <a:pt x="26" y="13"/>
                      <a:pt x="28" y="18"/>
                      <a:pt x="30" y="23"/>
                    </a:cubicBezTo>
                    <a:cubicBezTo>
                      <a:pt x="30" y="23"/>
                      <a:pt x="30" y="24"/>
                      <a:pt x="30" y="24"/>
                    </a:cubicBezTo>
                    <a:cubicBezTo>
                      <a:pt x="30" y="24"/>
                      <a:pt x="29" y="24"/>
                      <a:pt x="29" y="24"/>
                    </a:cubicBezTo>
                    <a:cubicBezTo>
                      <a:pt x="24" y="22"/>
                      <a:pt x="19" y="20"/>
                      <a:pt x="17" y="17"/>
                    </a:cubicBezTo>
                    <a:cubicBezTo>
                      <a:pt x="15" y="16"/>
                      <a:pt x="14" y="14"/>
                      <a:pt x="14" y="12"/>
                    </a:cubicBezTo>
                    <a:close/>
                    <a:moveTo>
                      <a:pt x="32" y="78"/>
                    </a:moveTo>
                    <a:cubicBezTo>
                      <a:pt x="11" y="78"/>
                      <a:pt x="11" y="78"/>
                      <a:pt x="11" y="78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32" y="44"/>
                      <a:pt x="32" y="44"/>
                      <a:pt x="32" y="44"/>
                    </a:cubicBezTo>
                    <a:lnTo>
                      <a:pt x="32" y="78"/>
                    </a:lnTo>
                    <a:close/>
                    <a:moveTo>
                      <a:pt x="32" y="41"/>
                    </a:moveTo>
                    <a:cubicBezTo>
                      <a:pt x="6" y="41"/>
                      <a:pt x="6" y="41"/>
                      <a:pt x="6" y="4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32" y="31"/>
                      <a:pt x="32" y="31"/>
                      <a:pt x="32" y="31"/>
                    </a:cubicBezTo>
                    <a:lnTo>
                      <a:pt x="32" y="41"/>
                    </a:lnTo>
                    <a:close/>
                    <a:moveTo>
                      <a:pt x="63" y="78"/>
                    </a:moveTo>
                    <a:cubicBezTo>
                      <a:pt x="42" y="78"/>
                      <a:pt x="42" y="78"/>
                      <a:pt x="42" y="78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63" y="44"/>
                      <a:pt x="63" y="44"/>
                      <a:pt x="63" y="44"/>
                    </a:cubicBezTo>
                    <a:lnTo>
                      <a:pt x="63" y="78"/>
                    </a:lnTo>
                    <a:close/>
                    <a:moveTo>
                      <a:pt x="69" y="41"/>
                    </a:move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69" y="31"/>
                      <a:pt x="69" y="31"/>
                      <a:pt x="69" y="31"/>
                    </a:cubicBezTo>
                    <a:lnTo>
                      <a:pt x="69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C2387776-29A3-47EA-A9F4-32BB43330244}"/>
                  </a:ext>
                </a:extLst>
              </p:cNvPr>
              <p:cNvSpPr/>
              <p:nvPr/>
            </p:nvSpPr>
            <p:spPr bwMode="auto">
              <a:xfrm>
                <a:off x="10906582" y="4526937"/>
                <a:ext cx="246623" cy="201604"/>
              </a:xfrm>
              <a:custGeom>
                <a:avLst/>
                <a:gdLst>
                  <a:gd name="T0" fmla="*/ 1 w 77"/>
                  <a:gd name="T1" fmla="*/ 42 h 63"/>
                  <a:gd name="T2" fmla="*/ 8 w 77"/>
                  <a:gd name="T3" fmla="*/ 55 h 63"/>
                  <a:gd name="T4" fmla="*/ 21 w 77"/>
                  <a:gd name="T5" fmla="*/ 61 h 63"/>
                  <a:gd name="T6" fmla="*/ 38 w 77"/>
                  <a:gd name="T7" fmla="*/ 63 h 63"/>
                  <a:gd name="T8" fmla="*/ 56 w 77"/>
                  <a:gd name="T9" fmla="*/ 61 h 63"/>
                  <a:gd name="T10" fmla="*/ 69 w 77"/>
                  <a:gd name="T11" fmla="*/ 55 h 63"/>
                  <a:gd name="T12" fmla="*/ 76 w 77"/>
                  <a:gd name="T13" fmla="*/ 42 h 63"/>
                  <a:gd name="T14" fmla="*/ 71 w 77"/>
                  <a:gd name="T15" fmla="*/ 16 h 63"/>
                  <a:gd name="T16" fmla="*/ 72 w 77"/>
                  <a:gd name="T17" fmla="*/ 11 h 63"/>
                  <a:gd name="T18" fmla="*/ 70 w 77"/>
                  <a:gd name="T19" fmla="*/ 0 h 63"/>
                  <a:gd name="T20" fmla="*/ 67 w 77"/>
                  <a:gd name="T21" fmla="*/ 0 h 63"/>
                  <a:gd name="T22" fmla="*/ 60 w 77"/>
                  <a:gd name="T23" fmla="*/ 3 h 63"/>
                  <a:gd name="T24" fmla="*/ 38 w 77"/>
                  <a:gd name="T25" fmla="*/ 5 h 63"/>
                  <a:gd name="T26" fmla="*/ 17 w 77"/>
                  <a:gd name="T27" fmla="*/ 3 h 63"/>
                  <a:gd name="T28" fmla="*/ 9 w 77"/>
                  <a:gd name="T29" fmla="*/ 0 h 63"/>
                  <a:gd name="T30" fmla="*/ 7 w 77"/>
                  <a:gd name="T31" fmla="*/ 0 h 63"/>
                  <a:gd name="T32" fmla="*/ 5 w 77"/>
                  <a:gd name="T33" fmla="*/ 11 h 63"/>
                  <a:gd name="T34" fmla="*/ 6 w 77"/>
                  <a:gd name="T35" fmla="*/ 16 h 63"/>
                  <a:gd name="T36" fmla="*/ 9 w 77"/>
                  <a:gd name="T37" fmla="*/ 42 h 63"/>
                  <a:gd name="T38" fmla="*/ 18 w 77"/>
                  <a:gd name="T39" fmla="*/ 30 h 63"/>
                  <a:gd name="T40" fmla="*/ 27 w 77"/>
                  <a:gd name="T41" fmla="*/ 29 h 63"/>
                  <a:gd name="T42" fmla="*/ 38 w 77"/>
                  <a:gd name="T43" fmla="*/ 30 h 63"/>
                  <a:gd name="T44" fmla="*/ 49 w 77"/>
                  <a:gd name="T45" fmla="*/ 29 h 63"/>
                  <a:gd name="T46" fmla="*/ 59 w 77"/>
                  <a:gd name="T47" fmla="*/ 30 h 63"/>
                  <a:gd name="T48" fmla="*/ 67 w 77"/>
                  <a:gd name="T49" fmla="*/ 42 h 63"/>
                  <a:gd name="T50" fmla="*/ 64 w 77"/>
                  <a:gd name="T51" fmla="*/ 52 h 63"/>
                  <a:gd name="T52" fmla="*/ 56 w 77"/>
                  <a:gd name="T53" fmla="*/ 57 h 63"/>
                  <a:gd name="T54" fmla="*/ 45 w 77"/>
                  <a:gd name="T55" fmla="*/ 58 h 63"/>
                  <a:gd name="T56" fmla="*/ 31 w 77"/>
                  <a:gd name="T57" fmla="*/ 58 h 63"/>
                  <a:gd name="T58" fmla="*/ 20 w 77"/>
                  <a:gd name="T59" fmla="*/ 57 h 63"/>
                  <a:gd name="T60" fmla="*/ 12 w 77"/>
                  <a:gd name="T61" fmla="*/ 52 h 63"/>
                  <a:gd name="T62" fmla="*/ 9 w 77"/>
                  <a:gd name="T63" fmla="*/ 42 h 63"/>
                  <a:gd name="T64" fmla="*/ 53 w 77"/>
                  <a:gd name="T65" fmla="*/ 48 h 63"/>
                  <a:gd name="T66" fmla="*/ 53 w 77"/>
                  <a:gd name="T67" fmla="*/ 34 h 63"/>
                  <a:gd name="T68" fmla="*/ 19 w 77"/>
                  <a:gd name="T69" fmla="*/ 41 h 63"/>
                  <a:gd name="T70" fmla="*/ 29 w 77"/>
                  <a:gd name="T71" fmla="*/ 41 h 63"/>
                  <a:gd name="T72" fmla="*/ 19 w 77"/>
                  <a:gd name="T73" fmla="*/ 4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7" h="63">
                    <a:moveTo>
                      <a:pt x="0" y="33"/>
                    </a:moveTo>
                    <a:cubicBezTo>
                      <a:pt x="0" y="36"/>
                      <a:pt x="0" y="39"/>
                      <a:pt x="1" y="42"/>
                    </a:cubicBezTo>
                    <a:cubicBezTo>
                      <a:pt x="1" y="45"/>
                      <a:pt x="2" y="47"/>
                      <a:pt x="3" y="49"/>
                    </a:cubicBezTo>
                    <a:cubicBezTo>
                      <a:pt x="5" y="51"/>
                      <a:pt x="6" y="53"/>
                      <a:pt x="8" y="55"/>
                    </a:cubicBezTo>
                    <a:cubicBezTo>
                      <a:pt x="10" y="56"/>
                      <a:pt x="12" y="58"/>
                      <a:pt x="14" y="59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3" y="62"/>
                      <a:pt x="26" y="62"/>
                      <a:pt x="29" y="63"/>
                    </a:cubicBezTo>
                    <a:cubicBezTo>
                      <a:pt x="32" y="63"/>
                      <a:pt x="35" y="63"/>
                      <a:pt x="38" y="63"/>
                    </a:cubicBezTo>
                    <a:cubicBezTo>
                      <a:pt x="42" y="63"/>
                      <a:pt x="45" y="63"/>
                      <a:pt x="47" y="63"/>
                    </a:cubicBezTo>
                    <a:cubicBezTo>
                      <a:pt x="50" y="62"/>
                      <a:pt x="53" y="62"/>
                      <a:pt x="56" y="61"/>
                    </a:cubicBezTo>
                    <a:cubicBezTo>
                      <a:pt x="58" y="61"/>
                      <a:pt x="61" y="60"/>
                      <a:pt x="63" y="59"/>
                    </a:cubicBezTo>
                    <a:cubicBezTo>
                      <a:pt x="65" y="58"/>
                      <a:pt x="67" y="56"/>
                      <a:pt x="69" y="55"/>
                    </a:cubicBezTo>
                    <a:cubicBezTo>
                      <a:pt x="71" y="53"/>
                      <a:pt x="72" y="51"/>
                      <a:pt x="73" y="49"/>
                    </a:cubicBezTo>
                    <a:cubicBezTo>
                      <a:pt x="74" y="47"/>
                      <a:pt x="75" y="45"/>
                      <a:pt x="76" y="42"/>
                    </a:cubicBezTo>
                    <a:cubicBezTo>
                      <a:pt x="77" y="39"/>
                      <a:pt x="77" y="36"/>
                      <a:pt x="77" y="33"/>
                    </a:cubicBezTo>
                    <a:cubicBezTo>
                      <a:pt x="77" y="26"/>
                      <a:pt x="75" y="21"/>
                      <a:pt x="71" y="16"/>
                    </a:cubicBezTo>
                    <a:cubicBezTo>
                      <a:pt x="71" y="16"/>
                      <a:pt x="71" y="15"/>
                      <a:pt x="71" y="14"/>
                    </a:cubicBezTo>
                    <a:cubicBezTo>
                      <a:pt x="71" y="13"/>
                      <a:pt x="72" y="12"/>
                      <a:pt x="72" y="11"/>
                    </a:cubicBezTo>
                    <a:cubicBezTo>
                      <a:pt x="72" y="10"/>
                      <a:pt x="72" y="8"/>
                      <a:pt x="72" y="6"/>
                    </a:cubicBezTo>
                    <a:cubicBezTo>
                      <a:pt x="71" y="4"/>
                      <a:pt x="71" y="2"/>
                      <a:pt x="70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0"/>
                      <a:pt x="68" y="0"/>
                      <a:pt x="67" y="0"/>
                    </a:cubicBezTo>
                    <a:cubicBezTo>
                      <a:pt x="67" y="0"/>
                      <a:pt x="65" y="1"/>
                      <a:pt x="64" y="1"/>
                    </a:cubicBezTo>
                    <a:cubicBezTo>
                      <a:pt x="63" y="1"/>
                      <a:pt x="61" y="2"/>
                      <a:pt x="60" y="3"/>
                    </a:cubicBezTo>
                    <a:cubicBezTo>
                      <a:pt x="58" y="4"/>
                      <a:pt x="56" y="5"/>
                      <a:pt x="53" y="7"/>
                    </a:cubicBezTo>
                    <a:cubicBezTo>
                      <a:pt x="50" y="6"/>
                      <a:pt x="45" y="5"/>
                      <a:pt x="38" y="5"/>
                    </a:cubicBezTo>
                    <a:cubicBezTo>
                      <a:pt x="32" y="5"/>
                      <a:pt x="27" y="6"/>
                      <a:pt x="23" y="7"/>
                    </a:cubicBezTo>
                    <a:cubicBezTo>
                      <a:pt x="21" y="5"/>
                      <a:pt x="19" y="4"/>
                      <a:pt x="17" y="3"/>
                    </a:cubicBezTo>
                    <a:cubicBezTo>
                      <a:pt x="15" y="2"/>
                      <a:pt x="14" y="1"/>
                      <a:pt x="12" y="1"/>
                    </a:cubicBezTo>
                    <a:cubicBezTo>
                      <a:pt x="11" y="1"/>
                      <a:pt x="10" y="0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2"/>
                      <a:pt x="5" y="4"/>
                      <a:pt x="5" y="6"/>
                    </a:cubicBezTo>
                    <a:cubicBezTo>
                      <a:pt x="5" y="8"/>
                      <a:pt x="5" y="10"/>
                      <a:pt x="5" y="11"/>
                    </a:cubicBezTo>
                    <a:cubicBezTo>
                      <a:pt x="5" y="12"/>
                      <a:pt x="5" y="13"/>
                      <a:pt x="5" y="14"/>
                    </a:cubicBezTo>
                    <a:cubicBezTo>
                      <a:pt x="6" y="15"/>
                      <a:pt x="6" y="16"/>
                      <a:pt x="6" y="16"/>
                    </a:cubicBezTo>
                    <a:cubicBezTo>
                      <a:pt x="2" y="21"/>
                      <a:pt x="0" y="26"/>
                      <a:pt x="0" y="33"/>
                    </a:cubicBezTo>
                    <a:close/>
                    <a:moveTo>
                      <a:pt x="9" y="42"/>
                    </a:moveTo>
                    <a:cubicBezTo>
                      <a:pt x="9" y="38"/>
                      <a:pt x="11" y="35"/>
                      <a:pt x="14" y="32"/>
                    </a:cubicBezTo>
                    <a:cubicBezTo>
                      <a:pt x="15" y="31"/>
                      <a:pt x="16" y="30"/>
                      <a:pt x="18" y="30"/>
                    </a:cubicBezTo>
                    <a:cubicBezTo>
                      <a:pt x="19" y="30"/>
                      <a:pt x="20" y="29"/>
                      <a:pt x="22" y="29"/>
                    </a:cubicBezTo>
                    <a:cubicBezTo>
                      <a:pt x="24" y="29"/>
                      <a:pt x="25" y="29"/>
                      <a:pt x="27" y="29"/>
                    </a:cubicBezTo>
                    <a:cubicBezTo>
                      <a:pt x="28" y="29"/>
                      <a:pt x="30" y="29"/>
                      <a:pt x="32" y="30"/>
                    </a:cubicBezTo>
                    <a:cubicBezTo>
                      <a:pt x="35" y="30"/>
                      <a:pt x="36" y="30"/>
                      <a:pt x="38" y="30"/>
                    </a:cubicBezTo>
                    <a:cubicBezTo>
                      <a:pt x="40" y="30"/>
                      <a:pt x="42" y="30"/>
                      <a:pt x="44" y="30"/>
                    </a:cubicBezTo>
                    <a:cubicBezTo>
                      <a:pt x="46" y="29"/>
                      <a:pt x="48" y="29"/>
                      <a:pt x="49" y="29"/>
                    </a:cubicBezTo>
                    <a:cubicBezTo>
                      <a:pt x="51" y="29"/>
                      <a:pt x="52" y="29"/>
                      <a:pt x="54" y="29"/>
                    </a:cubicBezTo>
                    <a:cubicBezTo>
                      <a:pt x="56" y="29"/>
                      <a:pt x="57" y="30"/>
                      <a:pt x="59" y="30"/>
                    </a:cubicBezTo>
                    <a:cubicBezTo>
                      <a:pt x="60" y="30"/>
                      <a:pt x="61" y="31"/>
                      <a:pt x="62" y="32"/>
                    </a:cubicBezTo>
                    <a:cubicBezTo>
                      <a:pt x="65" y="35"/>
                      <a:pt x="67" y="38"/>
                      <a:pt x="67" y="42"/>
                    </a:cubicBezTo>
                    <a:cubicBezTo>
                      <a:pt x="67" y="44"/>
                      <a:pt x="67" y="46"/>
                      <a:pt x="66" y="48"/>
                    </a:cubicBezTo>
                    <a:cubicBezTo>
                      <a:pt x="66" y="49"/>
                      <a:pt x="65" y="51"/>
                      <a:pt x="64" y="52"/>
                    </a:cubicBezTo>
                    <a:cubicBezTo>
                      <a:pt x="63" y="53"/>
                      <a:pt x="62" y="54"/>
                      <a:pt x="61" y="55"/>
                    </a:cubicBezTo>
                    <a:cubicBezTo>
                      <a:pt x="59" y="56"/>
                      <a:pt x="58" y="56"/>
                      <a:pt x="56" y="57"/>
                    </a:cubicBezTo>
                    <a:cubicBezTo>
                      <a:pt x="55" y="57"/>
                      <a:pt x="53" y="57"/>
                      <a:pt x="51" y="58"/>
                    </a:cubicBezTo>
                    <a:cubicBezTo>
                      <a:pt x="48" y="58"/>
                      <a:pt x="46" y="58"/>
                      <a:pt x="45" y="58"/>
                    </a:cubicBezTo>
                    <a:cubicBezTo>
                      <a:pt x="43" y="58"/>
                      <a:pt x="41" y="58"/>
                      <a:pt x="38" y="58"/>
                    </a:cubicBezTo>
                    <a:cubicBezTo>
                      <a:pt x="35" y="58"/>
                      <a:pt x="33" y="58"/>
                      <a:pt x="31" y="58"/>
                    </a:cubicBezTo>
                    <a:cubicBezTo>
                      <a:pt x="30" y="58"/>
                      <a:pt x="28" y="58"/>
                      <a:pt x="25" y="58"/>
                    </a:cubicBezTo>
                    <a:cubicBezTo>
                      <a:pt x="23" y="57"/>
                      <a:pt x="21" y="57"/>
                      <a:pt x="20" y="57"/>
                    </a:cubicBezTo>
                    <a:cubicBezTo>
                      <a:pt x="19" y="56"/>
                      <a:pt x="17" y="56"/>
                      <a:pt x="16" y="55"/>
                    </a:cubicBezTo>
                    <a:cubicBezTo>
                      <a:pt x="14" y="54"/>
                      <a:pt x="13" y="53"/>
                      <a:pt x="12" y="52"/>
                    </a:cubicBezTo>
                    <a:cubicBezTo>
                      <a:pt x="11" y="51"/>
                      <a:pt x="11" y="49"/>
                      <a:pt x="10" y="48"/>
                    </a:cubicBezTo>
                    <a:cubicBezTo>
                      <a:pt x="9" y="46"/>
                      <a:pt x="9" y="44"/>
                      <a:pt x="9" y="42"/>
                    </a:cubicBezTo>
                    <a:close/>
                    <a:moveTo>
                      <a:pt x="48" y="41"/>
                    </a:moveTo>
                    <a:cubicBezTo>
                      <a:pt x="48" y="45"/>
                      <a:pt x="50" y="48"/>
                      <a:pt x="53" y="48"/>
                    </a:cubicBezTo>
                    <a:cubicBezTo>
                      <a:pt x="55" y="48"/>
                      <a:pt x="58" y="45"/>
                      <a:pt x="58" y="41"/>
                    </a:cubicBezTo>
                    <a:cubicBezTo>
                      <a:pt x="58" y="37"/>
                      <a:pt x="55" y="34"/>
                      <a:pt x="53" y="34"/>
                    </a:cubicBezTo>
                    <a:cubicBezTo>
                      <a:pt x="50" y="34"/>
                      <a:pt x="48" y="37"/>
                      <a:pt x="48" y="41"/>
                    </a:cubicBezTo>
                    <a:close/>
                    <a:moveTo>
                      <a:pt x="19" y="41"/>
                    </a:moveTo>
                    <a:cubicBezTo>
                      <a:pt x="19" y="45"/>
                      <a:pt x="21" y="48"/>
                      <a:pt x="24" y="48"/>
                    </a:cubicBezTo>
                    <a:cubicBezTo>
                      <a:pt x="27" y="48"/>
                      <a:pt x="29" y="45"/>
                      <a:pt x="29" y="41"/>
                    </a:cubicBezTo>
                    <a:cubicBezTo>
                      <a:pt x="29" y="37"/>
                      <a:pt x="27" y="34"/>
                      <a:pt x="24" y="34"/>
                    </a:cubicBezTo>
                    <a:cubicBezTo>
                      <a:pt x="21" y="34"/>
                      <a:pt x="19" y="37"/>
                      <a:pt x="19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697336E8-EBCE-41B3-85F2-558D25DB65E3}"/>
                  </a:ext>
                </a:extLst>
              </p:cNvPr>
              <p:cNvSpPr/>
              <p:nvPr/>
            </p:nvSpPr>
            <p:spPr bwMode="auto">
              <a:xfrm>
                <a:off x="10654085" y="1900196"/>
                <a:ext cx="401254" cy="401253"/>
              </a:xfrm>
              <a:custGeom>
                <a:avLst/>
                <a:gdLst>
                  <a:gd name="T0" fmla="*/ 0 w 125"/>
                  <a:gd name="T1" fmla="*/ 63 h 125"/>
                  <a:gd name="T2" fmla="*/ 125 w 125"/>
                  <a:gd name="T3" fmla="*/ 63 h 125"/>
                  <a:gd name="T4" fmla="*/ 98 w 125"/>
                  <a:gd name="T5" fmla="*/ 83 h 125"/>
                  <a:gd name="T6" fmla="*/ 117 w 125"/>
                  <a:gd name="T7" fmla="*/ 67 h 125"/>
                  <a:gd name="T8" fmla="*/ 98 w 125"/>
                  <a:gd name="T9" fmla="*/ 83 h 125"/>
                  <a:gd name="T10" fmla="*/ 25 w 125"/>
                  <a:gd name="T11" fmla="*/ 59 h 125"/>
                  <a:gd name="T12" fmla="*/ 13 w 125"/>
                  <a:gd name="T13" fmla="*/ 42 h 125"/>
                  <a:gd name="T14" fmla="*/ 90 w 125"/>
                  <a:gd name="T15" fmla="*/ 42 h 125"/>
                  <a:gd name="T16" fmla="*/ 67 w 125"/>
                  <a:gd name="T17" fmla="*/ 59 h 125"/>
                  <a:gd name="T18" fmla="*/ 90 w 125"/>
                  <a:gd name="T19" fmla="*/ 42 h 125"/>
                  <a:gd name="T20" fmla="*/ 67 w 125"/>
                  <a:gd name="T21" fmla="*/ 9 h 125"/>
                  <a:gd name="T22" fmla="*/ 82 w 125"/>
                  <a:gd name="T23" fmla="*/ 23 h 125"/>
                  <a:gd name="T24" fmla="*/ 67 w 125"/>
                  <a:gd name="T25" fmla="*/ 34 h 125"/>
                  <a:gd name="T26" fmla="*/ 53 w 125"/>
                  <a:gd name="T27" fmla="*/ 12 h 125"/>
                  <a:gd name="T28" fmla="*/ 59 w 125"/>
                  <a:gd name="T29" fmla="*/ 34 h 125"/>
                  <a:gd name="T30" fmla="*/ 43 w 125"/>
                  <a:gd name="T31" fmla="*/ 23 h 125"/>
                  <a:gd name="T32" fmla="*/ 59 w 125"/>
                  <a:gd name="T33" fmla="*/ 59 h 125"/>
                  <a:gd name="T34" fmla="*/ 36 w 125"/>
                  <a:gd name="T35" fmla="*/ 42 h 125"/>
                  <a:gd name="T36" fmla="*/ 13 w 125"/>
                  <a:gd name="T37" fmla="*/ 83 h 125"/>
                  <a:gd name="T38" fmla="*/ 25 w 125"/>
                  <a:gd name="T39" fmla="*/ 67 h 125"/>
                  <a:gd name="T40" fmla="*/ 13 w 125"/>
                  <a:gd name="T41" fmla="*/ 83 h 125"/>
                  <a:gd name="T42" fmla="*/ 59 w 125"/>
                  <a:gd name="T43" fmla="*/ 67 h 125"/>
                  <a:gd name="T44" fmla="*/ 36 w 125"/>
                  <a:gd name="T45" fmla="*/ 83 h 125"/>
                  <a:gd name="T46" fmla="*/ 59 w 125"/>
                  <a:gd name="T47" fmla="*/ 92 h 125"/>
                  <a:gd name="T48" fmla="*/ 53 w 125"/>
                  <a:gd name="T49" fmla="*/ 113 h 125"/>
                  <a:gd name="T50" fmla="*/ 38 w 125"/>
                  <a:gd name="T51" fmla="*/ 92 h 125"/>
                  <a:gd name="T52" fmla="*/ 82 w 125"/>
                  <a:gd name="T53" fmla="*/ 102 h 125"/>
                  <a:gd name="T54" fmla="*/ 67 w 125"/>
                  <a:gd name="T55" fmla="*/ 116 h 125"/>
                  <a:gd name="T56" fmla="*/ 87 w 125"/>
                  <a:gd name="T57" fmla="*/ 92 h 125"/>
                  <a:gd name="T58" fmla="*/ 67 w 125"/>
                  <a:gd name="T59" fmla="*/ 83 h 125"/>
                  <a:gd name="T60" fmla="*/ 92 w 125"/>
                  <a:gd name="T61" fmla="*/ 67 h 125"/>
                  <a:gd name="T62" fmla="*/ 67 w 125"/>
                  <a:gd name="T63" fmla="*/ 83 h 125"/>
                  <a:gd name="T64" fmla="*/ 98 w 125"/>
                  <a:gd name="T65" fmla="*/ 42 h 125"/>
                  <a:gd name="T66" fmla="*/ 117 w 125"/>
                  <a:gd name="T67" fmla="*/ 59 h 125"/>
                  <a:gd name="T68" fmla="*/ 108 w 125"/>
                  <a:gd name="T69" fmla="*/ 34 h 125"/>
                  <a:gd name="T70" fmla="*/ 86 w 125"/>
                  <a:gd name="T71" fmla="*/ 14 h 125"/>
                  <a:gd name="T72" fmla="*/ 108 w 125"/>
                  <a:gd name="T73" fmla="*/ 34 h 125"/>
                  <a:gd name="T74" fmla="*/ 39 w 125"/>
                  <a:gd name="T75" fmla="*/ 14 h 125"/>
                  <a:gd name="T76" fmla="*/ 17 w 125"/>
                  <a:gd name="T77" fmla="*/ 34 h 125"/>
                  <a:gd name="T78" fmla="*/ 17 w 125"/>
                  <a:gd name="T79" fmla="*/ 92 h 125"/>
                  <a:gd name="T80" fmla="*/ 39 w 125"/>
                  <a:gd name="T81" fmla="*/ 111 h 125"/>
                  <a:gd name="T82" fmla="*/ 17 w 125"/>
                  <a:gd name="T83" fmla="*/ 92 h 125"/>
                  <a:gd name="T84" fmla="*/ 86 w 125"/>
                  <a:gd name="T85" fmla="*/ 111 h 125"/>
                  <a:gd name="T86" fmla="*/ 108 w 125"/>
                  <a:gd name="T87" fmla="*/ 92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5" h="125">
                    <a:moveTo>
                      <a:pt x="63" y="0"/>
                    </a:moveTo>
                    <a:cubicBezTo>
                      <a:pt x="28" y="0"/>
                      <a:pt x="0" y="28"/>
                      <a:pt x="0" y="63"/>
                    </a:cubicBezTo>
                    <a:cubicBezTo>
                      <a:pt x="0" y="97"/>
                      <a:pt x="28" y="125"/>
                      <a:pt x="63" y="125"/>
                    </a:cubicBezTo>
                    <a:cubicBezTo>
                      <a:pt x="97" y="125"/>
                      <a:pt x="125" y="97"/>
                      <a:pt x="125" y="63"/>
                    </a:cubicBezTo>
                    <a:cubicBezTo>
                      <a:pt x="125" y="28"/>
                      <a:pt x="97" y="0"/>
                      <a:pt x="63" y="0"/>
                    </a:cubicBezTo>
                    <a:close/>
                    <a:moveTo>
                      <a:pt x="98" y="83"/>
                    </a:moveTo>
                    <a:cubicBezTo>
                      <a:pt x="99" y="78"/>
                      <a:pt x="100" y="73"/>
                      <a:pt x="100" y="67"/>
                    </a:cubicBezTo>
                    <a:cubicBezTo>
                      <a:pt x="117" y="67"/>
                      <a:pt x="117" y="67"/>
                      <a:pt x="117" y="67"/>
                    </a:cubicBezTo>
                    <a:cubicBezTo>
                      <a:pt x="116" y="73"/>
                      <a:pt x="115" y="78"/>
                      <a:pt x="113" y="83"/>
                    </a:cubicBezTo>
                    <a:lnTo>
                      <a:pt x="98" y="83"/>
                    </a:lnTo>
                    <a:close/>
                    <a:moveTo>
                      <a:pt x="27" y="42"/>
                    </a:moveTo>
                    <a:cubicBezTo>
                      <a:pt x="26" y="47"/>
                      <a:pt x="26" y="53"/>
                      <a:pt x="25" y="59"/>
                    </a:cubicBezTo>
                    <a:cubicBezTo>
                      <a:pt x="9" y="59"/>
                      <a:pt x="9" y="59"/>
                      <a:pt x="9" y="59"/>
                    </a:cubicBezTo>
                    <a:cubicBezTo>
                      <a:pt x="9" y="53"/>
                      <a:pt x="11" y="47"/>
                      <a:pt x="13" y="42"/>
                    </a:cubicBezTo>
                    <a:lnTo>
                      <a:pt x="27" y="42"/>
                    </a:lnTo>
                    <a:close/>
                    <a:moveTo>
                      <a:pt x="90" y="42"/>
                    </a:moveTo>
                    <a:cubicBezTo>
                      <a:pt x="91" y="47"/>
                      <a:pt x="92" y="53"/>
                      <a:pt x="92" y="59"/>
                    </a:cubicBezTo>
                    <a:cubicBezTo>
                      <a:pt x="67" y="59"/>
                      <a:pt x="67" y="59"/>
                      <a:pt x="67" y="59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90" y="42"/>
                    </a:lnTo>
                    <a:close/>
                    <a:moveTo>
                      <a:pt x="67" y="34"/>
                    </a:moveTo>
                    <a:cubicBezTo>
                      <a:pt x="67" y="9"/>
                      <a:pt x="67" y="9"/>
                      <a:pt x="67" y="9"/>
                    </a:cubicBezTo>
                    <a:cubicBezTo>
                      <a:pt x="69" y="10"/>
                      <a:pt x="71" y="11"/>
                      <a:pt x="73" y="12"/>
                    </a:cubicBezTo>
                    <a:cubicBezTo>
                      <a:pt x="76" y="14"/>
                      <a:pt x="79" y="18"/>
                      <a:pt x="82" y="23"/>
                    </a:cubicBezTo>
                    <a:cubicBezTo>
                      <a:pt x="84" y="26"/>
                      <a:pt x="86" y="30"/>
                      <a:pt x="87" y="34"/>
                    </a:cubicBezTo>
                    <a:cubicBezTo>
                      <a:pt x="67" y="34"/>
                      <a:pt x="67" y="34"/>
                      <a:pt x="67" y="34"/>
                    </a:cubicBezTo>
                    <a:close/>
                    <a:moveTo>
                      <a:pt x="43" y="23"/>
                    </a:moveTo>
                    <a:cubicBezTo>
                      <a:pt x="46" y="18"/>
                      <a:pt x="50" y="14"/>
                      <a:pt x="53" y="12"/>
                    </a:cubicBezTo>
                    <a:cubicBezTo>
                      <a:pt x="55" y="11"/>
                      <a:pt x="57" y="10"/>
                      <a:pt x="59" y="9"/>
                    </a:cubicBezTo>
                    <a:cubicBezTo>
                      <a:pt x="59" y="34"/>
                      <a:pt x="59" y="34"/>
                      <a:pt x="59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40" y="30"/>
                      <a:pt x="41" y="26"/>
                      <a:pt x="43" y="23"/>
                    </a:cubicBezTo>
                    <a:close/>
                    <a:moveTo>
                      <a:pt x="59" y="42"/>
                    </a:moveTo>
                    <a:cubicBezTo>
                      <a:pt x="59" y="59"/>
                      <a:pt x="59" y="59"/>
                      <a:pt x="59" y="59"/>
                    </a:cubicBezTo>
                    <a:cubicBezTo>
                      <a:pt x="34" y="59"/>
                      <a:pt x="34" y="59"/>
                      <a:pt x="34" y="59"/>
                    </a:cubicBezTo>
                    <a:cubicBezTo>
                      <a:pt x="34" y="53"/>
                      <a:pt x="35" y="47"/>
                      <a:pt x="36" y="42"/>
                    </a:cubicBezTo>
                    <a:lnTo>
                      <a:pt x="59" y="42"/>
                    </a:lnTo>
                    <a:close/>
                    <a:moveTo>
                      <a:pt x="13" y="83"/>
                    </a:moveTo>
                    <a:cubicBezTo>
                      <a:pt x="11" y="78"/>
                      <a:pt x="9" y="73"/>
                      <a:pt x="9" y="67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6" y="73"/>
                      <a:pt x="26" y="78"/>
                      <a:pt x="27" y="83"/>
                    </a:cubicBezTo>
                    <a:lnTo>
                      <a:pt x="13" y="83"/>
                    </a:lnTo>
                    <a:close/>
                    <a:moveTo>
                      <a:pt x="34" y="67"/>
                    </a:moveTo>
                    <a:cubicBezTo>
                      <a:pt x="59" y="67"/>
                      <a:pt x="59" y="67"/>
                      <a:pt x="59" y="67"/>
                    </a:cubicBezTo>
                    <a:cubicBezTo>
                      <a:pt x="59" y="83"/>
                      <a:pt x="59" y="83"/>
                      <a:pt x="59" y="83"/>
                    </a:cubicBezTo>
                    <a:cubicBezTo>
                      <a:pt x="36" y="83"/>
                      <a:pt x="36" y="83"/>
                      <a:pt x="36" y="83"/>
                    </a:cubicBezTo>
                    <a:cubicBezTo>
                      <a:pt x="35" y="78"/>
                      <a:pt x="34" y="73"/>
                      <a:pt x="34" y="67"/>
                    </a:cubicBezTo>
                    <a:close/>
                    <a:moveTo>
                      <a:pt x="59" y="92"/>
                    </a:moveTo>
                    <a:cubicBezTo>
                      <a:pt x="59" y="116"/>
                      <a:pt x="59" y="116"/>
                      <a:pt x="59" y="116"/>
                    </a:cubicBezTo>
                    <a:cubicBezTo>
                      <a:pt x="57" y="116"/>
                      <a:pt x="55" y="115"/>
                      <a:pt x="53" y="113"/>
                    </a:cubicBezTo>
                    <a:cubicBezTo>
                      <a:pt x="50" y="111"/>
                      <a:pt x="46" y="107"/>
                      <a:pt x="43" y="102"/>
                    </a:cubicBezTo>
                    <a:cubicBezTo>
                      <a:pt x="41" y="99"/>
                      <a:pt x="40" y="96"/>
                      <a:pt x="38" y="92"/>
                    </a:cubicBezTo>
                    <a:cubicBezTo>
                      <a:pt x="59" y="92"/>
                      <a:pt x="59" y="92"/>
                      <a:pt x="59" y="92"/>
                    </a:cubicBezTo>
                    <a:close/>
                    <a:moveTo>
                      <a:pt x="82" y="102"/>
                    </a:moveTo>
                    <a:cubicBezTo>
                      <a:pt x="79" y="107"/>
                      <a:pt x="76" y="111"/>
                      <a:pt x="73" y="113"/>
                    </a:cubicBezTo>
                    <a:cubicBezTo>
                      <a:pt x="71" y="115"/>
                      <a:pt x="69" y="116"/>
                      <a:pt x="67" y="116"/>
                    </a:cubicBezTo>
                    <a:cubicBezTo>
                      <a:pt x="67" y="92"/>
                      <a:pt x="67" y="92"/>
                      <a:pt x="67" y="92"/>
                    </a:cubicBezTo>
                    <a:cubicBezTo>
                      <a:pt x="87" y="92"/>
                      <a:pt x="87" y="92"/>
                      <a:pt x="87" y="92"/>
                    </a:cubicBezTo>
                    <a:cubicBezTo>
                      <a:pt x="86" y="96"/>
                      <a:pt x="84" y="99"/>
                      <a:pt x="82" y="102"/>
                    </a:cubicBezTo>
                    <a:close/>
                    <a:moveTo>
                      <a:pt x="67" y="83"/>
                    </a:moveTo>
                    <a:cubicBezTo>
                      <a:pt x="67" y="67"/>
                      <a:pt x="67" y="67"/>
                      <a:pt x="67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2" y="73"/>
                      <a:pt x="91" y="78"/>
                      <a:pt x="90" y="83"/>
                    </a:cubicBezTo>
                    <a:lnTo>
                      <a:pt x="67" y="83"/>
                    </a:lnTo>
                    <a:close/>
                    <a:moveTo>
                      <a:pt x="100" y="59"/>
                    </a:moveTo>
                    <a:cubicBezTo>
                      <a:pt x="100" y="53"/>
                      <a:pt x="99" y="47"/>
                      <a:pt x="98" y="42"/>
                    </a:cubicBezTo>
                    <a:cubicBezTo>
                      <a:pt x="113" y="42"/>
                      <a:pt x="113" y="42"/>
                      <a:pt x="113" y="42"/>
                    </a:cubicBezTo>
                    <a:cubicBezTo>
                      <a:pt x="115" y="47"/>
                      <a:pt x="116" y="53"/>
                      <a:pt x="117" y="59"/>
                    </a:cubicBezTo>
                    <a:lnTo>
                      <a:pt x="100" y="59"/>
                    </a:lnTo>
                    <a:close/>
                    <a:moveTo>
                      <a:pt x="108" y="34"/>
                    </a:moveTo>
                    <a:cubicBezTo>
                      <a:pt x="96" y="34"/>
                      <a:pt x="96" y="34"/>
                      <a:pt x="96" y="34"/>
                    </a:cubicBezTo>
                    <a:cubicBezTo>
                      <a:pt x="93" y="26"/>
                      <a:pt x="90" y="19"/>
                      <a:pt x="86" y="14"/>
                    </a:cubicBezTo>
                    <a:cubicBezTo>
                      <a:pt x="92" y="17"/>
                      <a:pt x="97" y="20"/>
                      <a:pt x="101" y="24"/>
                    </a:cubicBezTo>
                    <a:cubicBezTo>
                      <a:pt x="104" y="27"/>
                      <a:pt x="106" y="30"/>
                      <a:pt x="108" y="34"/>
                    </a:cubicBezTo>
                    <a:close/>
                    <a:moveTo>
                      <a:pt x="25" y="24"/>
                    </a:moveTo>
                    <a:cubicBezTo>
                      <a:pt x="29" y="20"/>
                      <a:pt x="34" y="17"/>
                      <a:pt x="39" y="14"/>
                    </a:cubicBezTo>
                    <a:cubicBezTo>
                      <a:pt x="35" y="19"/>
                      <a:pt x="32" y="26"/>
                      <a:pt x="30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9" y="30"/>
                      <a:pt x="22" y="27"/>
                      <a:pt x="25" y="24"/>
                    </a:cubicBezTo>
                    <a:close/>
                    <a:moveTo>
                      <a:pt x="17" y="92"/>
                    </a:moveTo>
                    <a:cubicBezTo>
                      <a:pt x="30" y="92"/>
                      <a:pt x="30" y="92"/>
                      <a:pt x="30" y="92"/>
                    </a:cubicBezTo>
                    <a:cubicBezTo>
                      <a:pt x="32" y="99"/>
                      <a:pt x="35" y="106"/>
                      <a:pt x="39" y="111"/>
                    </a:cubicBezTo>
                    <a:cubicBezTo>
                      <a:pt x="34" y="109"/>
                      <a:pt x="29" y="105"/>
                      <a:pt x="25" y="101"/>
                    </a:cubicBezTo>
                    <a:cubicBezTo>
                      <a:pt x="22" y="98"/>
                      <a:pt x="19" y="95"/>
                      <a:pt x="17" y="92"/>
                    </a:cubicBezTo>
                    <a:close/>
                    <a:moveTo>
                      <a:pt x="101" y="101"/>
                    </a:moveTo>
                    <a:cubicBezTo>
                      <a:pt x="97" y="105"/>
                      <a:pt x="92" y="109"/>
                      <a:pt x="86" y="111"/>
                    </a:cubicBezTo>
                    <a:cubicBezTo>
                      <a:pt x="90" y="106"/>
                      <a:pt x="93" y="99"/>
                      <a:pt x="96" y="92"/>
                    </a:cubicBezTo>
                    <a:cubicBezTo>
                      <a:pt x="108" y="92"/>
                      <a:pt x="108" y="92"/>
                      <a:pt x="108" y="92"/>
                    </a:cubicBezTo>
                    <a:cubicBezTo>
                      <a:pt x="106" y="95"/>
                      <a:pt x="104" y="98"/>
                      <a:pt x="101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FFA79B3A-F3A1-4E33-8FC3-44CDCE037E85}"/>
                  </a:ext>
                </a:extLst>
              </p:cNvPr>
              <p:cNvSpPr/>
              <p:nvPr/>
            </p:nvSpPr>
            <p:spPr bwMode="auto">
              <a:xfrm>
                <a:off x="10577751" y="1690762"/>
                <a:ext cx="189861" cy="187905"/>
              </a:xfrm>
              <a:custGeom>
                <a:avLst/>
                <a:gdLst>
                  <a:gd name="T0" fmla="*/ 49 w 59"/>
                  <a:gd name="T1" fmla="*/ 0 h 59"/>
                  <a:gd name="T2" fmla="*/ 9 w 59"/>
                  <a:gd name="T3" fmla="*/ 0 h 59"/>
                  <a:gd name="T4" fmla="*/ 0 w 59"/>
                  <a:gd name="T5" fmla="*/ 10 h 59"/>
                  <a:gd name="T6" fmla="*/ 0 w 59"/>
                  <a:gd name="T7" fmla="*/ 49 h 59"/>
                  <a:gd name="T8" fmla="*/ 9 w 59"/>
                  <a:gd name="T9" fmla="*/ 59 h 59"/>
                  <a:gd name="T10" fmla="*/ 49 w 59"/>
                  <a:gd name="T11" fmla="*/ 59 h 59"/>
                  <a:gd name="T12" fmla="*/ 59 w 59"/>
                  <a:gd name="T13" fmla="*/ 49 h 59"/>
                  <a:gd name="T14" fmla="*/ 59 w 59"/>
                  <a:gd name="T15" fmla="*/ 10 h 59"/>
                  <a:gd name="T16" fmla="*/ 49 w 59"/>
                  <a:gd name="T17" fmla="*/ 0 h 59"/>
                  <a:gd name="T18" fmla="*/ 40 w 59"/>
                  <a:gd name="T19" fmla="*/ 2 h 59"/>
                  <a:gd name="T20" fmla="*/ 40 w 59"/>
                  <a:gd name="T21" fmla="*/ 11 h 59"/>
                  <a:gd name="T22" fmla="*/ 31 w 59"/>
                  <a:gd name="T23" fmla="*/ 11 h 59"/>
                  <a:gd name="T24" fmla="*/ 31 w 59"/>
                  <a:gd name="T25" fmla="*/ 2 h 59"/>
                  <a:gd name="T26" fmla="*/ 40 w 59"/>
                  <a:gd name="T27" fmla="*/ 2 h 59"/>
                  <a:gd name="T28" fmla="*/ 27 w 59"/>
                  <a:gd name="T29" fmla="*/ 2 h 59"/>
                  <a:gd name="T30" fmla="*/ 27 w 59"/>
                  <a:gd name="T31" fmla="*/ 11 h 59"/>
                  <a:gd name="T32" fmla="*/ 18 w 59"/>
                  <a:gd name="T33" fmla="*/ 11 h 59"/>
                  <a:gd name="T34" fmla="*/ 18 w 59"/>
                  <a:gd name="T35" fmla="*/ 2 h 59"/>
                  <a:gd name="T36" fmla="*/ 27 w 59"/>
                  <a:gd name="T37" fmla="*/ 2 h 59"/>
                  <a:gd name="T38" fmla="*/ 1 w 59"/>
                  <a:gd name="T39" fmla="*/ 11 h 59"/>
                  <a:gd name="T40" fmla="*/ 1 w 59"/>
                  <a:gd name="T41" fmla="*/ 10 h 59"/>
                  <a:gd name="T42" fmla="*/ 9 w 59"/>
                  <a:gd name="T43" fmla="*/ 2 h 59"/>
                  <a:gd name="T44" fmla="*/ 14 w 59"/>
                  <a:gd name="T45" fmla="*/ 2 h 59"/>
                  <a:gd name="T46" fmla="*/ 14 w 59"/>
                  <a:gd name="T47" fmla="*/ 11 h 59"/>
                  <a:gd name="T48" fmla="*/ 1 w 59"/>
                  <a:gd name="T49" fmla="*/ 11 h 59"/>
                  <a:gd name="T50" fmla="*/ 44 w 59"/>
                  <a:gd name="T51" fmla="*/ 37 h 59"/>
                  <a:gd name="T52" fmla="*/ 33 w 59"/>
                  <a:gd name="T53" fmla="*/ 37 h 59"/>
                  <a:gd name="T54" fmla="*/ 33 w 59"/>
                  <a:gd name="T55" fmla="*/ 48 h 59"/>
                  <a:gd name="T56" fmla="*/ 25 w 59"/>
                  <a:gd name="T57" fmla="*/ 48 h 59"/>
                  <a:gd name="T58" fmla="*/ 25 w 59"/>
                  <a:gd name="T59" fmla="*/ 37 h 59"/>
                  <a:gd name="T60" fmla="*/ 14 w 59"/>
                  <a:gd name="T61" fmla="*/ 37 h 59"/>
                  <a:gd name="T62" fmla="*/ 14 w 59"/>
                  <a:gd name="T63" fmla="*/ 30 h 59"/>
                  <a:gd name="T64" fmla="*/ 25 w 59"/>
                  <a:gd name="T65" fmla="*/ 30 h 59"/>
                  <a:gd name="T66" fmla="*/ 25 w 59"/>
                  <a:gd name="T67" fmla="*/ 18 h 59"/>
                  <a:gd name="T68" fmla="*/ 33 w 59"/>
                  <a:gd name="T69" fmla="*/ 18 h 59"/>
                  <a:gd name="T70" fmla="*/ 33 w 59"/>
                  <a:gd name="T71" fmla="*/ 30 h 59"/>
                  <a:gd name="T72" fmla="*/ 44 w 59"/>
                  <a:gd name="T73" fmla="*/ 30 h 59"/>
                  <a:gd name="T74" fmla="*/ 44 w 59"/>
                  <a:gd name="T75" fmla="*/ 37 h 59"/>
                  <a:gd name="T76" fmla="*/ 57 w 59"/>
                  <a:gd name="T77" fmla="*/ 11 h 59"/>
                  <a:gd name="T78" fmla="*/ 44 w 59"/>
                  <a:gd name="T79" fmla="*/ 11 h 59"/>
                  <a:gd name="T80" fmla="*/ 44 w 59"/>
                  <a:gd name="T81" fmla="*/ 2 h 59"/>
                  <a:gd name="T82" fmla="*/ 49 w 59"/>
                  <a:gd name="T83" fmla="*/ 2 h 59"/>
                  <a:gd name="T84" fmla="*/ 57 w 59"/>
                  <a:gd name="T85" fmla="*/ 10 h 59"/>
                  <a:gd name="T86" fmla="*/ 57 w 59"/>
                  <a:gd name="T87" fmla="*/ 1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9" h="59">
                    <a:moveTo>
                      <a:pt x="4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5"/>
                      <a:pt x="4" y="59"/>
                      <a:pt x="9" y="59"/>
                    </a:cubicBezTo>
                    <a:cubicBezTo>
                      <a:pt x="49" y="59"/>
                      <a:pt x="49" y="59"/>
                      <a:pt x="49" y="59"/>
                    </a:cubicBezTo>
                    <a:cubicBezTo>
                      <a:pt x="54" y="59"/>
                      <a:pt x="59" y="55"/>
                      <a:pt x="59" y="49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9" y="4"/>
                      <a:pt x="54" y="0"/>
                      <a:pt x="49" y="0"/>
                    </a:cubicBezTo>
                    <a:close/>
                    <a:moveTo>
                      <a:pt x="40" y="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1" y="2"/>
                      <a:pt x="31" y="2"/>
                      <a:pt x="31" y="2"/>
                    </a:cubicBezTo>
                    <a:lnTo>
                      <a:pt x="40" y="2"/>
                    </a:lnTo>
                    <a:close/>
                    <a:moveTo>
                      <a:pt x="27" y="2"/>
                    </a:moveTo>
                    <a:cubicBezTo>
                      <a:pt x="27" y="11"/>
                      <a:pt x="27" y="11"/>
                      <a:pt x="27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2"/>
                      <a:pt x="18" y="2"/>
                      <a:pt x="18" y="2"/>
                    </a:cubicBezTo>
                    <a:lnTo>
                      <a:pt x="27" y="2"/>
                    </a:lnTo>
                    <a:close/>
                    <a:moveTo>
                      <a:pt x="1" y="11"/>
                    </a:moveTo>
                    <a:cubicBezTo>
                      <a:pt x="1" y="10"/>
                      <a:pt x="1" y="10"/>
                      <a:pt x="1" y="10"/>
                    </a:cubicBezTo>
                    <a:cubicBezTo>
                      <a:pt x="1" y="5"/>
                      <a:pt x="5" y="2"/>
                      <a:pt x="9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11"/>
                      <a:pt x="14" y="11"/>
                      <a:pt x="14" y="11"/>
                    </a:cubicBezTo>
                    <a:lnTo>
                      <a:pt x="1" y="11"/>
                    </a:lnTo>
                    <a:close/>
                    <a:moveTo>
                      <a:pt x="44" y="37"/>
                    </a:moveTo>
                    <a:cubicBezTo>
                      <a:pt x="33" y="37"/>
                      <a:pt x="33" y="37"/>
                      <a:pt x="33" y="37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37"/>
                      <a:pt x="25" y="37"/>
                      <a:pt x="25" y="37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44" y="30"/>
                      <a:pt x="44" y="30"/>
                      <a:pt x="44" y="30"/>
                    </a:cubicBezTo>
                    <a:lnTo>
                      <a:pt x="44" y="37"/>
                    </a:lnTo>
                    <a:close/>
                    <a:moveTo>
                      <a:pt x="57" y="11"/>
                    </a:move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2"/>
                      <a:pt x="57" y="5"/>
                      <a:pt x="57" y="10"/>
                    </a:cubicBezTo>
                    <a:lnTo>
                      <a:pt x="57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2CD55501-6D55-4126-B70A-126111F20F80}"/>
                  </a:ext>
                </a:extLst>
              </p:cNvPr>
              <p:cNvSpPr/>
              <p:nvPr/>
            </p:nvSpPr>
            <p:spPr bwMode="auto">
              <a:xfrm>
                <a:off x="10793056" y="1731865"/>
                <a:ext cx="176160" cy="137014"/>
              </a:xfrm>
              <a:custGeom>
                <a:avLst/>
                <a:gdLst>
                  <a:gd name="T0" fmla="*/ 34 w 90"/>
                  <a:gd name="T1" fmla="*/ 70 h 70"/>
                  <a:gd name="T2" fmla="*/ 0 w 90"/>
                  <a:gd name="T3" fmla="*/ 36 h 70"/>
                  <a:gd name="T4" fmla="*/ 18 w 90"/>
                  <a:gd name="T5" fmla="*/ 19 h 70"/>
                  <a:gd name="T6" fmla="*/ 34 w 90"/>
                  <a:gd name="T7" fmla="*/ 36 h 70"/>
                  <a:gd name="T8" fmla="*/ 72 w 90"/>
                  <a:gd name="T9" fmla="*/ 0 h 70"/>
                  <a:gd name="T10" fmla="*/ 90 w 90"/>
                  <a:gd name="T11" fmla="*/ 16 h 70"/>
                  <a:gd name="T12" fmla="*/ 34 w 90"/>
                  <a:gd name="T13" fmla="*/ 70 h 70"/>
                  <a:gd name="T14" fmla="*/ 9 w 90"/>
                  <a:gd name="T15" fmla="*/ 36 h 70"/>
                  <a:gd name="T16" fmla="*/ 34 w 90"/>
                  <a:gd name="T17" fmla="*/ 60 h 70"/>
                  <a:gd name="T18" fmla="*/ 80 w 90"/>
                  <a:gd name="T19" fmla="*/ 16 h 70"/>
                  <a:gd name="T20" fmla="*/ 72 w 90"/>
                  <a:gd name="T21" fmla="*/ 8 h 70"/>
                  <a:gd name="T22" fmla="*/ 34 w 90"/>
                  <a:gd name="T23" fmla="*/ 46 h 70"/>
                  <a:gd name="T24" fmla="*/ 18 w 90"/>
                  <a:gd name="T25" fmla="*/ 28 h 70"/>
                  <a:gd name="T26" fmla="*/ 9 w 90"/>
                  <a:gd name="T27" fmla="*/ 3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0" h="70">
                    <a:moveTo>
                      <a:pt x="34" y="70"/>
                    </a:moveTo>
                    <a:lnTo>
                      <a:pt x="0" y="36"/>
                    </a:lnTo>
                    <a:lnTo>
                      <a:pt x="18" y="19"/>
                    </a:lnTo>
                    <a:lnTo>
                      <a:pt x="34" y="36"/>
                    </a:lnTo>
                    <a:lnTo>
                      <a:pt x="72" y="0"/>
                    </a:lnTo>
                    <a:lnTo>
                      <a:pt x="90" y="16"/>
                    </a:lnTo>
                    <a:lnTo>
                      <a:pt x="34" y="70"/>
                    </a:lnTo>
                    <a:close/>
                    <a:moveTo>
                      <a:pt x="9" y="36"/>
                    </a:moveTo>
                    <a:lnTo>
                      <a:pt x="34" y="60"/>
                    </a:lnTo>
                    <a:lnTo>
                      <a:pt x="80" y="16"/>
                    </a:lnTo>
                    <a:lnTo>
                      <a:pt x="72" y="8"/>
                    </a:lnTo>
                    <a:lnTo>
                      <a:pt x="34" y="46"/>
                    </a:lnTo>
                    <a:lnTo>
                      <a:pt x="18" y="28"/>
                    </a:lnTo>
                    <a:lnTo>
                      <a:pt x="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9014EC1E-1809-41AB-B1DA-22D5556D5ACD}"/>
                  </a:ext>
                </a:extLst>
              </p:cNvPr>
              <p:cNvSpPr/>
              <p:nvPr/>
            </p:nvSpPr>
            <p:spPr bwMode="auto">
              <a:xfrm>
                <a:off x="10789142" y="4738329"/>
                <a:ext cx="252496" cy="258368"/>
              </a:xfrm>
              <a:custGeom>
                <a:avLst/>
                <a:gdLst>
                  <a:gd name="T0" fmla="*/ 69 w 79"/>
                  <a:gd name="T1" fmla="*/ 22 h 81"/>
                  <a:gd name="T2" fmla="*/ 22 w 79"/>
                  <a:gd name="T3" fmla="*/ 14 h 81"/>
                  <a:gd name="T4" fmla="*/ 19 w 79"/>
                  <a:gd name="T5" fmla="*/ 3 h 81"/>
                  <a:gd name="T6" fmla="*/ 0 w 79"/>
                  <a:gd name="T7" fmla="*/ 5 h 81"/>
                  <a:gd name="T8" fmla="*/ 12 w 79"/>
                  <a:gd name="T9" fmla="*/ 12 h 81"/>
                  <a:gd name="T10" fmla="*/ 14 w 79"/>
                  <a:gd name="T11" fmla="*/ 54 h 81"/>
                  <a:gd name="T12" fmla="*/ 61 w 79"/>
                  <a:gd name="T13" fmla="*/ 59 h 81"/>
                  <a:gd name="T14" fmla="*/ 76 w 79"/>
                  <a:gd name="T15" fmla="*/ 20 h 81"/>
                  <a:gd name="T16" fmla="*/ 36 w 79"/>
                  <a:gd name="T17" fmla="*/ 32 h 81"/>
                  <a:gd name="T18" fmla="*/ 45 w 79"/>
                  <a:gd name="T19" fmla="*/ 39 h 81"/>
                  <a:gd name="T20" fmla="*/ 44 w 79"/>
                  <a:gd name="T21" fmla="*/ 44 h 81"/>
                  <a:gd name="T22" fmla="*/ 33 w 79"/>
                  <a:gd name="T23" fmla="*/ 47 h 81"/>
                  <a:gd name="T24" fmla="*/ 44 w 79"/>
                  <a:gd name="T25" fmla="*/ 44 h 81"/>
                  <a:gd name="T26" fmla="*/ 38 w 79"/>
                  <a:gd name="T27" fmla="*/ 23 h 81"/>
                  <a:gd name="T28" fmla="*/ 47 w 79"/>
                  <a:gd name="T29" fmla="*/ 29 h 81"/>
                  <a:gd name="T30" fmla="*/ 22 w 79"/>
                  <a:gd name="T31" fmla="*/ 19 h 81"/>
                  <a:gd name="T32" fmla="*/ 32 w 79"/>
                  <a:gd name="T33" fmla="*/ 27 h 81"/>
                  <a:gd name="T34" fmla="*/ 22 w 79"/>
                  <a:gd name="T35" fmla="*/ 19 h 81"/>
                  <a:gd name="T36" fmla="*/ 31 w 79"/>
                  <a:gd name="T37" fmla="*/ 32 h 81"/>
                  <a:gd name="T38" fmla="*/ 21 w 79"/>
                  <a:gd name="T39" fmla="*/ 35 h 81"/>
                  <a:gd name="T40" fmla="*/ 20 w 79"/>
                  <a:gd name="T41" fmla="*/ 40 h 81"/>
                  <a:gd name="T42" fmla="*/ 28 w 79"/>
                  <a:gd name="T43" fmla="*/ 46 h 81"/>
                  <a:gd name="T44" fmla="*/ 20 w 79"/>
                  <a:gd name="T45" fmla="*/ 40 h 81"/>
                  <a:gd name="T46" fmla="*/ 48 w 79"/>
                  <a:gd name="T47" fmla="*/ 50 h 81"/>
                  <a:gd name="T48" fmla="*/ 57 w 79"/>
                  <a:gd name="T49" fmla="*/ 47 h 81"/>
                  <a:gd name="T50" fmla="*/ 59 w 79"/>
                  <a:gd name="T51" fmla="*/ 42 h 81"/>
                  <a:gd name="T52" fmla="*/ 51 w 79"/>
                  <a:gd name="T53" fmla="*/ 35 h 81"/>
                  <a:gd name="T54" fmla="*/ 59 w 79"/>
                  <a:gd name="T55" fmla="*/ 42 h 81"/>
                  <a:gd name="T56" fmla="*/ 52 w 79"/>
                  <a:gd name="T57" fmla="*/ 30 h 81"/>
                  <a:gd name="T58" fmla="*/ 66 w 79"/>
                  <a:gd name="T59" fmla="*/ 28 h 81"/>
                  <a:gd name="T60" fmla="*/ 9 w 79"/>
                  <a:gd name="T61" fmla="*/ 66 h 81"/>
                  <a:gd name="T62" fmla="*/ 24 w 79"/>
                  <a:gd name="T63" fmla="*/ 69 h 81"/>
                  <a:gd name="T64" fmla="*/ 18 w 79"/>
                  <a:gd name="T65" fmla="*/ 60 h 81"/>
                  <a:gd name="T66" fmla="*/ 39 w 79"/>
                  <a:gd name="T67" fmla="*/ 72 h 81"/>
                  <a:gd name="T68" fmla="*/ 54 w 79"/>
                  <a:gd name="T69" fmla="*/ 75 h 81"/>
                  <a:gd name="T70" fmla="*/ 48 w 79"/>
                  <a:gd name="T71" fmla="*/ 66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9" h="81">
                    <a:moveTo>
                      <a:pt x="76" y="20"/>
                    </a:moveTo>
                    <a:cubicBezTo>
                      <a:pt x="73" y="19"/>
                      <a:pt x="70" y="20"/>
                      <a:pt x="69" y="22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6"/>
                      <a:pt x="21" y="4"/>
                      <a:pt x="19" y="3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3" y="0"/>
                      <a:pt x="1" y="2"/>
                      <a:pt x="0" y="5"/>
                    </a:cubicBezTo>
                    <a:cubicBezTo>
                      <a:pt x="0" y="8"/>
                      <a:pt x="1" y="10"/>
                      <a:pt x="4" y="11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0" y="51"/>
                      <a:pt x="11" y="53"/>
                      <a:pt x="14" y="54"/>
                    </a:cubicBezTo>
                    <a:cubicBezTo>
                      <a:pt x="56" y="62"/>
                      <a:pt x="56" y="62"/>
                      <a:pt x="56" y="62"/>
                    </a:cubicBezTo>
                    <a:cubicBezTo>
                      <a:pt x="58" y="63"/>
                      <a:pt x="60" y="62"/>
                      <a:pt x="61" y="59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9" y="24"/>
                      <a:pt x="78" y="21"/>
                      <a:pt x="76" y="20"/>
                    </a:cubicBezTo>
                    <a:close/>
                    <a:moveTo>
                      <a:pt x="35" y="37"/>
                    </a:moveTo>
                    <a:cubicBezTo>
                      <a:pt x="36" y="32"/>
                      <a:pt x="36" y="32"/>
                      <a:pt x="36" y="32"/>
                    </a:cubicBezTo>
                    <a:cubicBezTo>
                      <a:pt x="46" y="34"/>
                      <a:pt x="46" y="34"/>
                      <a:pt x="46" y="34"/>
                    </a:cubicBezTo>
                    <a:cubicBezTo>
                      <a:pt x="45" y="39"/>
                      <a:pt x="45" y="39"/>
                      <a:pt x="45" y="39"/>
                    </a:cubicBezTo>
                    <a:lnTo>
                      <a:pt x="35" y="37"/>
                    </a:lnTo>
                    <a:close/>
                    <a:moveTo>
                      <a:pt x="44" y="44"/>
                    </a:moveTo>
                    <a:cubicBezTo>
                      <a:pt x="43" y="49"/>
                      <a:pt x="43" y="49"/>
                      <a:pt x="43" y="49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4" y="42"/>
                      <a:pt x="34" y="42"/>
                      <a:pt x="34" y="42"/>
                    </a:cubicBezTo>
                    <a:lnTo>
                      <a:pt x="44" y="44"/>
                    </a:lnTo>
                    <a:close/>
                    <a:moveTo>
                      <a:pt x="37" y="28"/>
                    </a:moveTo>
                    <a:cubicBezTo>
                      <a:pt x="38" y="23"/>
                      <a:pt x="38" y="23"/>
                      <a:pt x="3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7" y="29"/>
                      <a:pt x="47" y="29"/>
                      <a:pt x="47" y="29"/>
                    </a:cubicBezTo>
                    <a:lnTo>
                      <a:pt x="37" y="28"/>
                    </a:lnTo>
                    <a:close/>
                    <a:moveTo>
                      <a:pt x="22" y="19"/>
                    </a:moveTo>
                    <a:cubicBezTo>
                      <a:pt x="33" y="22"/>
                      <a:pt x="33" y="22"/>
                      <a:pt x="33" y="22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21" y="25"/>
                      <a:pt x="21" y="25"/>
                      <a:pt x="21" y="25"/>
                    </a:cubicBezTo>
                    <a:lnTo>
                      <a:pt x="22" y="19"/>
                    </a:lnTo>
                    <a:close/>
                    <a:moveTo>
                      <a:pt x="21" y="30"/>
                    </a:moveTo>
                    <a:cubicBezTo>
                      <a:pt x="31" y="32"/>
                      <a:pt x="31" y="32"/>
                      <a:pt x="31" y="32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1" y="35"/>
                      <a:pt x="21" y="35"/>
                      <a:pt x="21" y="35"/>
                    </a:cubicBezTo>
                    <a:lnTo>
                      <a:pt x="21" y="30"/>
                    </a:lnTo>
                    <a:close/>
                    <a:moveTo>
                      <a:pt x="20" y="40"/>
                    </a:moveTo>
                    <a:cubicBezTo>
                      <a:pt x="29" y="41"/>
                      <a:pt x="29" y="41"/>
                      <a:pt x="29" y="41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20" y="45"/>
                      <a:pt x="20" y="45"/>
                      <a:pt x="20" y="45"/>
                    </a:cubicBezTo>
                    <a:lnTo>
                      <a:pt x="20" y="40"/>
                    </a:lnTo>
                    <a:close/>
                    <a:moveTo>
                      <a:pt x="54" y="52"/>
                    </a:moveTo>
                    <a:cubicBezTo>
                      <a:pt x="48" y="50"/>
                      <a:pt x="48" y="50"/>
                      <a:pt x="48" y="50"/>
                    </a:cubicBezTo>
                    <a:cubicBezTo>
                      <a:pt x="49" y="45"/>
                      <a:pt x="49" y="45"/>
                      <a:pt x="49" y="45"/>
                    </a:cubicBezTo>
                    <a:cubicBezTo>
                      <a:pt x="57" y="47"/>
                      <a:pt x="57" y="47"/>
                      <a:pt x="57" y="47"/>
                    </a:cubicBezTo>
                    <a:lnTo>
                      <a:pt x="54" y="52"/>
                    </a:lnTo>
                    <a:close/>
                    <a:moveTo>
                      <a:pt x="59" y="42"/>
                    </a:moveTo>
                    <a:cubicBezTo>
                      <a:pt x="50" y="40"/>
                      <a:pt x="50" y="40"/>
                      <a:pt x="50" y="40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61" y="37"/>
                      <a:pt x="61" y="37"/>
                      <a:pt x="61" y="37"/>
                    </a:cubicBezTo>
                    <a:lnTo>
                      <a:pt x="59" y="42"/>
                    </a:lnTo>
                    <a:close/>
                    <a:moveTo>
                      <a:pt x="64" y="33"/>
                    </a:moveTo>
                    <a:cubicBezTo>
                      <a:pt x="52" y="30"/>
                      <a:pt x="52" y="30"/>
                      <a:pt x="52" y="3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66" y="28"/>
                      <a:pt x="66" y="28"/>
                      <a:pt x="66" y="28"/>
                    </a:cubicBezTo>
                    <a:lnTo>
                      <a:pt x="64" y="33"/>
                    </a:lnTo>
                    <a:close/>
                    <a:moveTo>
                      <a:pt x="9" y="66"/>
                    </a:moveTo>
                    <a:cubicBezTo>
                      <a:pt x="8" y="70"/>
                      <a:pt x="11" y="74"/>
                      <a:pt x="15" y="75"/>
                    </a:cubicBezTo>
                    <a:cubicBezTo>
                      <a:pt x="19" y="76"/>
                      <a:pt x="23" y="73"/>
                      <a:pt x="24" y="69"/>
                    </a:cubicBezTo>
                    <a:cubicBezTo>
                      <a:pt x="24" y="69"/>
                      <a:pt x="24" y="69"/>
                      <a:pt x="24" y="69"/>
                    </a:cubicBezTo>
                    <a:cubicBezTo>
                      <a:pt x="25" y="65"/>
                      <a:pt x="22" y="61"/>
                      <a:pt x="18" y="60"/>
                    </a:cubicBezTo>
                    <a:cubicBezTo>
                      <a:pt x="14" y="59"/>
                      <a:pt x="10" y="62"/>
                      <a:pt x="9" y="66"/>
                    </a:cubicBezTo>
                    <a:close/>
                    <a:moveTo>
                      <a:pt x="39" y="72"/>
                    </a:moveTo>
                    <a:cubicBezTo>
                      <a:pt x="38" y="76"/>
                      <a:pt x="41" y="80"/>
                      <a:pt x="45" y="81"/>
                    </a:cubicBezTo>
                    <a:cubicBezTo>
                      <a:pt x="49" y="81"/>
                      <a:pt x="53" y="79"/>
                      <a:pt x="54" y="75"/>
                    </a:cubicBezTo>
                    <a:cubicBezTo>
                      <a:pt x="54" y="75"/>
                      <a:pt x="54" y="75"/>
                      <a:pt x="54" y="75"/>
                    </a:cubicBezTo>
                    <a:cubicBezTo>
                      <a:pt x="54" y="70"/>
                      <a:pt x="52" y="66"/>
                      <a:pt x="48" y="66"/>
                    </a:cubicBezTo>
                    <a:cubicBezTo>
                      <a:pt x="43" y="65"/>
                      <a:pt x="39" y="68"/>
                      <a:pt x="39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DBF3C2F4-BB3E-4DE3-AE09-0F2AED9F2D33}"/>
                  </a:ext>
                </a:extLst>
              </p:cNvPr>
              <p:cNvSpPr/>
              <p:nvPr/>
            </p:nvSpPr>
            <p:spPr bwMode="auto">
              <a:xfrm>
                <a:off x="10975087" y="4354691"/>
                <a:ext cx="150715" cy="152673"/>
              </a:xfrm>
              <a:custGeom>
                <a:avLst/>
                <a:gdLst>
                  <a:gd name="T0" fmla="*/ 24 w 47"/>
                  <a:gd name="T1" fmla="*/ 0 h 48"/>
                  <a:gd name="T2" fmla="*/ 0 w 47"/>
                  <a:gd name="T3" fmla="*/ 24 h 48"/>
                  <a:gd name="T4" fmla="*/ 24 w 47"/>
                  <a:gd name="T5" fmla="*/ 48 h 48"/>
                  <a:gd name="T6" fmla="*/ 47 w 47"/>
                  <a:gd name="T7" fmla="*/ 24 h 48"/>
                  <a:gd name="T8" fmla="*/ 24 w 47"/>
                  <a:gd name="T9" fmla="*/ 0 h 48"/>
                  <a:gd name="T10" fmla="*/ 6 w 47"/>
                  <a:gd name="T11" fmla="*/ 24 h 48"/>
                  <a:gd name="T12" fmla="*/ 24 w 47"/>
                  <a:gd name="T13" fmla="*/ 6 h 48"/>
                  <a:gd name="T14" fmla="*/ 24 w 47"/>
                  <a:gd name="T15" fmla="*/ 42 h 48"/>
                  <a:gd name="T16" fmla="*/ 6 w 47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8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ubicBezTo>
                      <a:pt x="37" y="48"/>
                      <a:pt x="47" y="37"/>
                      <a:pt x="47" y="24"/>
                    </a:cubicBezTo>
                    <a:cubicBezTo>
                      <a:pt x="47" y="11"/>
                      <a:pt x="37" y="0"/>
                      <a:pt x="24" y="0"/>
                    </a:cubicBezTo>
                    <a:close/>
                    <a:moveTo>
                      <a:pt x="6" y="24"/>
                    </a:moveTo>
                    <a:cubicBezTo>
                      <a:pt x="6" y="14"/>
                      <a:pt x="14" y="6"/>
                      <a:pt x="24" y="6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14" y="42"/>
                      <a:pt x="6" y="34"/>
                      <a:pt x="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DC799078-DACE-4A94-AD49-FBDB8F8B9B55}"/>
                  </a:ext>
                </a:extLst>
              </p:cNvPr>
              <p:cNvSpPr/>
              <p:nvPr/>
            </p:nvSpPr>
            <p:spPr bwMode="auto">
              <a:xfrm>
                <a:off x="10642342" y="3839913"/>
                <a:ext cx="379722" cy="369934"/>
              </a:xfrm>
              <a:custGeom>
                <a:avLst/>
                <a:gdLst>
                  <a:gd name="T0" fmla="*/ 22 w 119"/>
                  <a:gd name="T1" fmla="*/ 19 h 116"/>
                  <a:gd name="T2" fmla="*/ 58 w 119"/>
                  <a:gd name="T3" fmla="*/ 33 h 116"/>
                  <a:gd name="T4" fmla="*/ 62 w 119"/>
                  <a:gd name="T5" fmla="*/ 12 h 116"/>
                  <a:gd name="T6" fmla="*/ 82 w 119"/>
                  <a:gd name="T7" fmla="*/ 3 h 116"/>
                  <a:gd name="T8" fmla="*/ 91 w 119"/>
                  <a:gd name="T9" fmla="*/ 23 h 116"/>
                  <a:gd name="T10" fmla="*/ 95 w 119"/>
                  <a:gd name="T11" fmla="*/ 49 h 116"/>
                  <a:gd name="T12" fmla="*/ 95 w 119"/>
                  <a:gd name="T13" fmla="*/ 50 h 116"/>
                  <a:gd name="T14" fmla="*/ 99 w 119"/>
                  <a:gd name="T15" fmla="*/ 41 h 116"/>
                  <a:gd name="T16" fmla="*/ 119 w 119"/>
                  <a:gd name="T17" fmla="*/ 49 h 116"/>
                  <a:gd name="T18" fmla="*/ 93 w 119"/>
                  <a:gd name="T19" fmla="*/ 116 h 116"/>
                  <a:gd name="T20" fmla="*/ 73 w 119"/>
                  <a:gd name="T21" fmla="*/ 109 h 116"/>
                  <a:gd name="T22" fmla="*/ 75 w 119"/>
                  <a:gd name="T23" fmla="*/ 103 h 116"/>
                  <a:gd name="T24" fmla="*/ 63 w 119"/>
                  <a:gd name="T25" fmla="*/ 103 h 116"/>
                  <a:gd name="T26" fmla="*/ 53 w 119"/>
                  <a:gd name="T27" fmla="*/ 106 h 116"/>
                  <a:gd name="T28" fmla="*/ 35 w 119"/>
                  <a:gd name="T29" fmla="*/ 102 h 116"/>
                  <a:gd name="T30" fmla="*/ 30 w 119"/>
                  <a:gd name="T31" fmla="*/ 100 h 116"/>
                  <a:gd name="T32" fmla="*/ 28 w 119"/>
                  <a:gd name="T33" fmla="*/ 99 h 116"/>
                  <a:gd name="T34" fmla="*/ 21 w 119"/>
                  <a:gd name="T35" fmla="*/ 83 h 116"/>
                  <a:gd name="T36" fmla="*/ 22 w 119"/>
                  <a:gd name="T37" fmla="*/ 80 h 116"/>
                  <a:gd name="T38" fmla="*/ 22 w 119"/>
                  <a:gd name="T39" fmla="*/ 70 h 116"/>
                  <a:gd name="T40" fmla="*/ 24 w 119"/>
                  <a:gd name="T41" fmla="*/ 67 h 116"/>
                  <a:gd name="T42" fmla="*/ 24 w 119"/>
                  <a:gd name="T43" fmla="*/ 57 h 116"/>
                  <a:gd name="T44" fmla="*/ 27 w 119"/>
                  <a:gd name="T45" fmla="*/ 52 h 116"/>
                  <a:gd name="T46" fmla="*/ 11 w 119"/>
                  <a:gd name="T47" fmla="*/ 46 h 116"/>
                  <a:gd name="T48" fmla="*/ 3 w 119"/>
                  <a:gd name="T49" fmla="*/ 28 h 116"/>
                  <a:gd name="T50" fmla="*/ 22 w 119"/>
                  <a:gd name="T51" fmla="*/ 19 h 116"/>
                  <a:gd name="T52" fmla="*/ 86 w 119"/>
                  <a:gd name="T53" fmla="*/ 106 h 116"/>
                  <a:gd name="T54" fmla="*/ 90 w 119"/>
                  <a:gd name="T55" fmla="*/ 104 h 116"/>
                  <a:gd name="T56" fmla="*/ 88 w 119"/>
                  <a:gd name="T57" fmla="*/ 99 h 116"/>
                  <a:gd name="T58" fmla="*/ 84 w 119"/>
                  <a:gd name="T59" fmla="*/ 101 h 116"/>
                  <a:gd name="T60" fmla="*/ 86 w 119"/>
                  <a:gd name="T61" fmla="*/ 106 h 116"/>
                  <a:gd name="T62" fmla="*/ 15 w 119"/>
                  <a:gd name="T63" fmla="*/ 40 h 116"/>
                  <a:gd name="T64" fmla="*/ 41 w 119"/>
                  <a:gd name="T65" fmla="*/ 50 h 116"/>
                  <a:gd name="T66" fmla="*/ 42 w 119"/>
                  <a:gd name="T67" fmla="*/ 50 h 116"/>
                  <a:gd name="T68" fmla="*/ 39 w 119"/>
                  <a:gd name="T69" fmla="*/ 57 h 116"/>
                  <a:gd name="T70" fmla="*/ 38 w 119"/>
                  <a:gd name="T71" fmla="*/ 57 h 116"/>
                  <a:gd name="T72" fmla="*/ 31 w 119"/>
                  <a:gd name="T73" fmla="*/ 60 h 116"/>
                  <a:gd name="T74" fmla="*/ 32 w 119"/>
                  <a:gd name="T75" fmla="*/ 66 h 116"/>
                  <a:gd name="T76" fmla="*/ 34 w 119"/>
                  <a:gd name="T77" fmla="*/ 68 h 116"/>
                  <a:gd name="T78" fmla="*/ 31 w 119"/>
                  <a:gd name="T79" fmla="*/ 70 h 116"/>
                  <a:gd name="T80" fmla="*/ 30 w 119"/>
                  <a:gd name="T81" fmla="*/ 73 h 116"/>
                  <a:gd name="T82" fmla="*/ 30 w 119"/>
                  <a:gd name="T83" fmla="*/ 78 h 116"/>
                  <a:gd name="T84" fmla="*/ 32 w 119"/>
                  <a:gd name="T85" fmla="*/ 81 h 116"/>
                  <a:gd name="T86" fmla="*/ 30 w 119"/>
                  <a:gd name="T87" fmla="*/ 83 h 116"/>
                  <a:gd name="T88" fmla="*/ 28 w 119"/>
                  <a:gd name="T89" fmla="*/ 85 h 116"/>
                  <a:gd name="T90" fmla="*/ 31 w 119"/>
                  <a:gd name="T91" fmla="*/ 93 h 116"/>
                  <a:gd name="T92" fmla="*/ 33 w 119"/>
                  <a:gd name="T93" fmla="*/ 93 h 116"/>
                  <a:gd name="T94" fmla="*/ 38 w 119"/>
                  <a:gd name="T95" fmla="*/ 95 h 116"/>
                  <a:gd name="T96" fmla="*/ 60 w 119"/>
                  <a:gd name="T97" fmla="*/ 96 h 116"/>
                  <a:gd name="T98" fmla="*/ 78 w 119"/>
                  <a:gd name="T99" fmla="*/ 95 h 116"/>
                  <a:gd name="T100" fmla="*/ 92 w 119"/>
                  <a:gd name="T101" fmla="*/ 59 h 116"/>
                  <a:gd name="T102" fmla="*/ 88 w 119"/>
                  <a:gd name="T103" fmla="*/ 55 h 116"/>
                  <a:gd name="T104" fmla="*/ 83 w 119"/>
                  <a:gd name="T105" fmla="*/ 20 h 116"/>
                  <a:gd name="T106" fmla="*/ 79 w 119"/>
                  <a:gd name="T107" fmla="*/ 12 h 116"/>
                  <a:gd name="T108" fmla="*/ 70 w 119"/>
                  <a:gd name="T109" fmla="*/ 15 h 116"/>
                  <a:gd name="T110" fmla="*/ 67 w 119"/>
                  <a:gd name="T111" fmla="*/ 37 h 116"/>
                  <a:gd name="T112" fmla="*/ 66 w 119"/>
                  <a:gd name="T113" fmla="*/ 44 h 116"/>
                  <a:gd name="T114" fmla="*/ 20 w 119"/>
                  <a:gd name="T115" fmla="*/ 26 h 116"/>
                  <a:gd name="T116" fmla="*/ 10 w 119"/>
                  <a:gd name="T117" fmla="*/ 31 h 116"/>
                  <a:gd name="T118" fmla="*/ 15 w 119"/>
                  <a:gd name="T119" fmla="*/ 4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9" h="116">
                    <a:moveTo>
                      <a:pt x="22" y="19"/>
                    </a:moveTo>
                    <a:cubicBezTo>
                      <a:pt x="58" y="33"/>
                      <a:pt x="58" y="33"/>
                      <a:pt x="58" y="33"/>
                    </a:cubicBezTo>
                    <a:cubicBezTo>
                      <a:pt x="59" y="24"/>
                      <a:pt x="59" y="21"/>
                      <a:pt x="62" y="12"/>
                    </a:cubicBezTo>
                    <a:cubicBezTo>
                      <a:pt x="65" y="4"/>
                      <a:pt x="74" y="0"/>
                      <a:pt x="82" y="3"/>
                    </a:cubicBezTo>
                    <a:cubicBezTo>
                      <a:pt x="90" y="6"/>
                      <a:pt x="94" y="15"/>
                      <a:pt x="91" y="23"/>
                    </a:cubicBezTo>
                    <a:cubicBezTo>
                      <a:pt x="87" y="34"/>
                      <a:pt x="89" y="41"/>
                      <a:pt x="95" y="49"/>
                    </a:cubicBezTo>
                    <a:cubicBezTo>
                      <a:pt x="95" y="50"/>
                      <a:pt x="95" y="50"/>
                      <a:pt x="95" y="50"/>
                    </a:cubicBezTo>
                    <a:cubicBezTo>
                      <a:pt x="99" y="41"/>
                      <a:pt x="99" y="41"/>
                      <a:pt x="99" y="41"/>
                    </a:cubicBezTo>
                    <a:cubicBezTo>
                      <a:pt x="119" y="49"/>
                      <a:pt x="119" y="49"/>
                      <a:pt x="119" y="49"/>
                    </a:cubicBezTo>
                    <a:cubicBezTo>
                      <a:pt x="93" y="116"/>
                      <a:pt x="93" y="116"/>
                      <a:pt x="93" y="116"/>
                    </a:cubicBezTo>
                    <a:cubicBezTo>
                      <a:pt x="73" y="109"/>
                      <a:pt x="73" y="109"/>
                      <a:pt x="73" y="109"/>
                    </a:cubicBezTo>
                    <a:cubicBezTo>
                      <a:pt x="75" y="103"/>
                      <a:pt x="75" y="103"/>
                      <a:pt x="75" y="103"/>
                    </a:cubicBezTo>
                    <a:cubicBezTo>
                      <a:pt x="68" y="101"/>
                      <a:pt x="66" y="102"/>
                      <a:pt x="63" y="103"/>
                    </a:cubicBezTo>
                    <a:cubicBezTo>
                      <a:pt x="60" y="104"/>
                      <a:pt x="57" y="106"/>
                      <a:pt x="53" y="106"/>
                    </a:cubicBezTo>
                    <a:cubicBezTo>
                      <a:pt x="48" y="106"/>
                      <a:pt x="42" y="105"/>
                      <a:pt x="35" y="102"/>
                    </a:cubicBezTo>
                    <a:cubicBezTo>
                      <a:pt x="30" y="100"/>
                      <a:pt x="30" y="100"/>
                      <a:pt x="30" y="100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1" y="97"/>
                      <a:pt x="18" y="89"/>
                      <a:pt x="21" y="83"/>
                    </a:cubicBezTo>
                    <a:cubicBezTo>
                      <a:pt x="21" y="82"/>
                      <a:pt x="22" y="81"/>
                      <a:pt x="22" y="80"/>
                    </a:cubicBezTo>
                    <a:cubicBezTo>
                      <a:pt x="21" y="77"/>
                      <a:pt x="21" y="73"/>
                      <a:pt x="22" y="70"/>
                    </a:cubicBezTo>
                    <a:cubicBezTo>
                      <a:pt x="23" y="69"/>
                      <a:pt x="23" y="68"/>
                      <a:pt x="24" y="67"/>
                    </a:cubicBezTo>
                    <a:cubicBezTo>
                      <a:pt x="23" y="64"/>
                      <a:pt x="23" y="60"/>
                      <a:pt x="24" y="57"/>
                    </a:cubicBezTo>
                    <a:cubicBezTo>
                      <a:pt x="25" y="55"/>
                      <a:pt x="26" y="54"/>
                      <a:pt x="27" y="52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4" y="44"/>
                      <a:pt x="0" y="35"/>
                      <a:pt x="3" y="28"/>
                    </a:cubicBezTo>
                    <a:cubicBezTo>
                      <a:pt x="6" y="20"/>
                      <a:pt x="14" y="16"/>
                      <a:pt x="22" y="19"/>
                    </a:cubicBezTo>
                    <a:close/>
                    <a:moveTo>
                      <a:pt x="86" y="106"/>
                    </a:moveTo>
                    <a:cubicBezTo>
                      <a:pt x="88" y="106"/>
                      <a:pt x="90" y="106"/>
                      <a:pt x="90" y="104"/>
                    </a:cubicBezTo>
                    <a:cubicBezTo>
                      <a:pt x="91" y="102"/>
                      <a:pt x="90" y="100"/>
                      <a:pt x="88" y="99"/>
                    </a:cubicBezTo>
                    <a:cubicBezTo>
                      <a:pt x="86" y="98"/>
                      <a:pt x="84" y="99"/>
                      <a:pt x="84" y="101"/>
                    </a:cubicBezTo>
                    <a:cubicBezTo>
                      <a:pt x="83" y="103"/>
                      <a:pt x="84" y="105"/>
                      <a:pt x="86" y="106"/>
                    </a:cubicBezTo>
                    <a:close/>
                    <a:moveTo>
                      <a:pt x="15" y="40"/>
                    </a:moveTo>
                    <a:cubicBezTo>
                      <a:pt x="41" y="50"/>
                      <a:pt x="41" y="50"/>
                      <a:pt x="41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7"/>
                      <a:pt x="38" y="57"/>
                      <a:pt x="38" y="57"/>
                    </a:cubicBezTo>
                    <a:cubicBezTo>
                      <a:pt x="36" y="56"/>
                      <a:pt x="32" y="57"/>
                      <a:pt x="31" y="60"/>
                    </a:cubicBezTo>
                    <a:cubicBezTo>
                      <a:pt x="31" y="62"/>
                      <a:pt x="31" y="64"/>
                      <a:pt x="32" y="66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1" y="70"/>
                      <a:pt x="31" y="70"/>
                      <a:pt x="31" y="70"/>
                    </a:cubicBezTo>
                    <a:cubicBezTo>
                      <a:pt x="31" y="71"/>
                      <a:pt x="30" y="72"/>
                      <a:pt x="30" y="73"/>
                    </a:cubicBezTo>
                    <a:cubicBezTo>
                      <a:pt x="29" y="75"/>
                      <a:pt x="29" y="77"/>
                      <a:pt x="30" y="7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29" y="84"/>
                      <a:pt x="28" y="85"/>
                      <a:pt x="28" y="85"/>
                    </a:cubicBezTo>
                    <a:cubicBezTo>
                      <a:pt x="27" y="88"/>
                      <a:pt x="28" y="92"/>
                      <a:pt x="31" y="93"/>
                    </a:cubicBezTo>
                    <a:cubicBezTo>
                      <a:pt x="33" y="93"/>
                      <a:pt x="33" y="93"/>
                      <a:pt x="33" y="93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51" y="100"/>
                      <a:pt x="56" y="97"/>
                      <a:pt x="60" y="96"/>
                    </a:cubicBezTo>
                    <a:cubicBezTo>
                      <a:pt x="64" y="94"/>
                      <a:pt x="68" y="92"/>
                      <a:pt x="78" y="95"/>
                    </a:cubicBezTo>
                    <a:cubicBezTo>
                      <a:pt x="92" y="59"/>
                      <a:pt x="92" y="59"/>
                      <a:pt x="92" y="59"/>
                    </a:cubicBezTo>
                    <a:cubicBezTo>
                      <a:pt x="90" y="58"/>
                      <a:pt x="89" y="56"/>
                      <a:pt x="88" y="55"/>
                    </a:cubicBezTo>
                    <a:cubicBezTo>
                      <a:pt x="81" y="43"/>
                      <a:pt x="78" y="34"/>
                      <a:pt x="83" y="20"/>
                    </a:cubicBezTo>
                    <a:cubicBezTo>
                      <a:pt x="85" y="17"/>
                      <a:pt x="83" y="13"/>
                      <a:pt x="79" y="12"/>
                    </a:cubicBezTo>
                    <a:cubicBezTo>
                      <a:pt x="76" y="10"/>
                      <a:pt x="72" y="12"/>
                      <a:pt x="70" y="15"/>
                    </a:cubicBezTo>
                    <a:cubicBezTo>
                      <a:pt x="67" y="24"/>
                      <a:pt x="67" y="27"/>
                      <a:pt x="67" y="37"/>
                    </a:cubicBezTo>
                    <a:cubicBezTo>
                      <a:pt x="67" y="39"/>
                      <a:pt x="66" y="42"/>
                      <a:pt x="66" y="44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6" y="25"/>
                      <a:pt x="12" y="27"/>
                      <a:pt x="10" y="31"/>
                    </a:cubicBezTo>
                    <a:cubicBezTo>
                      <a:pt x="9" y="34"/>
                      <a:pt x="11" y="38"/>
                      <a:pt x="15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DF92C030-B233-4967-A9D0-BAA039A94ED3}"/>
                  </a:ext>
                </a:extLst>
              </p:cNvPr>
              <p:cNvSpPr/>
              <p:nvPr/>
            </p:nvSpPr>
            <p:spPr bwMode="auto">
              <a:xfrm>
                <a:off x="10495543" y="4229422"/>
                <a:ext cx="459973" cy="403210"/>
              </a:xfrm>
              <a:custGeom>
                <a:avLst/>
                <a:gdLst>
                  <a:gd name="T0" fmla="*/ 144 w 144"/>
                  <a:gd name="T1" fmla="*/ 41 h 126"/>
                  <a:gd name="T2" fmla="*/ 102 w 144"/>
                  <a:gd name="T3" fmla="*/ 0 h 126"/>
                  <a:gd name="T4" fmla="*/ 72 w 144"/>
                  <a:gd name="T5" fmla="*/ 14 h 126"/>
                  <a:gd name="T6" fmla="*/ 41 w 144"/>
                  <a:gd name="T7" fmla="*/ 0 h 126"/>
                  <a:gd name="T8" fmla="*/ 0 w 144"/>
                  <a:gd name="T9" fmla="*/ 41 h 126"/>
                  <a:gd name="T10" fmla="*/ 13 w 144"/>
                  <a:gd name="T11" fmla="*/ 72 h 126"/>
                  <a:gd name="T12" fmla="*/ 13 w 144"/>
                  <a:gd name="T13" fmla="*/ 72 h 126"/>
                  <a:gd name="T14" fmla="*/ 58 w 144"/>
                  <a:gd name="T15" fmla="*/ 117 h 126"/>
                  <a:gd name="T16" fmla="*/ 72 w 144"/>
                  <a:gd name="T17" fmla="*/ 126 h 126"/>
                  <a:gd name="T18" fmla="*/ 85 w 144"/>
                  <a:gd name="T19" fmla="*/ 117 h 126"/>
                  <a:gd name="T20" fmla="*/ 130 w 144"/>
                  <a:gd name="T21" fmla="*/ 72 h 126"/>
                  <a:gd name="T22" fmla="*/ 130 w 144"/>
                  <a:gd name="T23" fmla="*/ 72 h 126"/>
                  <a:gd name="T24" fmla="*/ 144 w 144"/>
                  <a:gd name="T25" fmla="*/ 41 h 126"/>
                  <a:gd name="T26" fmla="*/ 118 w 144"/>
                  <a:gd name="T27" fmla="*/ 59 h 126"/>
                  <a:gd name="T28" fmla="*/ 73 w 144"/>
                  <a:gd name="T29" fmla="*/ 104 h 126"/>
                  <a:gd name="T30" fmla="*/ 72 w 144"/>
                  <a:gd name="T31" fmla="*/ 105 h 126"/>
                  <a:gd name="T32" fmla="*/ 71 w 144"/>
                  <a:gd name="T33" fmla="*/ 104 h 126"/>
                  <a:gd name="T34" fmla="*/ 25 w 144"/>
                  <a:gd name="T35" fmla="*/ 59 h 126"/>
                  <a:gd name="T36" fmla="*/ 18 w 144"/>
                  <a:gd name="T37" fmla="*/ 41 h 126"/>
                  <a:gd name="T38" fmla="*/ 41 w 144"/>
                  <a:gd name="T39" fmla="*/ 18 h 126"/>
                  <a:gd name="T40" fmla="*/ 58 w 144"/>
                  <a:gd name="T41" fmla="*/ 26 h 126"/>
                  <a:gd name="T42" fmla="*/ 72 w 144"/>
                  <a:gd name="T43" fmla="*/ 40 h 126"/>
                  <a:gd name="T44" fmla="*/ 85 w 144"/>
                  <a:gd name="T45" fmla="*/ 26 h 126"/>
                  <a:gd name="T46" fmla="*/ 102 w 144"/>
                  <a:gd name="T47" fmla="*/ 18 h 126"/>
                  <a:gd name="T48" fmla="*/ 126 w 144"/>
                  <a:gd name="T49" fmla="*/ 41 h 126"/>
                  <a:gd name="T50" fmla="*/ 118 w 144"/>
                  <a:gd name="T51" fmla="*/ 59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4" h="126">
                    <a:moveTo>
                      <a:pt x="144" y="41"/>
                    </a:moveTo>
                    <a:cubicBezTo>
                      <a:pt x="144" y="19"/>
                      <a:pt x="125" y="0"/>
                      <a:pt x="102" y="0"/>
                    </a:cubicBezTo>
                    <a:cubicBezTo>
                      <a:pt x="90" y="0"/>
                      <a:pt x="79" y="5"/>
                      <a:pt x="72" y="14"/>
                    </a:cubicBezTo>
                    <a:cubicBezTo>
                      <a:pt x="64" y="5"/>
                      <a:pt x="53" y="0"/>
                      <a:pt x="41" y="0"/>
                    </a:cubicBezTo>
                    <a:cubicBezTo>
                      <a:pt x="18" y="0"/>
                      <a:pt x="0" y="19"/>
                      <a:pt x="0" y="41"/>
                    </a:cubicBezTo>
                    <a:cubicBezTo>
                      <a:pt x="0" y="54"/>
                      <a:pt x="5" y="65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58" y="117"/>
                      <a:pt x="58" y="117"/>
                      <a:pt x="58" y="117"/>
                    </a:cubicBezTo>
                    <a:cubicBezTo>
                      <a:pt x="63" y="122"/>
                      <a:pt x="67" y="126"/>
                      <a:pt x="72" y="126"/>
                    </a:cubicBezTo>
                    <a:cubicBezTo>
                      <a:pt x="76" y="126"/>
                      <a:pt x="81" y="122"/>
                      <a:pt x="85" y="117"/>
                    </a:cubicBezTo>
                    <a:cubicBezTo>
                      <a:pt x="130" y="72"/>
                      <a:pt x="130" y="72"/>
                      <a:pt x="130" y="72"/>
                    </a:cubicBezTo>
                    <a:cubicBezTo>
                      <a:pt x="130" y="72"/>
                      <a:pt x="130" y="72"/>
                      <a:pt x="130" y="72"/>
                    </a:cubicBezTo>
                    <a:cubicBezTo>
                      <a:pt x="139" y="65"/>
                      <a:pt x="144" y="54"/>
                      <a:pt x="144" y="41"/>
                    </a:cubicBezTo>
                    <a:close/>
                    <a:moveTo>
                      <a:pt x="118" y="59"/>
                    </a:moveTo>
                    <a:cubicBezTo>
                      <a:pt x="73" y="104"/>
                      <a:pt x="73" y="104"/>
                      <a:pt x="73" y="104"/>
                    </a:cubicBezTo>
                    <a:cubicBezTo>
                      <a:pt x="72" y="105"/>
                      <a:pt x="72" y="105"/>
                      <a:pt x="72" y="105"/>
                    </a:cubicBezTo>
                    <a:cubicBezTo>
                      <a:pt x="72" y="105"/>
                      <a:pt x="71" y="105"/>
                      <a:pt x="71" y="104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0" y="54"/>
                      <a:pt x="18" y="48"/>
                      <a:pt x="18" y="41"/>
                    </a:cubicBezTo>
                    <a:cubicBezTo>
                      <a:pt x="18" y="29"/>
                      <a:pt x="28" y="18"/>
                      <a:pt x="41" y="18"/>
                    </a:cubicBezTo>
                    <a:cubicBezTo>
                      <a:pt x="48" y="18"/>
                      <a:pt x="54" y="21"/>
                      <a:pt x="58" y="26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90" y="21"/>
                      <a:pt x="96" y="18"/>
                      <a:pt x="102" y="18"/>
                    </a:cubicBezTo>
                    <a:cubicBezTo>
                      <a:pt x="115" y="18"/>
                      <a:pt x="126" y="29"/>
                      <a:pt x="126" y="41"/>
                    </a:cubicBezTo>
                    <a:cubicBezTo>
                      <a:pt x="126" y="48"/>
                      <a:pt x="123" y="54"/>
                      <a:pt x="118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142B1220-5ACC-4CF5-A269-73CC91C043C9}"/>
                  </a:ext>
                </a:extLst>
              </p:cNvPr>
              <p:cNvSpPr/>
              <p:nvPr/>
            </p:nvSpPr>
            <p:spPr bwMode="auto">
              <a:xfrm>
                <a:off x="10558177" y="4663950"/>
                <a:ext cx="195733" cy="195734"/>
              </a:xfrm>
              <a:custGeom>
                <a:avLst/>
                <a:gdLst>
                  <a:gd name="T0" fmla="*/ 31 w 61"/>
                  <a:gd name="T1" fmla="*/ 0 h 61"/>
                  <a:gd name="T2" fmla="*/ 0 w 61"/>
                  <a:gd name="T3" fmla="*/ 30 h 61"/>
                  <a:gd name="T4" fmla="*/ 31 w 61"/>
                  <a:gd name="T5" fmla="*/ 61 h 61"/>
                  <a:gd name="T6" fmla="*/ 61 w 61"/>
                  <a:gd name="T7" fmla="*/ 30 h 61"/>
                  <a:gd name="T8" fmla="*/ 31 w 61"/>
                  <a:gd name="T9" fmla="*/ 0 h 61"/>
                  <a:gd name="T10" fmla="*/ 31 w 61"/>
                  <a:gd name="T11" fmla="*/ 55 h 61"/>
                  <a:gd name="T12" fmla="*/ 6 w 61"/>
                  <a:gd name="T13" fmla="*/ 30 h 61"/>
                  <a:gd name="T14" fmla="*/ 31 w 61"/>
                  <a:gd name="T15" fmla="*/ 6 h 61"/>
                  <a:gd name="T16" fmla="*/ 55 w 61"/>
                  <a:gd name="T17" fmla="*/ 30 h 61"/>
                  <a:gd name="T18" fmla="*/ 31 w 61"/>
                  <a:gd name="T19" fmla="*/ 55 h 61"/>
                  <a:gd name="T20" fmla="*/ 27 w 61"/>
                  <a:gd name="T21" fmla="*/ 15 h 61"/>
                  <a:gd name="T22" fmla="*/ 34 w 61"/>
                  <a:gd name="T23" fmla="*/ 15 h 61"/>
                  <a:gd name="T24" fmla="*/ 34 w 61"/>
                  <a:gd name="T25" fmla="*/ 23 h 61"/>
                  <a:gd name="T26" fmla="*/ 27 w 61"/>
                  <a:gd name="T27" fmla="*/ 23 h 61"/>
                  <a:gd name="T28" fmla="*/ 27 w 61"/>
                  <a:gd name="T29" fmla="*/ 15 h 61"/>
                  <a:gd name="T30" fmla="*/ 38 w 61"/>
                  <a:gd name="T31" fmla="*/ 46 h 61"/>
                  <a:gd name="T32" fmla="*/ 23 w 61"/>
                  <a:gd name="T33" fmla="*/ 46 h 61"/>
                  <a:gd name="T34" fmla="*/ 23 w 61"/>
                  <a:gd name="T35" fmla="*/ 42 h 61"/>
                  <a:gd name="T36" fmla="*/ 27 w 61"/>
                  <a:gd name="T37" fmla="*/ 42 h 61"/>
                  <a:gd name="T38" fmla="*/ 27 w 61"/>
                  <a:gd name="T39" fmla="*/ 30 h 61"/>
                  <a:gd name="T40" fmla="*/ 23 w 61"/>
                  <a:gd name="T41" fmla="*/ 30 h 61"/>
                  <a:gd name="T42" fmla="*/ 23 w 61"/>
                  <a:gd name="T43" fmla="*/ 27 h 61"/>
                  <a:gd name="T44" fmla="*/ 34 w 61"/>
                  <a:gd name="T45" fmla="*/ 27 h 61"/>
                  <a:gd name="T46" fmla="*/ 34 w 61"/>
                  <a:gd name="T47" fmla="*/ 42 h 61"/>
                  <a:gd name="T48" fmla="*/ 38 w 61"/>
                  <a:gd name="T49" fmla="*/ 42 h 61"/>
                  <a:gd name="T50" fmla="*/ 38 w 61"/>
                  <a:gd name="T51" fmla="*/ 4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14" y="0"/>
                      <a:pt x="0" y="14"/>
                      <a:pt x="0" y="30"/>
                    </a:cubicBezTo>
                    <a:cubicBezTo>
                      <a:pt x="0" y="47"/>
                      <a:pt x="14" y="61"/>
                      <a:pt x="31" y="61"/>
                    </a:cubicBezTo>
                    <a:cubicBezTo>
                      <a:pt x="47" y="61"/>
                      <a:pt x="61" y="47"/>
                      <a:pt x="61" y="30"/>
                    </a:cubicBezTo>
                    <a:cubicBezTo>
                      <a:pt x="61" y="14"/>
                      <a:pt x="47" y="0"/>
                      <a:pt x="31" y="0"/>
                    </a:cubicBezTo>
                    <a:close/>
                    <a:moveTo>
                      <a:pt x="31" y="55"/>
                    </a:moveTo>
                    <a:cubicBezTo>
                      <a:pt x="17" y="55"/>
                      <a:pt x="6" y="44"/>
                      <a:pt x="6" y="30"/>
                    </a:cubicBezTo>
                    <a:cubicBezTo>
                      <a:pt x="6" y="17"/>
                      <a:pt x="17" y="6"/>
                      <a:pt x="31" y="6"/>
                    </a:cubicBezTo>
                    <a:cubicBezTo>
                      <a:pt x="44" y="6"/>
                      <a:pt x="55" y="17"/>
                      <a:pt x="55" y="30"/>
                    </a:cubicBezTo>
                    <a:cubicBezTo>
                      <a:pt x="55" y="44"/>
                      <a:pt x="44" y="55"/>
                      <a:pt x="31" y="55"/>
                    </a:cubicBezTo>
                    <a:close/>
                    <a:moveTo>
                      <a:pt x="27" y="15"/>
                    </a:moveTo>
                    <a:cubicBezTo>
                      <a:pt x="34" y="15"/>
                      <a:pt x="34" y="15"/>
                      <a:pt x="34" y="15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27" y="23"/>
                      <a:pt x="27" y="23"/>
                      <a:pt x="27" y="23"/>
                    </a:cubicBezTo>
                    <a:lnTo>
                      <a:pt x="27" y="15"/>
                    </a:lnTo>
                    <a:close/>
                    <a:moveTo>
                      <a:pt x="38" y="46"/>
                    </a:moveTo>
                    <a:cubicBezTo>
                      <a:pt x="23" y="46"/>
                      <a:pt x="23" y="46"/>
                      <a:pt x="23" y="46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8" y="42"/>
                      <a:pt x="38" y="42"/>
                      <a:pt x="38" y="42"/>
                    </a:cubicBezTo>
                    <a:lnTo>
                      <a:pt x="38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>
                <a:extLst>
                  <a:ext uri="{FF2B5EF4-FFF2-40B4-BE49-F238E27FC236}">
                    <a16:creationId xmlns:a16="http://schemas.microsoft.com/office/drawing/2014/main" id="{F4436828-DE64-42FB-9AEE-E2E5C9751BD1}"/>
                  </a:ext>
                </a:extLst>
              </p:cNvPr>
              <p:cNvSpPr/>
              <p:nvPr/>
            </p:nvSpPr>
            <p:spPr bwMode="auto">
              <a:xfrm>
                <a:off x="10607110" y="4990826"/>
                <a:ext cx="299472" cy="301430"/>
              </a:xfrm>
              <a:custGeom>
                <a:avLst/>
                <a:gdLst>
                  <a:gd name="T0" fmla="*/ 85 w 94"/>
                  <a:gd name="T1" fmla="*/ 20 h 94"/>
                  <a:gd name="T2" fmla="*/ 37 w 94"/>
                  <a:gd name="T3" fmla="*/ 2 h 94"/>
                  <a:gd name="T4" fmla="*/ 20 w 94"/>
                  <a:gd name="T5" fmla="*/ 10 h 94"/>
                  <a:gd name="T6" fmla="*/ 2 w 94"/>
                  <a:gd name="T7" fmla="*/ 57 h 94"/>
                  <a:gd name="T8" fmla="*/ 10 w 94"/>
                  <a:gd name="T9" fmla="*/ 74 h 94"/>
                  <a:gd name="T10" fmla="*/ 57 w 94"/>
                  <a:gd name="T11" fmla="*/ 92 h 94"/>
                  <a:gd name="T12" fmla="*/ 74 w 94"/>
                  <a:gd name="T13" fmla="*/ 84 h 94"/>
                  <a:gd name="T14" fmla="*/ 92 w 94"/>
                  <a:gd name="T15" fmla="*/ 37 h 94"/>
                  <a:gd name="T16" fmla="*/ 85 w 94"/>
                  <a:gd name="T17" fmla="*/ 20 h 94"/>
                  <a:gd name="T18" fmla="*/ 36 w 94"/>
                  <a:gd name="T19" fmla="*/ 38 h 94"/>
                  <a:gd name="T20" fmla="*/ 62 w 94"/>
                  <a:gd name="T21" fmla="*/ 47 h 94"/>
                  <a:gd name="T22" fmla="*/ 61 w 94"/>
                  <a:gd name="T23" fmla="*/ 52 h 94"/>
                  <a:gd name="T24" fmla="*/ 42 w 94"/>
                  <a:gd name="T25" fmla="*/ 61 h 94"/>
                  <a:gd name="T26" fmla="*/ 33 w 94"/>
                  <a:gd name="T27" fmla="*/ 42 h 94"/>
                  <a:gd name="T28" fmla="*/ 36 w 94"/>
                  <a:gd name="T29" fmla="*/ 38 h 94"/>
                  <a:gd name="T30" fmla="*/ 76 w 94"/>
                  <a:gd name="T31" fmla="*/ 53 h 94"/>
                  <a:gd name="T32" fmla="*/ 69 w 94"/>
                  <a:gd name="T33" fmla="*/ 71 h 94"/>
                  <a:gd name="T34" fmla="*/ 66 w 94"/>
                  <a:gd name="T35" fmla="*/ 80 h 94"/>
                  <a:gd name="T36" fmla="*/ 59 w 94"/>
                  <a:gd name="T37" fmla="*/ 82 h 94"/>
                  <a:gd name="T38" fmla="*/ 15 w 94"/>
                  <a:gd name="T39" fmla="*/ 65 h 94"/>
                  <a:gd name="T40" fmla="*/ 12 w 94"/>
                  <a:gd name="T41" fmla="*/ 59 h 94"/>
                  <a:gd name="T42" fmla="*/ 15 w 94"/>
                  <a:gd name="T43" fmla="*/ 50 h 94"/>
                  <a:gd name="T44" fmla="*/ 22 w 94"/>
                  <a:gd name="T45" fmla="*/ 32 h 94"/>
                  <a:gd name="T46" fmla="*/ 22 w 94"/>
                  <a:gd name="T47" fmla="*/ 32 h 94"/>
                  <a:gd name="T48" fmla="*/ 29 w 94"/>
                  <a:gd name="T49" fmla="*/ 35 h 94"/>
                  <a:gd name="T50" fmla="*/ 27 w 94"/>
                  <a:gd name="T51" fmla="*/ 39 h 94"/>
                  <a:gd name="T52" fmla="*/ 39 w 94"/>
                  <a:gd name="T53" fmla="*/ 67 h 94"/>
                  <a:gd name="T54" fmla="*/ 67 w 94"/>
                  <a:gd name="T55" fmla="*/ 55 h 94"/>
                  <a:gd name="T56" fmla="*/ 69 w 94"/>
                  <a:gd name="T57" fmla="*/ 50 h 94"/>
                  <a:gd name="T58" fmla="*/ 76 w 94"/>
                  <a:gd name="T59" fmla="*/ 53 h 94"/>
                  <a:gd name="T60" fmla="*/ 82 w 94"/>
                  <a:gd name="T61" fmla="*/ 37 h 94"/>
                  <a:gd name="T62" fmla="*/ 79 w 94"/>
                  <a:gd name="T63" fmla="*/ 38 h 94"/>
                  <a:gd name="T64" fmla="*/ 74 w 94"/>
                  <a:gd name="T65" fmla="*/ 37 h 94"/>
                  <a:gd name="T66" fmla="*/ 73 w 94"/>
                  <a:gd name="T67" fmla="*/ 34 h 94"/>
                  <a:gd name="T68" fmla="*/ 74 w 94"/>
                  <a:gd name="T69" fmla="*/ 29 h 94"/>
                  <a:gd name="T70" fmla="*/ 77 w 94"/>
                  <a:gd name="T71" fmla="*/ 28 h 94"/>
                  <a:gd name="T72" fmla="*/ 82 w 94"/>
                  <a:gd name="T73" fmla="*/ 29 h 94"/>
                  <a:gd name="T74" fmla="*/ 83 w 94"/>
                  <a:gd name="T75" fmla="*/ 33 h 94"/>
                  <a:gd name="T76" fmla="*/ 82 w 94"/>
                  <a:gd name="T77" fmla="*/ 3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94" h="94">
                    <a:moveTo>
                      <a:pt x="85" y="20"/>
                    </a:moveTo>
                    <a:cubicBezTo>
                      <a:pt x="37" y="2"/>
                      <a:pt x="37" y="2"/>
                      <a:pt x="37" y="2"/>
                    </a:cubicBezTo>
                    <a:cubicBezTo>
                      <a:pt x="30" y="0"/>
                      <a:pt x="23" y="3"/>
                      <a:pt x="20" y="10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0" y="64"/>
                      <a:pt x="3" y="71"/>
                      <a:pt x="10" y="74"/>
                    </a:cubicBezTo>
                    <a:cubicBezTo>
                      <a:pt x="57" y="92"/>
                      <a:pt x="57" y="92"/>
                      <a:pt x="57" y="92"/>
                    </a:cubicBezTo>
                    <a:cubicBezTo>
                      <a:pt x="64" y="94"/>
                      <a:pt x="71" y="91"/>
                      <a:pt x="74" y="84"/>
                    </a:cubicBezTo>
                    <a:cubicBezTo>
                      <a:pt x="92" y="37"/>
                      <a:pt x="92" y="37"/>
                      <a:pt x="92" y="37"/>
                    </a:cubicBezTo>
                    <a:cubicBezTo>
                      <a:pt x="94" y="30"/>
                      <a:pt x="91" y="23"/>
                      <a:pt x="85" y="20"/>
                    </a:cubicBezTo>
                    <a:close/>
                    <a:moveTo>
                      <a:pt x="36" y="38"/>
                    </a:moveTo>
                    <a:cubicBezTo>
                      <a:pt x="62" y="47"/>
                      <a:pt x="62" y="47"/>
                      <a:pt x="62" y="47"/>
                    </a:cubicBezTo>
                    <a:cubicBezTo>
                      <a:pt x="62" y="49"/>
                      <a:pt x="61" y="51"/>
                      <a:pt x="61" y="52"/>
                    </a:cubicBezTo>
                    <a:cubicBezTo>
                      <a:pt x="58" y="60"/>
                      <a:pt x="49" y="64"/>
                      <a:pt x="42" y="61"/>
                    </a:cubicBezTo>
                    <a:cubicBezTo>
                      <a:pt x="34" y="58"/>
                      <a:pt x="31" y="49"/>
                      <a:pt x="33" y="42"/>
                    </a:cubicBezTo>
                    <a:cubicBezTo>
                      <a:pt x="34" y="40"/>
                      <a:pt x="35" y="39"/>
                      <a:pt x="36" y="38"/>
                    </a:cubicBezTo>
                    <a:close/>
                    <a:moveTo>
                      <a:pt x="76" y="53"/>
                    </a:moveTo>
                    <a:cubicBezTo>
                      <a:pt x="69" y="71"/>
                      <a:pt x="69" y="71"/>
                      <a:pt x="69" y="71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5" y="82"/>
                      <a:pt x="62" y="83"/>
                      <a:pt x="59" y="82"/>
                    </a:cubicBezTo>
                    <a:cubicBezTo>
                      <a:pt x="15" y="65"/>
                      <a:pt x="15" y="65"/>
                      <a:pt x="15" y="65"/>
                    </a:cubicBezTo>
                    <a:cubicBezTo>
                      <a:pt x="12" y="64"/>
                      <a:pt x="11" y="62"/>
                      <a:pt x="12" y="59"/>
                    </a:cubicBezTo>
                    <a:cubicBezTo>
                      <a:pt x="15" y="50"/>
                      <a:pt x="15" y="50"/>
                      <a:pt x="15" y="50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8" y="36"/>
                      <a:pt x="27" y="38"/>
                      <a:pt x="27" y="39"/>
                    </a:cubicBezTo>
                    <a:cubicBezTo>
                      <a:pt x="23" y="51"/>
                      <a:pt x="28" y="63"/>
                      <a:pt x="39" y="67"/>
                    </a:cubicBezTo>
                    <a:cubicBezTo>
                      <a:pt x="51" y="72"/>
                      <a:pt x="63" y="66"/>
                      <a:pt x="67" y="55"/>
                    </a:cubicBezTo>
                    <a:cubicBezTo>
                      <a:pt x="68" y="53"/>
                      <a:pt x="68" y="52"/>
                      <a:pt x="69" y="50"/>
                    </a:cubicBezTo>
                    <a:cubicBezTo>
                      <a:pt x="76" y="53"/>
                      <a:pt x="76" y="53"/>
                      <a:pt x="76" y="53"/>
                    </a:cubicBezTo>
                    <a:close/>
                    <a:moveTo>
                      <a:pt x="82" y="37"/>
                    </a:moveTo>
                    <a:cubicBezTo>
                      <a:pt x="81" y="38"/>
                      <a:pt x="80" y="39"/>
                      <a:pt x="79" y="38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73" y="36"/>
                      <a:pt x="72" y="35"/>
                      <a:pt x="73" y="34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75" y="28"/>
                      <a:pt x="76" y="27"/>
                      <a:pt x="77" y="28"/>
                    </a:cubicBezTo>
                    <a:cubicBezTo>
                      <a:pt x="82" y="29"/>
                      <a:pt x="82" y="29"/>
                      <a:pt x="82" y="29"/>
                    </a:cubicBezTo>
                    <a:cubicBezTo>
                      <a:pt x="83" y="30"/>
                      <a:pt x="84" y="31"/>
                      <a:pt x="83" y="33"/>
                    </a:cubicBezTo>
                    <a:lnTo>
                      <a:pt x="82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155DDADD-0E50-4892-B10F-6168DCB6FCBD}"/>
                  </a:ext>
                </a:extLst>
              </p:cNvPr>
              <p:cNvSpPr/>
              <p:nvPr/>
            </p:nvSpPr>
            <p:spPr bwMode="auto">
              <a:xfrm>
                <a:off x="10793056" y="3628522"/>
                <a:ext cx="168330" cy="168330"/>
              </a:xfrm>
              <a:custGeom>
                <a:avLst/>
                <a:gdLst>
                  <a:gd name="T0" fmla="*/ 44 w 53"/>
                  <a:gd name="T1" fmla="*/ 0 h 53"/>
                  <a:gd name="T2" fmla="*/ 9 w 53"/>
                  <a:gd name="T3" fmla="*/ 0 h 53"/>
                  <a:gd name="T4" fmla="*/ 0 w 53"/>
                  <a:gd name="T5" fmla="*/ 9 h 53"/>
                  <a:gd name="T6" fmla="*/ 0 w 53"/>
                  <a:gd name="T7" fmla="*/ 44 h 53"/>
                  <a:gd name="T8" fmla="*/ 9 w 53"/>
                  <a:gd name="T9" fmla="*/ 53 h 53"/>
                  <a:gd name="T10" fmla="*/ 44 w 53"/>
                  <a:gd name="T11" fmla="*/ 53 h 53"/>
                  <a:gd name="T12" fmla="*/ 53 w 53"/>
                  <a:gd name="T13" fmla="*/ 44 h 53"/>
                  <a:gd name="T14" fmla="*/ 53 w 53"/>
                  <a:gd name="T15" fmla="*/ 9 h 53"/>
                  <a:gd name="T16" fmla="*/ 44 w 53"/>
                  <a:gd name="T17" fmla="*/ 0 h 53"/>
                  <a:gd name="T18" fmla="*/ 20 w 53"/>
                  <a:gd name="T19" fmla="*/ 43 h 53"/>
                  <a:gd name="T20" fmla="*/ 13 w 53"/>
                  <a:gd name="T21" fmla="*/ 43 h 53"/>
                  <a:gd name="T22" fmla="*/ 13 w 53"/>
                  <a:gd name="T23" fmla="*/ 20 h 53"/>
                  <a:gd name="T24" fmla="*/ 20 w 53"/>
                  <a:gd name="T25" fmla="*/ 20 h 53"/>
                  <a:gd name="T26" fmla="*/ 20 w 53"/>
                  <a:gd name="T27" fmla="*/ 43 h 53"/>
                  <a:gd name="T28" fmla="*/ 17 w 53"/>
                  <a:gd name="T29" fmla="*/ 16 h 53"/>
                  <a:gd name="T30" fmla="*/ 13 w 53"/>
                  <a:gd name="T31" fmla="*/ 13 h 53"/>
                  <a:gd name="T32" fmla="*/ 17 w 53"/>
                  <a:gd name="T33" fmla="*/ 10 h 53"/>
                  <a:gd name="T34" fmla="*/ 20 w 53"/>
                  <a:gd name="T35" fmla="*/ 13 h 53"/>
                  <a:gd name="T36" fmla="*/ 17 w 53"/>
                  <a:gd name="T37" fmla="*/ 16 h 53"/>
                  <a:gd name="T38" fmla="*/ 43 w 53"/>
                  <a:gd name="T39" fmla="*/ 43 h 53"/>
                  <a:gd name="T40" fmla="*/ 37 w 53"/>
                  <a:gd name="T41" fmla="*/ 43 h 53"/>
                  <a:gd name="T42" fmla="*/ 37 w 53"/>
                  <a:gd name="T43" fmla="*/ 30 h 53"/>
                  <a:gd name="T44" fmla="*/ 33 w 53"/>
                  <a:gd name="T45" fmla="*/ 26 h 53"/>
                  <a:gd name="T46" fmla="*/ 30 w 53"/>
                  <a:gd name="T47" fmla="*/ 30 h 53"/>
                  <a:gd name="T48" fmla="*/ 30 w 53"/>
                  <a:gd name="T49" fmla="*/ 43 h 53"/>
                  <a:gd name="T50" fmla="*/ 23 w 53"/>
                  <a:gd name="T51" fmla="*/ 43 h 53"/>
                  <a:gd name="T52" fmla="*/ 23 w 53"/>
                  <a:gd name="T53" fmla="*/ 20 h 53"/>
                  <a:gd name="T54" fmla="*/ 30 w 53"/>
                  <a:gd name="T55" fmla="*/ 20 h 53"/>
                  <a:gd name="T56" fmla="*/ 30 w 53"/>
                  <a:gd name="T57" fmla="*/ 24 h 53"/>
                  <a:gd name="T58" fmla="*/ 36 w 53"/>
                  <a:gd name="T59" fmla="*/ 20 h 53"/>
                  <a:gd name="T60" fmla="*/ 43 w 53"/>
                  <a:gd name="T61" fmla="*/ 28 h 53"/>
                  <a:gd name="T62" fmla="*/ 43 w 53"/>
                  <a:gd name="T63" fmla="*/ 4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3" h="53">
                    <a:moveTo>
                      <a:pt x="44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9"/>
                      <a:pt x="4" y="53"/>
                      <a:pt x="9" y="53"/>
                    </a:cubicBezTo>
                    <a:cubicBezTo>
                      <a:pt x="44" y="53"/>
                      <a:pt x="44" y="53"/>
                      <a:pt x="44" y="53"/>
                    </a:cubicBezTo>
                    <a:cubicBezTo>
                      <a:pt x="49" y="53"/>
                      <a:pt x="53" y="49"/>
                      <a:pt x="53" y="44"/>
                    </a:cubicBezTo>
                    <a:cubicBezTo>
                      <a:pt x="53" y="9"/>
                      <a:pt x="53" y="9"/>
                      <a:pt x="53" y="9"/>
                    </a:cubicBezTo>
                    <a:cubicBezTo>
                      <a:pt x="53" y="4"/>
                      <a:pt x="49" y="0"/>
                      <a:pt x="44" y="0"/>
                    </a:cubicBezTo>
                    <a:close/>
                    <a:moveTo>
                      <a:pt x="20" y="43"/>
                    </a:move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20" y="20"/>
                      <a:pt x="20" y="20"/>
                      <a:pt x="20" y="20"/>
                    </a:cubicBezTo>
                    <a:lnTo>
                      <a:pt x="20" y="43"/>
                    </a:lnTo>
                    <a:close/>
                    <a:moveTo>
                      <a:pt x="17" y="16"/>
                    </a:moveTo>
                    <a:cubicBezTo>
                      <a:pt x="15" y="16"/>
                      <a:pt x="13" y="15"/>
                      <a:pt x="13" y="13"/>
                    </a:cubicBezTo>
                    <a:cubicBezTo>
                      <a:pt x="13" y="11"/>
                      <a:pt x="15" y="10"/>
                      <a:pt x="17" y="10"/>
                    </a:cubicBezTo>
                    <a:cubicBezTo>
                      <a:pt x="18" y="10"/>
                      <a:pt x="20" y="11"/>
                      <a:pt x="20" y="13"/>
                    </a:cubicBezTo>
                    <a:cubicBezTo>
                      <a:pt x="20" y="15"/>
                      <a:pt x="18" y="16"/>
                      <a:pt x="17" y="16"/>
                    </a:cubicBezTo>
                    <a:close/>
                    <a:moveTo>
                      <a:pt x="43" y="43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7" y="30"/>
                      <a:pt x="37" y="30"/>
                      <a:pt x="37" y="30"/>
                    </a:cubicBezTo>
                    <a:cubicBezTo>
                      <a:pt x="37" y="28"/>
                      <a:pt x="35" y="26"/>
                      <a:pt x="33" y="26"/>
                    </a:cubicBezTo>
                    <a:cubicBezTo>
                      <a:pt x="31" y="26"/>
                      <a:pt x="30" y="28"/>
                      <a:pt x="30" y="30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1" y="22"/>
                      <a:pt x="33" y="20"/>
                      <a:pt x="36" y="20"/>
                    </a:cubicBezTo>
                    <a:cubicBezTo>
                      <a:pt x="40" y="20"/>
                      <a:pt x="43" y="23"/>
                      <a:pt x="43" y="28"/>
                    </a:cubicBezTo>
                    <a:lnTo>
                      <a:pt x="43" y="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41E4C6E5-D3B2-47E6-B4C1-AB9334FC0E5E}"/>
                  </a:ext>
                </a:extLst>
              </p:cNvPr>
              <p:cNvSpPr/>
              <p:nvPr/>
            </p:nvSpPr>
            <p:spPr bwMode="auto">
              <a:xfrm>
                <a:off x="10646256" y="3395599"/>
                <a:ext cx="309258" cy="193775"/>
              </a:xfrm>
              <a:custGeom>
                <a:avLst/>
                <a:gdLst>
                  <a:gd name="T0" fmla="*/ 49 w 158"/>
                  <a:gd name="T1" fmla="*/ 70 h 99"/>
                  <a:gd name="T2" fmla="*/ 49 w 158"/>
                  <a:gd name="T3" fmla="*/ 39 h 99"/>
                  <a:gd name="T4" fmla="*/ 78 w 158"/>
                  <a:gd name="T5" fmla="*/ 39 h 99"/>
                  <a:gd name="T6" fmla="*/ 39 w 158"/>
                  <a:gd name="T7" fmla="*/ 0 h 99"/>
                  <a:gd name="T8" fmla="*/ 0 w 158"/>
                  <a:gd name="T9" fmla="*/ 39 h 99"/>
                  <a:gd name="T10" fmla="*/ 29 w 158"/>
                  <a:gd name="T11" fmla="*/ 39 h 99"/>
                  <a:gd name="T12" fmla="*/ 29 w 158"/>
                  <a:gd name="T13" fmla="*/ 89 h 99"/>
                  <a:gd name="T14" fmla="*/ 88 w 158"/>
                  <a:gd name="T15" fmla="*/ 89 h 99"/>
                  <a:gd name="T16" fmla="*/ 68 w 158"/>
                  <a:gd name="T17" fmla="*/ 70 h 99"/>
                  <a:gd name="T18" fmla="*/ 49 w 158"/>
                  <a:gd name="T19" fmla="*/ 70 h 99"/>
                  <a:gd name="T20" fmla="*/ 129 w 158"/>
                  <a:gd name="T21" fmla="*/ 58 h 99"/>
                  <a:gd name="T22" fmla="*/ 129 w 158"/>
                  <a:gd name="T23" fmla="*/ 9 h 99"/>
                  <a:gd name="T24" fmla="*/ 68 w 158"/>
                  <a:gd name="T25" fmla="*/ 9 h 99"/>
                  <a:gd name="T26" fmla="*/ 88 w 158"/>
                  <a:gd name="T27" fmla="*/ 29 h 99"/>
                  <a:gd name="T28" fmla="*/ 107 w 158"/>
                  <a:gd name="T29" fmla="*/ 29 h 99"/>
                  <a:gd name="T30" fmla="*/ 107 w 158"/>
                  <a:gd name="T31" fmla="*/ 58 h 99"/>
                  <a:gd name="T32" fmla="*/ 78 w 158"/>
                  <a:gd name="T33" fmla="*/ 58 h 99"/>
                  <a:gd name="T34" fmla="*/ 119 w 158"/>
                  <a:gd name="T35" fmla="*/ 99 h 99"/>
                  <a:gd name="T36" fmla="*/ 158 w 158"/>
                  <a:gd name="T37" fmla="*/ 58 h 99"/>
                  <a:gd name="T38" fmla="*/ 129 w 158"/>
                  <a:gd name="T39" fmla="*/ 5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8" h="99">
                    <a:moveTo>
                      <a:pt x="49" y="70"/>
                    </a:moveTo>
                    <a:lnTo>
                      <a:pt x="49" y="39"/>
                    </a:lnTo>
                    <a:lnTo>
                      <a:pt x="78" y="39"/>
                    </a:lnTo>
                    <a:lnTo>
                      <a:pt x="39" y="0"/>
                    </a:lnTo>
                    <a:lnTo>
                      <a:pt x="0" y="39"/>
                    </a:lnTo>
                    <a:lnTo>
                      <a:pt x="29" y="39"/>
                    </a:lnTo>
                    <a:lnTo>
                      <a:pt x="29" y="89"/>
                    </a:lnTo>
                    <a:lnTo>
                      <a:pt x="88" y="89"/>
                    </a:lnTo>
                    <a:lnTo>
                      <a:pt x="68" y="70"/>
                    </a:lnTo>
                    <a:lnTo>
                      <a:pt x="49" y="70"/>
                    </a:lnTo>
                    <a:close/>
                    <a:moveTo>
                      <a:pt x="129" y="58"/>
                    </a:moveTo>
                    <a:lnTo>
                      <a:pt x="129" y="9"/>
                    </a:lnTo>
                    <a:lnTo>
                      <a:pt x="68" y="9"/>
                    </a:lnTo>
                    <a:lnTo>
                      <a:pt x="88" y="29"/>
                    </a:lnTo>
                    <a:lnTo>
                      <a:pt x="107" y="29"/>
                    </a:lnTo>
                    <a:lnTo>
                      <a:pt x="107" y="58"/>
                    </a:lnTo>
                    <a:lnTo>
                      <a:pt x="78" y="58"/>
                    </a:lnTo>
                    <a:lnTo>
                      <a:pt x="119" y="99"/>
                    </a:lnTo>
                    <a:lnTo>
                      <a:pt x="158" y="58"/>
                    </a:lnTo>
                    <a:lnTo>
                      <a:pt x="129" y="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5745B0C8-52A8-4867-8434-CB2621BB260B}"/>
                  </a:ext>
                </a:extLst>
              </p:cNvPr>
              <p:cNvSpPr/>
              <p:nvPr/>
            </p:nvSpPr>
            <p:spPr bwMode="auto">
              <a:xfrm>
                <a:off x="10910496" y="2367998"/>
                <a:ext cx="321002" cy="322960"/>
              </a:xfrm>
              <a:custGeom>
                <a:avLst/>
                <a:gdLst>
                  <a:gd name="T0" fmla="*/ 96 w 100"/>
                  <a:gd name="T1" fmla="*/ 85 h 101"/>
                  <a:gd name="T2" fmla="*/ 73 w 100"/>
                  <a:gd name="T3" fmla="*/ 65 h 101"/>
                  <a:gd name="T4" fmla="*/ 66 w 100"/>
                  <a:gd name="T5" fmla="*/ 62 h 101"/>
                  <a:gd name="T6" fmla="*/ 74 w 100"/>
                  <a:gd name="T7" fmla="*/ 37 h 101"/>
                  <a:gd name="T8" fmla="*/ 37 w 100"/>
                  <a:gd name="T9" fmla="*/ 0 h 101"/>
                  <a:gd name="T10" fmla="*/ 0 w 100"/>
                  <a:gd name="T11" fmla="*/ 37 h 101"/>
                  <a:gd name="T12" fmla="*/ 37 w 100"/>
                  <a:gd name="T13" fmla="*/ 75 h 101"/>
                  <a:gd name="T14" fmla="*/ 61 w 100"/>
                  <a:gd name="T15" fmla="*/ 66 h 101"/>
                  <a:gd name="T16" fmla="*/ 64 w 100"/>
                  <a:gd name="T17" fmla="*/ 73 h 101"/>
                  <a:gd name="T18" fmla="*/ 84 w 100"/>
                  <a:gd name="T19" fmla="*/ 96 h 101"/>
                  <a:gd name="T20" fmla="*/ 97 w 100"/>
                  <a:gd name="T21" fmla="*/ 97 h 101"/>
                  <a:gd name="T22" fmla="*/ 96 w 100"/>
                  <a:gd name="T23" fmla="*/ 85 h 101"/>
                  <a:gd name="T24" fmla="*/ 37 w 100"/>
                  <a:gd name="T25" fmla="*/ 62 h 101"/>
                  <a:gd name="T26" fmla="*/ 12 w 100"/>
                  <a:gd name="T27" fmla="*/ 37 h 101"/>
                  <a:gd name="T28" fmla="*/ 37 w 100"/>
                  <a:gd name="T29" fmla="*/ 12 h 101"/>
                  <a:gd name="T30" fmla="*/ 62 w 100"/>
                  <a:gd name="T31" fmla="*/ 37 h 101"/>
                  <a:gd name="T32" fmla="*/ 37 w 100"/>
                  <a:gd name="T33" fmla="*/ 6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0" h="101">
                    <a:moveTo>
                      <a:pt x="96" y="85"/>
                    </a:moveTo>
                    <a:cubicBezTo>
                      <a:pt x="73" y="65"/>
                      <a:pt x="73" y="65"/>
                      <a:pt x="73" y="65"/>
                    </a:cubicBezTo>
                    <a:cubicBezTo>
                      <a:pt x="70" y="62"/>
                      <a:pt x="68" y="61"/>
                      <a:pt x="66" y="62"/>
                    </a:cubicBezTo>
                    <a:cubicBezTo>
                      <a:pt x="71" y="55"/>
                      <a:pt x="74" y="47"/>
                      <a:pt x="74" y="37"/>
                    </a:cubicBezTo>
                    <a:cubicBezTo>
                      <a:pt x="74" y="17"/>
                      <a:pt x="58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58"/>
                      <a:pt x="17" y="75"/>
                      <a:pt x="37" y="75"/>
                    </a:cubicBezTo>
                    <a:cubicBezTo>
                      <a:pt x="46" y="75"/>
                      <a:pt x="55" y="71"/>
                      <a:pt x="61" y="66"/>
                    </a:cubicBezTo>
                    <a:cubicBezTo>
                      <a:pt x="61" y="68"/>
                      <a:pt x="62" y="70"/>
                      <a:pt x="64" y="73"/>
                    </a:cubicBezTo>
                    <a:cubicBezTo>
                      <a:pt x="84" y="96"/>
                      <a:pt x="84" y="96"/>
                      <a:pt x="84" y="96"/>
                    </a:cubicBezTo>
                    <a:cubicBezTo>
                      <a:pt x="88" y="100"/>
                      <a:pt x="94" y="101"/>
                      <a:pt x="97" y="97"/>
                    </a:cubicBezTo>
                    <a:cubicBezTo>
                      <a:pt x="100" y="94"/>
                      <a:pt x="100" y="88"/>
                      <a:pt x="96" y="85"/>
                    </a:cubicBezTo>
                    <a:close/>
                    <a:moveTo>
                      <a:pt x="37" y="62"/>
                    </a:moveTo>
                    <a:cubicBezTo>
                      <a:pt x="23" y="62"/>
                      <a:pt x="12" y="51"/>
                      <a:pt x="12" y="37"/>
                    </a:cubicBezTo>
                    <a:cubicBezTo>
                      <a:pt x="12" y="24"/>
                      <a:pt x="23" y="12"/>
                      <a:pt x="37" y="12"/>
                    </a:cubicBezTo>
                    <a:cubicBezTo>
                      <a:pt x="51" y="12"/>
                      <a:pt x="62" y="24"/>
                      <a:pt x="62" y="37"/>
                    </a:cubicBezTo>
                    <a:cubicBezTo>
                      <a:pt x="62" y="51"/>
                      <a:pt x="51" y="62"/>
                      <a:pt x="37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274F4E00-2515-411A-A749-A2730A7D66BE}"/>
                  </a:ext>
                </a:extLst>
              </p:cNvPr>
              <p:cNvSpPr/>
              <p:nvPr/>
            </p:nvSpPr>
            <p:spPr bwMode="auto">
              <a:xfrm>
                <a:off x="10581664" y="2328853"/>
                <a:ext cx="395380" cy="383636"/>
              </a:xfrm>
              <a:custGeom>
                <a:avLst/>
                <a:gdLst>
                  <a:gd name="T0" fmla="*/ 78 w 124"/>
                  <a:gd name="T1" fmla="*/ 84 h 120"/>
                  <a:gd name="T2" fmla="*/ 75 w 124"/>
                  <a:gd name="T3" fmla="*/ 75 h 120"/>
                  <a:gd name="T4" fmla="*/ 86 w 124"/>
                  <a:gd name="T5" fmla="*/ 54 h 120"/>
                  <a:gd name="T6" fmla="*/ 89 w 124"/>
                  <a:gd name="T7" fmla="*/ 37 h 120"/>
                  <a:gd name="T8" fmla="*/ 62 w 124"/>
                  <a:gd name="T9" fmla="*/ 0 h 120"/>
                  <a:gd name="T10" fmla="*/ 36 w 124"/>
                  <a:gd name="T11" fmla="*/ 37 h 120"/>
                  <a:gd name="T12" fmla="*/ 39 w 124"/>
                  <a:gd name="T13" fmla="*/ 54 h 120"/>
                  <a:gd name="T14" fmla="*/ 50 w 124"/>
                  <a:gd name="T15" fmla="*/ 75 h 120"/>
                  <a:gd name="T16" fmla="*/ 47 w 124"/>
                  <a:gd name="T17" fmla="*/ 84 h 120"/>
                  <a:gd name="T18" fmla="*/ 0 w 124"/>
                  <a:gd name="T19" fmla="*/ 120 h 120"/>
                  <a:gd name="T20" fmla="*/ 62 w 124"/>
                  <a:gd name="T21" fmla="*/ 120 h 120"/>
                  <a:gd name="T22" fmla="*/ 124 w 124"/>
                  <a:gd name="T23" fmla="*/ 120 h 120"/>
                  <a:gd name="T24" fmla="*/ 78 w 124"/>
                  <a:gd name="T25" fmla="*/ 84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4" h="120">
                    <a:moveTo>
                      <a:pt x="78" y="84"/>
                    </a:moveTo>
                    <a:cubicBezTo>
                      <a:pt x="75" y="84"/>
                      <a:pt x="75" y="75"/>
                      <a:pt x="75" y="75"/>
                    </a:cubicBezTo>
                    <a:cubicBezTo>
                      <a:pt x="75" y="75"/>
                      <a:pt x="84" y="66"/>
                      <a:pt x="86" y="54"/>
                    </a:cubicBezTo>
                    <a:cubicBezTo>
                      <a:pt x="91" y="54"/>
                      <a:pt x="94" y="42"/>
                      <a:pt x="89" y="37"/>
                    </a:cubicBezTo>
                    <a:cubicBezTo>
                      <a:pt x="89" y="32"/>
                      <a:pt x="96" y="0"/>
                      <a:pt x="62" y="0"/>
                    </a:cubicBezTo>
                    <a:cubicBezTo>
                      <a:pt x="29" y="0"/>
                      <a:pt x="36" y="32"/>
                      <a:pt x="36" y="37"/>
                    </a:cubicBezTo>
                    <a:cubicBezTo>
                      <a:pt x="31" y="42"/>
                      <a:pt x="34" y="54"/>
                      <a:pt x="39" y="54"/>
                    </a:cubicBezTo>
                    <a:cubicBezTo>
                      <a:pt x="41" y="66"/>
                      <a:pt x="50" y="75"/>
                      <a:pt x="50" y="75"/>
                    </a:cubicBezTo>
                    <a:cubicBezTo>
                      <a:pt x="50" y="75"/>
                      <a:pt x="50" y="84"/>
                      <a:pt x="47" y="84"/>
                    </a:cubicBezTo>
                    <a:cubicBezTo>
                      <a:pt x="37" y="86"/>
                      <a:pt x="0" y="102"/>
                      <a:pt x="0" y="120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124" y="120"/>
                      <a:pt x="124" y="120"/>
                      <a:pt x="124" y="120"/>
                    </a:cubicBezTo>
                    <a:cubicBezTo>
                      <a:pt x="124" y="102"/>
                      <a:pt x="88" y="86"/>
                      <a:pt x="78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9D072041-055C-4820-9BAD-CD88A134F20F}"/>
                  </a:ext>
                </a:extLst>
              </p:cNvPr>
              <p:cNvSpPr/>
              <p:nvPr/>
            </p:nvSpPr>
            <p:spPr bwMode="auto">
              <a:xfrm>
                <a:off x="10658000" y="5303998"/>
                <a:ext cx="131142" cy="207478"/>
              </a:xfrm>
              <a:custGeom>
                <a:avLst/>
                <a:gdLst>
                  <a:gd name="T0" fmla="*/ 21 w 41"/>
                  <a:gd name="T1" fmla="*/ 0 h 65"/>
                  <a:gd name="T2" fmla="*/ 0 w 41"/>
                  <a:gd name="T3" fmla="*/ 20 h 65"/>
                  <a:gd name="T4" fmla="*/ 21 w 41"/>
                  <a:gd name="T5" fmla="*/ 65 h 65"/>
                  <a:gd name="T6" fmla="*/ 41 w 41"/>
                  <a:gd name="T7" fmla="*/ 20 h 65"/>
                  <a:gd name="T8" fmla="*/ 21 w 41"/>
                  <a:gd name="T9" fmla="*/ 0 h 65"/>
                  <a:gd name="T10" fmla="*/ 21 w 41"/>
                  <a:gd name="T11" fmla="*/ 33 h 65"/>
                  <a:gd name="T12" fmla="*/ 8 w 41"/>
                  <a:gd name="T13" fmla="*/ 20 h 65"/>
                  <a:gd name="T14" fmla="*/ 21 w 41"/>
                  <a:gd name="T15" fmla="*/ 8 h 65"/>
                  <a:gd name="T16" fmla="*/ 33 w 41"/>
                  <a:gd name="T17" fmla="*/ 20 h 65"/>
                  <a:gd name="T18" fmla="*/ 21 w 41"/>
                  <a:gd name="T19" fmla="*/ 33 h 65"/>
                  <a:gd name="T20" fmla="*/ 13 w 41"/>
                  <a:gd name="T21" fmla="*/ 20 h 65"/>
                  <a:gd name="T22" fmla="*/ 21 w 41"/>
                  <a:gd name="T23" fmla="*/ 28 h 65"/>
                  <a:gd name="T24" fmla="*/ 29 w 41"/>
                  <a:gd name="T25" fmla="*/ 20 h 65"/>
                  <a:gd name="T26" fmla="*/ 21 w 41"/>
                  <a:gd name="T27" fmla="*/ 12 h 65"/>
                  <a:gd name="T28" fmla="*/ 13 w 41"/>
                  <a:gd name="T29" fmla="*/ 2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65">
                    <a:moveTo>
                      <a:pt x="21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41"/>
                      <a:pt x="21" y="65"/>
                      <a:pt x="21" y="65"/>
                    </a:cubicBezTo>
                    <a:cubicBezTo>
                      <a:pt x="21" y="65"/>
                      <a:pt x="41" y="41"/>
                      <a:pt x="41" y="20"/>
                    </a:cubicBezTo>
                    <a:cubicBezTo>
                      <a:pt x="41" y="9"/>
                      <a:pt x="32" y="0"/>
                      <a:pt x="21" y="0"/>
                    </a:cubicBezTo>
                    <a:close/>
                    <a:moveTo>
                      <a:pt x="21" y="33"/>
                    </a:moveTo>
                    <a:cubicBezTo>
                      <a:pt x="14" y="33"/>
                      <a:pt x="8" y="27"/>
                      <a:pt x="8" y="20"/>
                    </a:cubicBezTo>
                    <a:cubicBezTo>
                      <a:pt x="8" y="13"/>
                      <a:pt x="14" y="8"/>
                      <a:pt x="21" y="8"/>
                    </a:cubicBezTo>
                    <a:cubicBezTo>
                      <a:pt x="28" y="8"/>
                      <a:pt x="33" y="13"/>
                      <a:pt x="33" y="20"/>
                    </a:cubicBezTo>
                    <a:cubicBezTo>
                      <a:pt x="33" y="27"/>
                      <a:pt x="28" y="33"/>
                      <a:pt x="21" y="33"/>
                    </a:cubicBezTo>
                    <a:close/>
                    <a:moveTo>
                      <a:pt x="13" y="20"/>
                    </a:moveTo>
                    <a:cubicBezTo>
                      <a:pt x="13" y="25"/>
                      <a:pt x="16" y="28"/>
                      <a:pt x="21" y="28"/>
                    </a:cubicBezTo>
                    <a:cubicBezTo>
                      <a:pt x="25" y="28"/>
                      <a:pt x="29" y="25"/>
                      <a:pt x="29" y="20"/>
                    </a:cubicBezTo>
                    <a:cubicBezTo>
                      <a:pt x="29" y="16"/>
                      <a:pt x="25" y="12"/>
                      <a:pt x="21" y="12"/>
                    </a:cubicBezTo>
                    <a:cubicBezTo>
                      <a:pt x="16" y="12"/>
                      <a:pt x="13" y="16"/>
                      <a:pt x="13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4783905B-1499-418C-AA70-C8003E7495A2}"/>
                  </a:ext>
                </a:extLst>
              </p:cNvPr>
              <p:cNvSpPr/>
              <p:nvPr/>
            </p:nvSpPr>
            <p:spPr bwMode="auto">
              <a:xfrm>
                <a:off x="10515116" y="5527135"/>
                <a:ext cx="203562" cy="275983"/>
              </a:xfrm>
              <a:custGeom>
                <a:avLst/>
                <a:gdLst>
                  <a:gd name="T0" fmla="*/ 58 w 64"/>
                  <a:gd name="T1" fmla="*/ 9 h 86"/>
                  <a:gd name="T2" fmla="*/ 24 w 64"/>
                  <a:gd name="T3" fmla="*/ 1 h 86"/>
                  <a:gd name="T4" fmla="*/ 16 w 64"/>
                  <a:gd name="T5" fmla="*/ 7 h 86"/>
                  <a:gd name="T6" fmla="*/ 1 w 64"/>
                  <a:gd name="T7" fmla="*/ 68 h 86"/>
                  <a:gd name="T8" fmla="*/ 6 w 64"/>
                  <a:gd name="T9" fmla="*/ 77 h 86"/>
                  <a:gd name="T10" fmla="*/ 39 w 64"/>
                  <a:gd name="T11" fmla="*/ 85 h 86"/>
                  <a:gd name="T12" fmla="*/ 48 w 64"/>
                  <a:gd name="T13" fmla="*/ 80 h 86"/>
                  <a:gd name="T14" fmla="*/ 63 w 64"/>
                  <a:gd name="T15" fmla="*/ 18 h 86"/>
                  <a:gd name="T16" fmla="*/ 58 w 64"/>
                  <a:gd name="T17" fmla="*/ 9 h 86"/>
                  <a:gd name="T18" fmla="*/ 31 w 64"/>
                  <a:gd name="T19" fmla="*/ 7 h 86"/>
                  <a:gd name="T20" fmla="*/ 50 w 64"/>
                  <a:gd name="T21" fmla="*/ 11 h 86"/>
                  <a:gd name="T22" fmla="*/ 49 w 64"/>
                  <a:gd name="T23" fmla="*/ 14 h 86"/>
                  <a:gd name="T24" fmla="*/ 30 w 64"/>
                  <a:gd name="T25" fmla="*/ 9 h 86"/>
                  <a:gd name="T26" fmla="*/ 31 w 64"/>
                  <a:gd name="T27" fmla="*/ 7 h 86"/>
                  <a:gd name="T28" fmla="*/ 24 w 64"/>
                  <a:gd name="T29" fmla="*/ 76 h 86"/>
                  <a:gd name="T30" fmla="*/ 20 w 64"/>
                  <a:gd name="T31" fmla="*/ 71 h 86"/>
                  <a:gd name="T32" fmla="*/ 26 w 64"/>
                  <a:gd name="T33" fmla="*/ 67 h 86"/>
                  <a:gd name="T34" fmla="*/ 30 w 64"/>
                  <a:gd name="T35" fmla="*/ 73 h 86"/>
                  <a:gd name="T36" fmla="*/ 24 w 64"/>
                  <a:gd name="T37" fmla="*/ 76 h 86"/>
                  <a:gd name="T38" fmla="*/ 46 w 64"/>
                  <a:gd name="T39" fmla="*/ 67 h 86"/>
                  <a:gd name="T40" fmla="*/ 8 w 64"/>
                  <a:gd name="T41" fmla="*/ 58 h 86"/>
                  <a:gd name="T42" fmla="*/ 20 w 64"/>
                  <a:gd name="T43" fmla="*/ 10 h 86"/>
                  <a:gd name="T44" fmla="*/ 58 w 64"/>
                  <a:gd name="T45" fmla="*/ 19 h 86"/>
                  <a:gd name="T46" fmla="*/ 46 w 64"/>
                  <a:gd name="T47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4" h="86">
                    <a:moveTo>
                      <a:pt x="58" y="9"/>
                    </a:moveTo>
                    <a:cubicBezTo>
                      <a:pt x="24" y="1"/>
                      <a:pt x="24" y="1"/>
                      <a:pt x="24" y="1"/>
                    </a:cubicBezTo>
                    <a:cubicBezTo>
                      <a:pt x="21" y="0"/>
                      <a:pt x="17" y="3"/>
                      <a:pt x="16" y="7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0" y="72"/>
                      <a:pt x="2" y="76"/>
                      <a:pt x="6" y="7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43" y="86"/>
                      <a:pt x="47" y="84"/>
                      <a:pt x="48" y="80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4" y="14"/>
                      <a:pt x="61" y="10"/>
                      <a:pt x="58" y="9"/>
                    </a:cubicBezTo>
                    <a:close/>
                    <a:moveTo>
                      <a:pt x="31" y="7"/>
                    </a:moveTo>
                    <a:cubicBezTo>
                      <a:pt x="50" y="11"/>
                      <a:pt x="50" y="11"/>
                      <a:pt x="50" y="11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30" y="9"/>
                      <a:pt x="30" y="9"/>
                      <a:pt x="30" y="9"/>
                    </a:cubicBezTo>
                    <a:lnTo>
                      <a:pt x="31" y="7"/>
                    </a:lnTo>
                    <a:close/>
                    <a:moveTo>
                      <a:pt x="24" y="76"/>
                    </a:moveTo>
                    <a:cubicBezTo>
                      <a:pt x="21" y="76"/>
                      <a:pt x="19" y="73"/>
                      <a:pt x="20" y="71"/>
                    </a:cubicBezTo>
                    <a:cubicBezTo>
                      <a:pt x="21" y="68"/>
                      <a:pt x="23" y="66"/>
                      <a:pt x="26" y="67"/>
                    </a:cubicBezTo>
                    <a:cubicBezTo>
                      <a:pt x="29" y="68"/>
                      <a:pt x="30" y="70"/>
                      <a:pt x="30" y="73"/>
                    </a:cubicBezTo>
                    <a:cubicBezTo>
                      <a:pt x="29" y="75"/>
                      <a:pt x="26" y="77"/>
                      <a:pt x="24" y="76"/>
                    </a:cubicBezTo>
                    <a:close/>
                    <a:moveTo>
                      <a:pt x="46" y="67"/>
                    </a:moveTo>
                    <a:cubicBezTo>
                      <a:pt x="8" y="58"/>
                      <a:pt x="8" y="58"/>
                      <a:pt x="8" y="58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58" y="19"/>
                      <a:pt x="58" y="19"/>
                      <a:pt x="58" y="19"/>
                    </a:cubicBezTo>
                    <a:lnTo>
                      <a:pt x="46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CE85EA08-CE20-4545-82F5-7E1292888A37}"/>
                  </a:ext>
                </a:extLst>
              </p:cNvPr>
              <p:cNvSpPr/>
              <p:nvPr/>
            </p:nvSpPr>
            <p:spPr bwMode="auto">
              <a:xfrm>
                <a:off x="10470096" y="3638308"/>
                <a:ext cx="274026" cy="207478"/>
              </a:xfrm>
              <a:custGeom>
                <a:avLst/>
                <a:gdLst>
                  <a:gd name="T0" fmla="*/ 75 w 86"/>
                  <a:gd name="T1" fmla="*/ 11 h 65"/>
                  <a:gd name="T2" fmla="*/ 75 w 86"/>
                  <a:gd name="T3" fmla="*/ 0 h 65"/>
                  <a:gd name="T4" fmla="*/ 0 w 86"/>
                  <a:gd name="T5" fmla="*/ 0 h 65"/>
                  <a:gd name="T6" fmla="*/ 0 w 86"/>
                  <a:gd name="T7" fmla="*/ 60 h 65"/>
                  <a:gd name="T8" fmla="*/ 5 w 86"/>
                  <a:gd name="T9" fmla="*/ 65 h 65"/>
                  <a:gd name="T10" fmla="*/ 78 w 86"/>
                  <a:gd name="T11" fmla="*/ 65 h 65"/>
                  <a:gd name="T12" fmla="*/ 86 w 86"/>
                  <a:gd name="T13" fmla="*/ 57 h 65"/>
                  <a:gd name="T14" fmla="*/ 86 w 86"/>
                  <a:gd name="T15" fmla="*/ 11 h 65"/>
                  <a:gd name="T16" fmla="*/ 75 w 86"/>
                  <a:gd name="T17" fmla="*/ 11 h 65"/>
                  <a:gd name="T18" fmla="*/ 70 w 86"/>
                  <a:gd name="T19" fmla="*/ 60 h 65"/>
                  <a:gd name="T20" fmla="*/ 5 w 86"/>
                  <a:gd name="T21" fmla="*/ 60 h 65"/>
                  <a:gd name="T22" fmla="*/ 5 w 86"/>
                  <a:gd name="T23" fmla="*/ 5 h 65"/>
                  <a:gd name="T24" fmla="*/ 70 w 86"/>
                  <a:gd name="T25" fmla="*/ 5 h 65"/>
                  <a:gd name="T26" fmla="*/ 70 w 86"/>
                  <a:gd name="T27" fmla="*/ 60 h 65"/>
                  <a:gd name="T28" fmla="*/ 10 w 86"/>
                  <a:gd name="T29" fmla="*/ 16 h 65"/>
                  <a:gd name="T30" fmla="*/ 64 w 86"/>
                  <a:gd name="T31" fmla="*/ 16 h 65"/>
                  <a:gd name="T32" fmla="*/ 64 w 86"/>
                  <a:gd name="T33" fmla="*/ 22 h 65"/>
                  <a:gd name="T34" fmla="*/ 10 w 86"/>
                  <a:gd name="T35" fmla="*/ 22 h 65"/>
                  <a:gd name="T36" fmla="*/ 10 w 86"/>
                  <a:gd name="T37" fmla="*/ 16 h 65"/>
                  <a:gd name="T38" fmla="*/ 43 w 86"/>
                  <a:gd name="T39" fmla="*/ 27 h 65"/>
                  <a:gd name="T40" fmla="*/ 64 w 86"/>
                  <a:gd name="T41" fmla="*/ 27 h 65"/>
                  <a:gd name="T42" fmla="*/ 64 w 86"/>
                  <a:gd name="T43" fmla="*/ 32 h 65"/>
                  <a:gd name="T44" fmla="*/ 43 w 86"/>
                  <a:gd name="T45" fmla="*/ 32 h 65"/>
                  <a:gd name="T46" fmla="*/ 43 w 86"/>
                  <a:gd name="T47" fmla="*/ 27 h 65"/>
                  <a:gd name="T48" fmla="*/ 43 w 86"/>
                  <a:gd name="T49" fmla="*/ 38 h 65"/>
                  <a:gd name="T50" fmla="*/ 64 w 86"/>
                  <a:gd name="T51" fmla="*/ 38 h 65"/>
                  <a:gd name="T52" fmla="*/ 64 w 86"/>
                  <a:gd name="T53" fmla="*/ 43 h 65"/>
                  <a:gd name="T54" fmla="*/ 43 w 86"/>
                  <a:gd name="T55" fmla="*/ 43 h 65"/>
                  <a:gd name="T56" fmla="*/ 43 w 86"/>
                  <a:gd name="T57" fmla="*/ 38 h 65"/>
                  <a:gd name="T58" fmla="*/ 43 w 86"/>
                  <a:gd name="T59" fmla="*/ 49 h 65"/>
                  <a:gd name="T60" fmla="*/ 59 w 86"/>
                  <a:gd name="T61" fmla="*/ 49 h 65"/>
                  <a:gd name="T62" fmla="*/ 59 w 86"/>
                  <a:gd name="T63" fmla="*/ 54 h 65"/>
                  <a:gd name="T64" fmla="*/ 43 w 86"/>
                  <a:gd name="T65" fmla="*/ 54 h 65"/>
                  <a:gd name="T66" fmla="*/ 43 w 86"/>
                  <a:gd name="T67" fmla="*/ 49 h 65"/>
                  <a:gd name="T68" fmla="*/ 10 w 86"/>
                  <a:gd name="T69" fmla="*/ 27 h 65"/>
                  <a:gd name="T70" fmla="*/ 37 w 86"/>
                  <a:gd name="T71" fmla="*/ 27 h 65"/>
                  <a:gd name="T72" fmla="*/ 37 w 86"/>
                  <a:gd name="T73" fmla="*/ 54 h 65"/>
                  <a:gd name="T74" fmla="*/ 10 w 86"/>
                  <a:gd name="T75" fmla="*/ 54 h 65"/>
                  <a:gd name="T76" fmla="*/ 10 w 86"/>
                  <a:gd name="T77" fmla="*/ 2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6" h="65">
                    <a:moveTo>
                      <a:pt x="75" y="11"/>
                    </a:moveTo>
                    <a:cubicBezTo>
                      <a:pt x="75" y="0"/>
                      <a:pt x="75" y="0"/>
                      <a:pt x="7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2" y="65"/>
                      <a:pt x="5" y="65"/>
                    </a:cubicBezTo>
                    <a:cubicBezTo>
                      <a:pt x="78" y="65"/>
                      <a:pt x="78" y="65"/>
                      <a:pt x="78" y="65"/>
                    </a:cubicBezTo>
                    <a:cubicBezTo>
                      <a:pt x="82" y="65"/>
                      <a:pt x="86" y="61"/>
                      <a:pt x="86" y="57"/>
                    </a:cubicBezTo>
                    <a:cubicBezTo>
                      <a:pt x="86" y="11"/>
                      <a:pt x="86" y="11"/>
                      <a:pt x="86" y="11"/>
                    </a:cubicBezTo>
                    <a:lnTo>
                      <a:pt x="75" y="11"/>
                    </a:lnTo>
                    <a:close/>
                    <a:moveTo>
                      <a:pt x="70" y="60"/>
                    </a:moveTo>
                    <a:cubicBezTo>
                      <a:pt x="5" y="60"/>
                      <a:pt x="5" y="60"/>
                      <a:pt x="5" y="60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70" y="5"/>
                      <a:pt x="70" y="5"/>
                      <a:pt x="70" y="5"/>
                    </a:cubicBezTo>
                    <a:lnTo>
                      <a:pt x="70" y="60"/>
                    </a:lnTo>
                    <a:close/>
                    <a:moveTo>
                      <a:pt x="10" y="16"/>
                    </a:move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10" y="22"/>
                      <a:pt x="10" y="22"/>
                      <a:pt x="10" y="22"/>
                    </a:cubicBezTo>
                    <a:lnTo>
                      <a:pt x="10" y="16"/>
                    </a:lnTo>
                    <a:close/>
                    <a:moveTo>
                      <a:pt x="43" y="27"/>
                    </a:move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43" y="32"/>
                      <a:pt x="43" y="32"/>
                      <a:pt x="43" y="32"/>
                    </a:cubicBezTo>
                    <a:lnTo>
                      <a:pt x="43" y="27"/>
                    </a:lnTo>
                    <a:close/>
                    <a:moveTo>
                      <a:pt x="43" y="38"/>
                    </a:moveTo>
                    <a:cubicBezTo>
                      <a:pt x="64" y="38"/>
                      <a:pt x="64" y="38"/>
                      <a:pt x="64" y="38"/>
                    </a:cubicBezTo>
                    <a:cubicBezTo>
                      <a:pt x="64" y="43"/>
                      <a:pt x="64" y="43"/>
                      <a:pt x="64" y="43"/>
                    </a:cubicBezTo>
                    <a:cubicBezTo>
                      <a:pt x="43" y="43"/>
                      <a:pt x="43" y="43"/>
                      <a:pt x="43" y="43"/>
                    </a:cubicBezTo>
                    <a:lnTo>
                      <a:pt x="43" y="38"/>
                    </a:lnTo>
                    <a:close/>
                    <a:moveTo>
                      <a:pt x="43" y="49"/>
                    </a:move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54"/>
                      <a:pt x="59" y="54"/>
                      <a:pt x="59" y="54"/>
                    </a:cubicBezTo>
                    <a:cubicBezTo>
                      <a:pt x="43" y="54"/>
                      <a:pt x="43" y="54"/>
                      <a:pt x="43" y="54"/>
                    </a:cubicBezTo>
                    <a:lnTo>
                      <a:pt x="43" y="49"/>
                    </a:lnTo>
                    <a:close/>
                    <a:moveTo>
                      <a:pt x="10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10" y="54"/>
                      <a:pt x="10" y="54"/>
                      <a:pt x="10" y="54"/>
                    </a:cubicBezTo>
                    <a:lnTo>
                      <a:pt x="1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7791AFC3-90ED-42C4-B318-5E97222F799D}"/>
                  </a:ext>
                </a:extLst>
              </p:cNvPr>
              <p:cNvSpPr/>
              <p:nvPr/>
            </p:nvSpPr>
            <p:spPr bwMode="auto">
              <a:xfrm>
                <a:off x="10763696" y="2767294"/>
                <a:ext cx="256411" cy="256409"/>
              </a:xfrm>
              <a:custGeom>
                <a:avLst/>
                <a:gdLst>
                  <a:gd name="T0" fmla="*/ 0 w 131"/>
                  <a:gd name="T1" fmla="*/ 131 h 131"/>
                  <a:gd name="T2" fmla="*/ 65 w 131"/>
                  <a:gd name="T3" fmla="*/ 131 h 131"/>
                  <a:gd name="T4" fmla="*/ 65 w 131"/>
                  <a:gd name="T5" fmla="*/ 0 h 131"/>
                  <a:gd name="T6" fmla="*/ 0 w 131"/>
                  <a:gd name="T7" fmla="*/ 0 h 131"/>
                  <a:gd name="T8" fmla="*/ 0 w 131"/>
                  <a:gd name="T9" fmla="*/ 131 h 131"/>
                  <a:gd name="T10" fmla="*/ 41 w 131"/>
                  <a:gd name="T11" fmla="*/ 17 h 131"/>
                  <a:gd name="T12" fmla="*/ 57 w 131"/>
                  <a:gd name="T13" fmla="*/ 17 h 131"/>
                  <a:gd name="T14" fmla="*/ 57 w 131"/>
                  <a:gd name="T15" fmla="*/ 33 h 131"/>
                  <a:gd name="T16" fmla="*/ 41 w 131"/>
                  <a:gd name="T17" fmla="*/ 33 h 131"/>
                  <a:gd name="T18" fmla="*/ 41 w 131"/>
                  <a:gd name="T19" fmla="*/ 17 h 131"/>
                  <a:gd name="T20" fmla="*/ 41 w 131"/>
                  <a:gd name="T21" fmla="*/ 49 h 131"/>
                  <a:gd name="T22" fmla="*/ 57 w 131"/>
                  <a:gd name="T23" fmla="*/ 49 h 131"/>
                  <a:gd name="T24" fmla="*/ 57 w 131"/>
                  <a:gd name="T25" fmla="*/ 66 h 131"/>
                  <a:gd name="T26" fmla="*/ 41 w 131"/>
                  <a:gd name="T27" fmla="*/ 66 h 131"/>
                  <a:gd name="T28" fmla="*/ 41 w 131"/>
                  <a:gd name="T29" fmla="*/ 49 h 131"/>
                  <a:gd name="T30" fmla="*/ 41 w 131"/>
                  <a:gd name="T31" fmla="*/ 82 h 131"/>
                  <a:gd name="T32" fmla="*/ 57 w 131"/>
                  <a:gd name="T33" fmla="*/ 82 h 131"/>
                  <a:gd name="T34" fmla="*/ 57 w 131"/>
                  <a:gd name="T35" fmla="*/ 98 h 131"/>
                  <a:gd name="T36" fmla="*/ 41 w 131"/>
                  <a:gd name="T37" fmla="*/ 98 h 131"/>
                  <a:gd name="T38" fmla="*/ 41 w 131"/>
                  <a:gd name="T39" fmla="*/ 82 h 131"/>
                  <a:gd name="T40" fmla="*/ 8 w 131"/>
                  <a:gd name="T41" fmla="*/ 17 h 131"/>
                  <a:gd name="T42" fmla="*/ 24 w 131"/>
                  <a:gd name="T43" fmla="*/ 17 h 131"/>
                  <a:gd name="T44" fmla="*/ 24 w 131"/>
                  <a:gd name="T45" fmla="*/ 33 h 131"/>
                  <a:gd name="T46" fmla="*/ 8 w 131"/>
                  <a:gd name="T47" fmla="*/ 33 h 131"/>
                  <a:gd name="T48" fmla="*/ 8 w 131"/>
                  <a:gd name="T49" fmla="*/ 17 h 131"/>
                  <a:gd name="T50" fmla="*/ 8 w 131"/>
                  <a:gd name="T51" fmla="*/ 49 h 131"/>
                  <a:gd name="T52" fmla="*/ 24 w 131"/>
                  <a:gd name="T53" fmla="*/ 49 h 131"/>
                  <a:gd name="T54" fmla="*/ 24 w 131"/>
                  <a:gd name="T55" fmla="*/ 66 h 131"/>
                  <a:gd name="T56" fmla="*/ 8 w 131"/>
                  <a:gd name="T57" fmla="*/ 66 h 131"/>
                  <a:gd name="T58" fmla="*/ 8 w 131"/>
                  <a:gd name="T59" fmla="*/ 49 h 131"/>
                  <a:gd name="T60" fmla="*/ 8 w 131"/>
                  <a:gd name="T61" fmla="*/ 82 h 131"/>
                  <a:gd name="T62" fmla="*/ 24 w 131"/>
                  <a:gd name="T63" fmla="*/ 82 h 131"/>
                  <a:gd name="T64" fmla="*/ 24 w 131"/>
                  <a:gd name="T65" fmla="*/ 98 h 131"/>
                  <a:gd name="T66" fmla="*/ 8 w 131"/>
                  <a:gd name="T67" fmla="*/ 98 h 131"/>
                  <a:gd name="T68" fmla="*/ 8 w 131"/>
                  <a:gd name="T69" fmla="*/ 82 h 131"/>
                  <a:gd name="T70" fmla="*/ 73 w 131"/>
                  <a:gd name="T71" fmla="*/ 41 h 131"/>
                  <a:gd name="T72" fmla="*/ 131 w 131"/>
                  <a:gd name="T73" fmla="*/ 41 h 131"/>
                  <a:gd name="T74" fmla="*/ 131 w 131"/>
                  <a:gd name="T75" fmla="*/ 49 h 131"/>
                  <a:gd name="T76" fmla="*/ 73 w 131"/>
                  <a:gd name="T77" fmla="*/ 49 h 131"/>
                  <a:gd name="T78" fmla="*/ 73 w 131"/>
                  <a:gd name="T79" fmla="*/ 41 h 131"/>
                  <a:gd name="T80" fmla="*/ 73 w 131"/>
                  <a:gd name="T81" fmla="*/ 131 h 131"/>
                  <a:gd name="T82" fmla="*/ 90 w 131"/>
                  <a:gd name="T83" fmla="*/ 131 h 131"/>
                  <a:gd name="T84" fmla="*/ 90 w 131"/>
                  <a:gd name="T85" fmla="*/ 98 h 131"/>
                  <a:gd name="T86" fmla="*/ 114 w 131"/>
                  <a:gd name="T87" fmla="*/ 98 h 131"/>
                  <a:gd name="T88" fmla="*/ 114 w 131"/>
                  <a:gd name="T89" fmla="*/ 131 h 131"/>
                  <a:gd name="T90" fmla="*/ 131 w 131"/>
                  <a:gd name="T91" fmla="*/ 131 h 131"/>
                  <a:gd name="T92" fmla="*/ 131 w 131"/>
                  <a:gd name="T93" fmla="*/ 57 h 131"/>
                  <a:gd name="T94" fmla="*/ 73 w 131"/>
                  <a:gd name="T95" fmla="*/ 57 h 131"/>
                  <a:gd name="T96" fmla="*/ 73 w 131"/>
                  <a:gd name="T97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1" h="131">
                    <a:moveTo>
                      <a:pt x="0" y="131"/>
                    </a:moveTo>
                    <a:lnTo>
                      <a:pt x="65" y="131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131"/>
                    </a:lnTo>
                    <a:close/>
                    <a:moveTo>
                      <a:pt x="41" y="17"/>
                    </a:moveTo>
                    <a:lnTo>
                      <a:pt x="57" y="17"/>
                    </a:lnTo>
                    <a:lnTo>
                      <a:pt x="57" y="33"/>
                    </a:lnTo>
                    <a:lnTo>
                      <a:pt x="41" y="33"/>
                    </a:lnTo>
                    <a:lnTo>
                      <a:pt x="41" y="17"/>
                    </a:lnTo>
                    <a:close/>
                    <a:moveTo>
                      <a:pt x="41" y="49"/>
                    </a:moveTo>
                    <a:lnTo>
                      <a:pt x="57" y="49"/>
                    </a:lnTo>
                    <a:lnTo>
                      <a:pt x="57" y="66"/>
                    </a:lnTo>
                    <a:lnTo>
                      <a:pt x="41" y="66"/>
                    </a:lnTo>
                    <a:lnTo>
                      <a:pt x="41" y="49"/>
                    </a:lnTo>
                    <a:close/>
                    <a:moveTo>
                      <a:pt x="41" y="82"/>
                    </a:moveTo>
                    <a:lnTo>
                      <a:pt x="57" y="82"/>
                    </a:lnTo>
                    <a:lnTo>
                      <a:pt x="57" y="98"/>
                    </a:lnTo>
                    <a:lnTo>
                      <a:pt x="41" y="98"/>
                    </a:lnTo>
                    <a:lnTo>
                      <a:pt x="41" y="82"/>
                    </a:lnTo>
                    <a:close/>
                    <a:moveTo>
                      <a:pt x="8" y="17"/>
                    </a:moveTo>
                    <a:lnTo>
                      <a:pt x="24" y="17"/>
                    </a:lnTo>
                    <a:lnTo>
                      <a:pt x="24" y="33"/>
                    </a:lnTo>
                    <a:lnTo>
                      <a:pt x="8" y="33"/>
                    </a:lnTo>
                    <a:lnTo>
                      <a:pt x="8" y="17"/>
                    </a:lnTo>
                    <a:close/>
                    <a:moveTo>
                      <a:pt x="8" y="49"/>
                    </a:moveTo>
                    <a:lnTo>
                      <a:pt x="24" y="49"/>
                    </a:lnTo>
                    <a:lnTo>
                      <a:pt x="24" y="66"/>
                    </a:lnTo>
                    <a:lnTo>
                      <a:pt x="8" y="66"/>
                    </a:lnTo>
                    <a:lnTo>
                      <a:pt x="8" y="49"/>
                    </a:lnTo>
                    <a:close/>
                    <a:moveTo>
                      <a:pt x="8" y="82"/>
                    </a:moveTo>
                    <a:lnTo>
                      <a:pt x="24" y="82"/>
                    </a:lnTo>
                    <a:lnTo>
                      <a:pt x="24" y="98"/>
                    </a:lnTo>
                    <a:lnTo>
                      <a:pt x="8" y="98"/>
                    </a:lnTo>
                    <a:lnTo>
                      <a:pt x="8" y="82"/>
                    </a:lnTo>
                    <a:close/>
                    <a:moveTo>
                      <a:pt x="73" y="41"/>
                    </a:moveTo>
                    <a:lnTo>
                      <a:pt x="131" y="41"/>
                    </a:lnTo>
                    <a:lnTo>
                      <a:pt x="131" y="49"/>
                    </a:lnTo>
                    <a:lnTo>
                      <a:pt x="73" y="49"/>
                    </a:lnTo>
                    <a:lnTo>
                      <a:pt x="73" y="41"/>
                    </a:lnTo>
                    <a:close/>
                    <a:moveTo>
                      <a:pt x="73" y="131"/>
                    </a:moveTo>
                    <a:lnTo>
                      <a:pt x="90" y="131"/>
                    </a:lnTo>
                    <a:lnTo>
                      <a:pt x="90" y="98"/>
                    </a:lnTo>
                    <a:lnTo>
                      <a:pt x="114" y="98"/>
                    </a:lnTo>
                    <a:lnTo>
                      <a:pt x="114" y="131"/>
                    </a:lnTo>
                    <a:lnTo>
                      <a:pt x="131" y="131"/>
                    </a:lnTo>
                    <a:lnTo>
                      <a:pt x="131" y="57"/>
                    </a:lnTo>
                    <a:lnTo>
                      <a:pt x="73" y="57"/>
                    </a:lnTo>
                    <a:lnTo>
                      <a:pt x="73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42AC2529-CCB1-4481-B06F-9BEC88C9077C}"/>
                  </a:ext>
                </a:extLst>
              </p:cNvPr>
              <p:cNvSpPr/>
              <p:nvPr/>
            </p:nvSpPr>
            <p:spPr bwMode="auto">
              <a:xfrm>
                <a:off x="10712806" y="3080469"/>
                <a:ext cx="272069" cy="272069"/>
              </a:xfrm>
              <a:custGeom>
                <a:avLst/>
                <a:gdLst>
                  <a:gd name="T0" fmla="*/ 79 w 85"/>
                  <a:gd name="T1" fmla="*/ 24 h 85"/>
                  <a:gd name="T2" fmla="*/ 61 w 85"/>
                  <a:gd name="T3" fmla="*/ 6 h 85"/>
                  <a:gd name="T4" fmla="*/ 66 w 85"/>
                  <a:gd name="T5" fmla="*/ 0 h 85"/>
                  <a:gd name="T6" fmla="*/ 85 w 85"/>
                  <a:gd name="T7" fmla="*/ 19 h 85"/>
                  <a:gd name="T8" fmla="*/ 79 w 85"/>
                  <a:gd name="T9" fmla="*/ 24 h 85"/>
                  <a:gd name="T10" fmla="*/ 74 w 85"/>
                  <a:gd name="T11" fmla="*/ 30 h 85"/>
                  <a:gd name="T12" fmla="*/ 71 w 85"/>
                  <a:gd name="T13" fmla="*/ 59 h 85"/>
                  <a:gd name="T14" fmla="*/ 13 w 85"/>
                  <a:gd name="T15" fmla="*/ 85 h 85"/>
                  <a:gd name="T16" fmla="*/ 8 w 85"/>
                  <a:gd name="T17" fmla="*/ 81 h 85"/>
                  <a:gd name="T18" fmla="*/ 31 w 85"/>
                  <a:gd name="T19" fmla="*/ 58 h 85"/>
                  <a:gd name="T20" fmla="*/ 34 w 85"/>
                  <a:gd name="T21" fmla="*/ 59 h 85"/>
                  <a:gd name="T22" fmla="*/ 42 w 85"/>
                  <a:gd name="T23" fmla="*/ 51 h 85"/>
                  <a:gd name="T24" fmla="*/ 34 w 85"/>
                  <a:gd name="T25" fmla="*/ 43 h 85"/>
                  <a:gd name="T26" fmla="*/ 26 w 85"/>
                  <a:gd name="T27" fmla="*/ 51 h 85"/>
                  <a:gd name="T28" fmla="*/ 27 w 85"/>
                  <a:gd name="T29" fmla="*/ 54 h 85"/>
                  <a:gd name="T30" fmla="*/ 4 w 85"/>
                  <a:gd name="T31" fmla="*/ 76 h 85"/>
                  <a:gd name="T32" fmla="*/ 0 w 85"/>
                  <a:gd name="T33" fmla="*/ 72 h 85"/>
                  <a:gd name="T34" fmla="*/ 26 w 85"/>
                  <a:gd name="T35" fmla="*/ 14 h 85"/>
                  <a:gd name="T36" fmla="*/ 55 w 85"/>
                  <a:gd name="T37" fmla="*/ 11 h 85"/>
                  <a:gd name="T38" fmla="*/ 74 w 85"/>
                  <a:gd name="T39" fmla="*/ 3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5" h="85">
                    <a:moveTo>
                      <a:pt x="79" y="24"/>
                    </a:moveTo>
                    <a:cubicBezTo>
                      <a:pt x="61" y="6"/>
                      <a:pt x="61" y="6"/>
                      <a:pt x="61" y="6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85" y="19"/>
                      <a:pt x="85" y="19"/>
                      <a:pt x="85" y="19"/>
                    </a:cubicBezTo>
                    <a:lnTo>
                      <a:pt x="79" y="24"/>
                    </a:lnTo>
                    <a:close/>
                    <a:moveTo>
                      <a:pt x="74" y="30"/>
                    </a:moveTo>
                    <a:cubicBezTo>
                      <a:pt x="71" y="59"/>
                      <a:pt x="71" y="59"/>
                      <a:pt x="71" y="59"/>
                    </a:cubicBezTo>
                    <a:cubicBezTo>
                      <a:pt x="47" y="59"/>
                      <a:pt x="13" y="85"/>
                      <a:pt x="13" y="85"/>
                    </a:cubicBezTo>
                    <a:cubicBezTo>
                      <a:pt x="8" y="81"/>
                      <a:pt x="8" y="81"/>
                      <a:pt x="8" y="81"/>
                    </a:cubicBezTo>
                    <a:cubicBezTo>
                      <a:pt x="31" y="58"/>
                      <a:pt x="31" y="58"/>
                      <a:pt x="31" y="58"/>
                    </a:cubicBezTo>
                    <a:cubicBezTo>
                      <a:pt x="32" y="59"/>
                      <a:pt x="33" y="59"/>
                      <a:pt x="34" y="59"/>
                    </a:cubicBezTo>
                    <a:cubicBezTo>
                      <a:pt x="38" y="59"/>
                      <a:pt x="42" y="55"/>
                      <a:pt x="42" y="51"/>
                    </a:cubicBezTo>
                    <a:cubicBezTo>
                      <a:pt x="42" y="46"/>
                      <a:pt x="38" y="43"/>
                      <a:pt x="34" y="43"/>
                    </a:cubicBezTo>
                    <a:cubicBezTo>
                      <a:pt x="30" y="43"/>
                      <a:pt x="26" y="46"/>
                      <a:pt x="26" y="51"/>
                    </a:cubicBezTo>
                    <a:cubicBezTo>
                      <a:pt x="26" y="52"/>
                      <a:pt x="26" y="53"/>
                      <a:pt x="27" y="54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2"/>
                      <a:pt x="26" y="37"/>
                      <a:pt x="26" y="14"/>
                    </a:cubicBezTo>
                    <a:cubicBezTo>
                      <a:pt x="55" y="11"/>
                      <a:pt x="55" y="11"/>
                      <a:pt x="55" y="11"/>
                    </a:cubicBezTo>
                    <a:lnTo>
                      <a:pt x="74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3E77B0AC-E413-4266-99FB-F343D4B99E8B}"/>
                  </a:ext>
                </a:extLst>
              </p:cNvPr>
              <p:cNvSpPr/>
              <p:nvPr/>
            </p:nvSpPr>
            <p:spPr bwMode="auto">
              <a:xfrm>
                <a:off x="10466182" y="2757508"/>
                <a:ext cx="246623" cy="246624"/>
              </a:xfrm>
              <a:custGeom>
                <a:avLst/>
                <a:gdLst>
                  <a:gd name="T0" fmla="*/ 53 w 77"/>
                  <a:gd name="T1" fmla="*/ 30 h 77"/>
                  <a:gd name="T2" fmla="*/ 26 w 77"/>
                  <a:gd name="T3" fmla="*/ 2 h 77"/>
                  <a:gd name="T4" fmla="*/ 39 w 77"/>
                  <a:gd name="T5" fmla="*/ 0 h 77"/>
                  <a:gd name="T6" fmla="*/ 53 w 77"/>
                  <a:gd name="T7" fmla="*/ 3 h 77"/>
                  <a:gd name="T8" fmla="*/ 53 w 77"/>
                  <a:gd name="T9" fmla="*/ 30 h 77"/>
                  <a:gd name="T10" fmla="*/ 58 w 77"/>
                  <a:gd name="T11" fmla="*/ 53 h 77"/>
                  <a:gd name="T12" fmla="*/ 58 w 77"/>
                  <a:gd name="T13" fmla="*/ 5 h 77"/>
                  <a:gd name="T14" fmla="*/ 77 w 77"/>
                  <a:gd name="T15" fmla="*/ 38 h 77"/>
                  <a:gd name="T16" fmla="*/ 74 w 77"/>
                  <a:gd name="T17" fmla="*/ 53 h 77"/>
                  <a:gd name="T18" fmla="*/ 58 w 77"/>
                  <a:gd name="T19" fmla="*/ 53 h 77"/>
                  <a:gd name="T20" fmla="*/ 24 w 77"/>
                  <a:gd name="T21" fmla="*/ 58 h 77"/>
                  <a:gd name="T22" fmla="*/ 72 w 77"/>
                  <a:gd name="T23" fmla="*/ 58 h 77"/>
                  <a:gd name="T24" fmla="*/ 39 w 77"/>
                  <a:gd name="T25" fmla="*/ 77 h 77"/>
                  <a:gd name="T26" fmla="*/ 24 w 77"/>
                  <a:gd name="T27" fmla="*/ 74 h 77"/>
                  <a:gd name="T28" fmla="*/ 24 w 77"/>
                  <a:gd name="T29" fmla="*/ 58 h 77"/>
                  <a:gd name="T30" fmla="*/ 32 w 77"/>
                  <a:gd name="T31" fmla="*/ 17 h 77"/>
                  <a:gd name="T32" fmla="*/ 1 w 77"/>
                  <a:gd name="T33" fmla="*/ 48 h 77"/>
                  <a:gd name="T34" fmla="*/ 0 w 77"/>
                  <a:gd name="T35" fmla="*/ 38 h 77"/>
                  <a:gd name="T36" fmla="*/ 20 w 77"/>
                  <a:gd name="T37" fmla="*/ 5 h 77"/>
                  <a:gd name="T38" fmla="*/ 32 w 77"/>
                  <a:gd name="T39" fmla="*/ 17 h 77"/>
                  <a:gd name="T40" fmla="*/ 20 w 77"/>
                  <a:gd name="T41" fmla="*/ 38 h 77"/>
                  <a:gd name="T42" fmla="*/ 20 w 77"/>
                  <a:gd name="T43" fmla="*/ 72 h 77"/>
                  <a:gd name="T44" fmla="*/ 4 w 77"/>
                  <a:gd name="T45" fmla="*/ 54 h 77"/>
                  <a:gd name="T46" fmla="*/ 20 w 77"/>
                  <a:gd name="T47" fmla="*/ 3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7" h="77">
                    <a:moveTo>
                      <a:pt x="53" y="30"/>
                    </a:moveTo>
                    <a:cubicBezTo>
                      <a:pt x="26" y="2"/>
                      <a:pt x="26" y="2"/>
                      <a:pt x="26" y="2"/>
                    </a:cubicBezTo>
                    <a:cubicBezTo>
                      <a:pt x="30" y="1"/>
                      <a:pt x="34" y="0"/>
                      <a:pt x="39" y="0"/>
                    </a:cubicBezTo>
                    <a:cubicBezTo>
                      <a:pt x="44" y="0"/>
                      <a:pt x="49" y="1"/>
                      <a:pt x="53" y="3"/>
                    </a:cubicBezTo>
                    <a:lnTo>
                      <a:pt x="53" y="30"/>
                    </a:lnTo>
                    <a:close/>
                    <a:moveTo>
                      <a:pt x="58" y="53"/>
                    </a:moveTo>
                    <a:cubicBezTo>
                      <a:pt x="58" y="5"/>
                      <a:pt x="58" y="5"/>
                      <a:pt x="58" y="5"/>
                    </a:cubicBezTo>
                    <a:cubicBezTo>
                      <a:pt x="69" y="12"/>
                      <a:pt x="77" y="24"/>
                      <a:pt x="77" y="38"/>
                    </a:cubicBezTo>
                    <a:cubicBezTo>
                      <a:pt x="77" y="43"/>
                      <a:pt x="76" y="48"/>
                      <a:pt x="74" y="53"/>
                    </a:cubicBezTo>
                    <a:lnTo>
                      <a:pt x="58" y="53"/>
                    </a:lnTo>
                    <a:close/>
                    <a:moveTo>
                      <a:pt x="24" y="58"/>
                    </a:moveTo>
                    <a:cubicBezTo>
                      <a:pt x="72" y="58"/>
                      <a:pt x="72" y="58"/>
                      <a:pt x="72" y="58"/>
                    </a:cubicBezTo>
                    <a:cubicBezTo>
                      <a:pt x="65" y="69"/>
                      <a:pt x="53" y="77"/>
                      <a:pt x="39" y="77"/>
                    </a:cubicBezTo>
                    <a:cubicBezTo>
                      <a:pt x="34" y="77"/>
                      <a:pt x="29" y="76"/>
                      <a:pt x="24" y="74"/>
                    </a:cubicBezTo>
                    <a:lnTo>
                      <a:pt x="24" y="58"/>
                    </a:lnTo>
                    <a:close/>
                    <a:moveTo>
                      <a:pt x="32" y="17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1" y="45"/>
                      <a:pt x="0" y="42"/>
                      <a:pt x="0" y="38"/>
                    </a:cubicBezTo>
                    <a:cubicBezTo>
                      <a:pt x="0" y="24"/>
                      <a:pt x="8" y="11"/>
                      <a:pt x="20" y="5"/>
                    </a:cubicBezTo>
                    <a:lnTo>
                      <a:pt x="32" y="17"/>
                    </a:lnTo>
                    <a:close/>
                    <a:moveTo>
                      <a:pt x="20" y="38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12" y="68"/>
                      <a:pt x="7" y="61"/>
                      <a:pt x="4" y="54"/>
                    </a:cubicBezTo>
                    <a:lnTo>
                      <a:pt x="20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3A88A2B8-4DB1-4B24-A625-D05E5A25A3A4}"/>
                  </a:ext>
                </a:extLst>
              </p:cNvPr>
              <p:cNvSpPr/>
              <p:nvPr/>
            </p:nvSpPr>
            <p:spPr bwMode="auto">
              <a:xfrm>
                <a:off x="10462269" y="3049152"/>
                <a:ext cx="230965" cy="185946"/>
              </a:xfrm>
              <a:custGeom>
                <a:avLst/>
                <a:gdLst>
                  <a:gd name="T0" fmla="*/ 0 w 72"/>
                  <a:gd name="T1" fmla="*/ 0 h 58"/>
                  <a:gd name="T2" fmla="*/ 0 w 72"/>
                  <a:gd name="T3" fmla="*/ 58 h 58"/>
                  <a:gd name="T4" fmla="*/ 72 w 72"/>
                  <a:gd name="T5" fmla="*/ 58 h 58"/>
                  <a:gd name="T6" fmla="*/ 72 w 72"/>
                  <a:gd name="T7" fmla="*/ 0 h 58"/>
                  <a:gd name="T8" fmla="*/ 0 w 72"/>
                  <a:gd name="T9" fmla="*/ 0 h 58"/>
                  <a:gd name="T10" fmla="*/ 67 w 72"/>
                  <a:gd name="T11" fmla="*/ 53 h 58"/>
                  <a:gd name="T12" fmla="*/ 4 w 72"/>
                  <a:gd name="T13" fmla="*/ 53 h 58"/>
                  <a:gd name="T14" fmla="*/ 4 w 72"/>
                  <a:gd name="T15" fmla="*/ 4 h 58"/>
                  <a:gd name="T16" fmla="*/ 67 w 72"/>
                  <a:gd name="T17" fmla="*/ 4 h 58"/>
                  <a:gd name="T18" fmla="*/ 67 w 72"/>
                  <a:gd name="T19" fmla="*/ 53 h 58"/>
                  <a:gd name="T20" fmla="*/ 49 w 72"/>
                  <a:gd name="T21" fmla="*/ 15 h 58"/>
                  <a:gd name="T22" fmla="*/ 56 w 72"/>
                  <a:gd name="T23" fmla="*/ 22 h 58"/>
                  <a:gd name="T24" fmla="*/ 63 w 72"/>
                  <a:gd name="T25" fmla="*/ 15 h 58"/>
                  <a:gd name="T26" fmla="*/ 56 w 72"/>
                  <a:gd name="T27" fmla="*/ 9 h 58"/>
                  <a:gd name="T28" fmla="*/ 49 w 72"/>
                  <a:gd name="T29" fmla="*/ 15 h 58"/>
                  <a:gd name="T30" fmla="*/ 63 w 72"/>
                  <a:gd name="T31" fmla="*/ 49 h 58"/>
                  <a:gd name="T32" fmla="*/ 9 w 72"/>
                  <a:gd name="T33" fmla="*/ 49 h 58"/>
                  <a:gd name="T34" fmla="*/ 22 w 72"/>
                  <a:gd name="T35" fmla="*/ 13 h 58"/>
                  <a:gd name="T36" fmla="*/ 40 w 72"/>
                  <a:gd name="T37" fmla="*/ 35 h 58"/>
                  <a:gd name="T38" fmla="*/ 49 w 72"/>
                  <a:gd name="T39" fmla="*/ 29 h 58"/>
                  <a:gd name="T40" fmla="*/ 63 w 72"/>
                  <a:gd name="T41" fmla="*/ 4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2" h="58">
                    <a:moveTo>
                      <a:pt x="0" y="0"/>
                    </a:moveTo>
                    <a:cubicBezTo>
                      <a:pt x="0" y="58"/>
                      <a:pt x="0" y="58"/>
                      <a:pt x="0" y="58"/>
                    </a:cubicBezTo>
                    <a:cubicBezTo>
                      <a:pt x="72" y="58"/>
                      <a:pt x="72" y="58"/>
                      <a:pt x="72" y="58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0" y="0"/>
                    </a:lnTo>
                    <a:close/>
                    <a:moveTo>
                      <a:pt x="67" y="53"/>
                    </a:moveTo>
                    <a:cubicBezTo>
                      <a:pt x="4" y="53"/>
                      <a:pt x="4" y="53"/>
                      <a:pt x="4" y="5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7" y="4"/>
                      <a:pt x="67" y="4"/>
                      <a:pt x="67" y="4"/>
                    </a:cubicBezTo>
                    <a:lnTo>
                      <a:pt x="67" y="53"/>
                    </a:lnTo>
                    <a:close/>
                    <a:moveTo>
                      <a:pt x="49" y="15"/>
                    </a:moveTo>
                    <a:cubicBezTo>
                      <a:pt x="49" y="19"/>
                      <a:pt x="52" y="22"/>
                      <a:pt x="56" y="22"/>
                    </a:cubicBezTo>
                    <a:cubicBezTo>
                      <a:pt x="60" y="22"/>
                      <a:pt x="63" y="19"/>
                      <a:pt x="63" y="15"/>
                    </a:cubicBezTo>
                    <a:cubicBezTo>
                      <a:pt x="63" y="12"/>
                      <a:pt x="60" y="9"/>
                      <a:pt x="56" y="9"/>
                    </a:cubicBezTo>
                    <a:cubicBezTo>
                      <a:pt x="52" y="9"/>
                      <a:pt x="49" y="12"/>
                      <a:pt x="49" y="15"/>
                    </a:cubicBezTo>
                    <a:close/>
                    <a:moveTo>
                      <a:pt x="63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49" y="29"/>
                      <a:pt x="49" y="29"/>
                      <a:pt x="49" y="29"/>
                    </a:cubicBezTo>
                    <a:lnTo>
                      <a:pt x="63" y="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33FE917B-B0BF-4B88-B893-BC39034A63FF}"/>
                  </a:ext>
                </a:extLst>
              </p:cNvPr>
              <p:cNvSpPr/>
              <p:nvPr/>
            </p:nvSpPr>
            <p:spPr bwMode="auto">
              <a:xfrm>
                <a:off x="10370275" y="3305561"/>
                <a:ext cx="242709" cy="281856"/>
              </a:xfrm>
              <a:custGeom>
                <a:avLst/>
                <a:gdLst>
                  <a:gd name="T0" fmla="*/ 54 w 76"/>
                  <a:gd name="T1" fmla="*/ 0 h 88"/>
                  <a:gd name="T2" fmla="*/ 14 w 76"/>
                  <a:gd name="T3" fmla="*/ 28 h 88"/>
                  <a:gd name="T4" fmla="*/ 16 w 76"/>
                  <a:gd name="T5" fmla="*/ 65 h 88"/>
                  <a:gd name="T6" fmla="*/ 49 w 76"/>
                  <a:gd name="T7" fmla="*/ 27 h 88"/>
                  <a:gd name="T8" fmla="*/ 32 w 76"/>
                  <a:gd name="T9" fmla="*/ 75 h 88"/>
                  <a:gd name="T10" fmla="*/ 70 w 76"/>
                  <a:gd name="T11" fmla="*/ 57 h 88"/>
                  <a:gd name="T12" fmla="*/ 54 w 76"/>
                  <a:gd name="T13" fmla="*/ 0 h 88"/>
                  <a:gd name="T14" fmla="*/ 4 w 76"/>
                  <a:gd name="T15" fmla="*/ 78 h 88"/>
                  <a:gd name="T16" fmla="*/ 10 w 76"/>
                  <a:gd name="T17" fmla="*/ 83 h 88"/>
                  <a:gd name="T18" fmla="*/ 47 w 76"/>
                  <a:gd name="T19" fmla="*/ 41 h 88"/>
                  <a:gd name="T20" fmla="*/ 4 w 76"/>
                  <a:gd name="T21" fmla="*/ 7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8">
                    <a:moveTo>
                      <a:pt x="54" y="0"/>
                    </a:moveTo>
                    <a:cubicBezTo>
                      <a:pt x="40" y="23"/>
                      <a:pt x="30" y="12"/>
                      <a:pt x="14" y="28"/>
                    </a:cubicBezTo>
                    <a:cubicBezTo>
                      <a:pt x="0" y="42"/>
                      <a:pt x="5" y="60"/>
                      <a:pt x="16" y="65"/>
                    </a:cubicBezTo>
                    <a:cubicBezTo>
                      <a:pt x="28" y="60"/>
                      <a:pt x="40" y="46"/>
                      <a:pt x="49" y="27"/>
                    </a:cubicBezTo>
                    <a:cubicBezTo>
                      <a:pt x="49" y="27"/>
                      <a:pt x="57" y="51"/>
                      <a:pt x="32" y="75"/>
                    </a:cubicBezTo>
                    <a:cubicBezTo>
                      <a:pt x="44" y="88"/>
                      <a:pt x="64" y="79"/>
                      <a:pt x="70" y="57"/>
                    </a:cubicBezTo>
                    <a:cubicBezTo>
                      <a:pt x="76" y="33"/>
                      <a:pt x="60" y="9"/>
                      <a:pt x="54" y="0"/>
                    </a:cubicBezTo>
                    <a:close/>
                    <a:moveTo>
                      <a:pt x="4" y="78"/>
                    </a:moveTo>
                    <a:cubicBezTo>
                      <a:pt x="4" y="79"/>
                      <a:pt x="4" y="83"/>
                      <a:pt x="10" y="83"/>
                    </a:cubicBezTo>
                    <a:cubicBezTo>
                      <a:pt x="14" y="83"/>
                      <a:pt x="36" y="71"/>
                      <a:pt x="47" y="41"/>
                    </a:cubicBezTo>
                    <a:cubicBezTo>
                      <a:pt x="30" y="71"/>
                      <a:pt x="6" y="78"/>
                      <a:pt x="4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5F37FC45-F60C-4411-8F78-B505C6EA0965}"/>
                  </a:ext>
                </a:extLst>
              </p:cNvPr>
              <p:cNvSpPr/>
              <p:nvPr/>
            </p:nvSpPr>
            <p:spPr bwMode="auto">
              <a:xfrm>
                <a:off x="10303725" y="2346467"/>
                <a:ext cx="328831" cy="244666"/>
              </a:xfrm>
              <a:custGeom>
                <a:avLst/>
                <a:gdLst>
                  <a:gd name="T0" fmla="*/ 99 w 103"/>
                  <a:gd name="T1" fmla="*/ 3 h 77"/>
                  <a:gd name="T2" fmla="*/ 52 w 103"/>
                  <a:gd name="T3" fmla="*/ 0 h 77"/>
                  <a:gd name="T4" fmla="*/ 4 w 103"/>
                  <a:gd name="T5" fmla="*/ 3 h 77"/>
                  <a:gd name="T6" fmla="*/ 0 w 103"/>
                  <a:gd name="T7" fmla="*/ 38 h 77"/>
                  <a:gd name="T8" fmla="*/ 4 w 103"/>
                  <a:gd name="T9" fmla="*/ 73 h 77"/>
                  <a:gd name="T10" fmla="*/ 52 w 103"/>
                  <a:gd name="T11" fmla="*/ 77 h 77"/>
                  <a:gd name="T12" fmla="*/ 99 w 103"/>
                  <a:gd name="T13" fmla="*/ 73 h 77"/>
                  <a:gd name="T14" fmla="*/ 103 w 103"/>
                  <a:gd name="T15" fmla="*/ 38 h 77"/>
                  <a:gd name="T16" fmla="*/ 99 w 103"/>
                  <a:gd name="T17" fmla="*/ 3 h 77"/>
                  <a:gd name="T18" fmla="*/ 39 w 103"/>
                  <a:gd name="T19" fmla="*/ 57 h 77"/>
                  <a:gd name="T20" fmla="*/ 39 w 103"/>
                  <a:gd name="T21" fmla="*/ 19 h 77"/>
                  <a:gd name="T22" fmla="*/ 71 w 103"/>
                  <a:gd name="T23" fmla="*/ 38 h 77"/>
                  <a:gd name="T24" fmla="*/ 39 w 103"/>
                  <a:gd name="T25" fmla="*/ 5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77">
                    <a:moveTo>
                      <a:pt x="99" y="3"/>
                    </a:moveTo>
                    <a:cubicBezTo>
                      <a:pt x="84" y="1"/>
                      <a:pt x="68" y="0"/>
                      <a:pt x="52" y="0"/>
                    </a:cubicBezTo>
                    <a:cubicBezTo>
                      <a:pt x="35" y="0"/>
                      <a:pt x="19" y="1"/>
                      <a:pt x="4" y="3"/>
                    </a:cubicBezTo>
                    <a:cubicBezTo>
                      <a:pt x="2" y="14"/>
                      <a:pt x="0" y="26"/>
                      <a:pt x="0" y="38"/>
                    </a:cubicBezTo>
                    <a:cubicBezTo>
                      <a:pt x="0" y="51"/>
                      <a:pt x="2" y="63"/>
                      <a:pt x="4" y="73"/>
                    </a:cubicBezTo>
                    <a:cubicBezTo>
                      <a:pt x="19" y="75"/>
                      <a:pt x="35" y="77"/>
                      <a:pt x="52" y="77"/>
                    </a:cubicBezTo>
                    <a:cubicBezTo>
                      <a:pt x="68" y="77"/>
                      <a:pt x="84" y="75"/>
                      <a:pt x="99" y="73"/>
                    </a:cubicBezTo>
                    <a:cubicBezTo>
                      <a:pt x="101" y="63"/>
                      <a:pt x="103" y="51"/>
                      <a:pt x="103" y="38"/>
                    </a:cubicBezTo>
                    <a:cubicBezTo>
                      <a:pt x="103" y="26"/>
                      <a:pt x="101" y="14"/>
                      <a:pt x="99" y="3"/>
                    </a:cubicBezTo>
                    <a:close/>
                    <a:moveTo>
                      <a:pt x="39" y="57"/>
                    </a:moveTo>
                    <a:cubicBezTo>
                      <a:pt x="39" y="19"/>
                      <a:pt x="39" y="19"/>
                      <a:pt x="39" y="19"/>
                    </a:cubicBezTo>
                    <a:cubicBezTo>
                      <a:pt x="71" y="38"/>
                      <a:pt x="71" y="38"/>
                      <a:pt x="71" y="38"/>
                    </a:cubicBezTo>
                    <a:lnTo>
                      <a:pt x="39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FE468173-1305-4598-B108-8F6311932587}"/>
                  </a:ext>
                </a:extLst>
              </p:cNvPr>
              <p:cNvSpPr/>
              <p:nvPr/>
            </p:nvSpPr>
            <p:spPr bwMode="auto">
              <a:xfrm>
                <a:off x="10278277" y="3927994"/>
                <a:ext cx="367977" cy="367978"/>
              </a:xfrm>
              <a:custGeom>
                <a:avLst/>
                <a:gdLst>
                  <a:gd name="T0" fmla="*/ 115 w 115"/>
                  <a:gd name="T1" fmla="*/ 32 h 115"/>
                  <a:gd name="T2" fmla="*/ 104 w 115"/>
                  <a:gd name="T3" fmla="*/ 22 h 115"/>
                  <a:gd name="T4" fmla="*/ 84 w 115"/>
                  <a:gd name="T5" fmla="*/ 42 h 115"/>
                  <a:gd name="T6" fmla="*/ 73 w 115"/>
                  <a:gd name="T7" fmla="*/ 30 h 115"/>
                  <a:gd name="T8" fmla="*/ 93 w 115"/>
                  <a:gd name="T9" fmla="*/ 10 h 115"/>
                  <a:gd name="T10" fmla="*/ 83 w 115"/>
                  <a:gd name="T11" fmla="*/ 0 h 115"/>
                  <a:gd name="T12" fmla="*/ 63 w 115"/>
                  <a:gd name="T13" fmla="*/ 20 h 115"/>
                  <a:gd name="T14" fmla="*/ 50 w 115"/>
                  <a:gd name="T15" fmla="*/ 7 h 115"/>
                  <a:gd name="T16" fmla="*/ 40 w 115"/>
                  <a:gd name="T17" fmla="*/ 17 h 115"/>
                  <a:gd name="T18" fmla="*/ 98 w 115"/>
                  <a:gd name="T19" fmla="*/ 74 h 115"/>
                  <a:gd name="T20" fmla="*/ 107 w 115"/>
                  <a:gd name="T21" fmla="*/ 65 h 115"/>
                  <a:gd name="T22" fmla="*/ 95 w 115"/>
                  <a:gd name="T23" fmla="*/ 52 h 115"/>
                  <a:gd name="T24" fmla="*/ 115 w 115"/>
                  <a:gd name="T25" fmla="*/ 32 h 115"/>
                  <a:gd name="T26" fmla="*/ 31 w 115"/>
                  <a:gd name="T27" fmla="*/ 84 h 115"/>
                  <a:gd name="T28" fmla="*/ 89 w 115"/>
                  <a:gd name="T29" fmla="*/ 76 h 115"/>
                  <a:gd name="T30" fmla="*/ 39 w 115"/>
                  <a:gd name="T31" fmla="*/ 26 h 115"/>
                  <a:gd name="T32" fmla="*/ 31 w 115"/>
                  <a:gd name="T33" fmla="*/ 84 h 115"/>
                  <a:gd name="T34" fmla="*/ 21 w 115"/>
                  <a:gd name="T35" fmla="*/ 79 h 115"/>
                  <a:gd name="T36" fmla="*/ 36 w 115"/>
                  <a:gd name="T37" fmla="*/ 93 h 115"/>
                  <a:gd name="T38" fmla="*/ 14 w 115"/>
                  <a:gd name="T39" fmla="*/ 115 h 115"/>
                  <a:gd name="T40" fmla="*/ 0 w 115"/>
                  <a:gd name="T41" fmla="*/ 100 h 115"/>
                  <a:gd name="T42" fmla="*/ 21 w 115"/>
                  <a:gd name="T43" fmla="*/ 79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5" h="115">
                    <a:moveTo>
                      <a:pt x="115" y="32"/>
                    </a:moveTo>
                    <a:cubicBezTo>
                      <a:pt x="104" y="22"/>
                      <a:pt x="104" y="22"/>
                      <a:pt x="104" y="2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107" y="65"/>
                      <a:pt x="107" y="65"/>
                      <a:pt x="107" y="65"/>
                    </a:cubicBezTo>
                    <a:cubicBezTo>
                      <a:pt x="95" y="52"/>
                      <a:pt x="95" y="52"/>
                      <a:pt x="95" y="52"/>
                    </a:cubicBezTo>
                    <a:lnTo>
                      <a:pt x="115" y="32"/>
                    </a:lnTo>
                    <a:close/>
                    <a:moveTo>
                      <a:pt x="31" y="84"/>
                    </a:moveTo>
                    <a:cubicBezTo>
                      <a:pt x="49" y="103"/>
                      <a:pt x="74" y="88"/>
                      <a:pt x="89" y="7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27" y="41"/>
                      <a:pt x="12" y="66"/>
                      <a:pt x="31" y="84"/>
                    </a:cubicBezTo>
                    <a:close/>
                    <a:moveTo>
                      <a:pt x="21" y="79"/>
                    </a:moveTo>
                    <a:cubicBezTo>
                      <a:pt x="36" y="93"/>
                      <a:pt x="36" y="93"/>
                      <a:pt x="36" y="93"/>
                    </a:cubicBezTo>
                    <a:cubicBezTo>
                      <a:pt x="14" y="115"/>
                      <a:pt x="14" y="115"/>
                      <a:pt x="14" y="115"/>
                    </a:cubicBezTo>
                    <a:cubicBezTo>
                      <a:pt x="0" y="100"/>
                      <a:pt x="0" y="100"/>
                      <a:pt x="0" y="100"/>
                    </a:cubicBezTo>
                    <a:lnTo>
                      <a:pt x="21" y="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81B9F422-0430-4565-A941-8B0426D9DD2E}"/>
                  </a:ext>
                </a:extLst>
              </p:cNvPr>
              <p:cNvSpPr/>
              <p:nvPr/>
            </p:nvSpPr>
            <p:spPr bwMode="auto">
              <a:xfrm>
                <a:off x="10217600" y="4376224"/>
                <a:ext cx="270112" cy="313174"/>
              </a:xfrm>
              <a:custGeom>
                <a:avLst/>
                <a:gdLst>
                  <a:gd name="T0" fmla="*/ 55 w 85"/>
                  <a:gd name="T1" fmla="*/ 14 h 98"/>
                  <a:gd name="T2" fmla="*/ 55 w 85"/>
                  <a:gd name="T3" fmla="*/ 27 h 98"/>
                  <a:gd name="T4" fmla="*/ 64 w 85"/>
                  <a:gd name="T5" fmla="*/ 33 h 98"/>
                  <a:gd name="T6" fmla="*/ 73 w 85"/>
                  <a:gd name="T7" fmla="*/ 55 h 98"/>
                  <a:gd name="T8" fmla="*/ 64 w 85"/>
                  <a:gd name="T9" fmla="*/ 77 h 98"/>
                  <a:gd name="T10" fmla="*/ 43 w 85"/>
                  <a:gd name="T11" fmla="*/ 86 h 98"/>
                  <a:gd name="T12" fmla="*/ 21 w 85"/>
                  <a:gd name="T13" fmla="*/ 77 h 98"/>
                  <a:gd name="T14" fmla="*/ 12 w 85"/>
                  <a:gd name="T15" fmla="*/ 55 h 98"/>
                  <a:gd name="T16" fmla="*/ 21 w 85"/>
                  <a:gd name="T17" fmla="*/ 33 h 98"/>
                  <a:gd name="T18" fmla="*/ 30 w 85"/>
                  <a:gd name="T19" fmla="*/ 27 h 98"/>
                  <a:gd name="T20" fmla="*/ 30 w 85"/>
                  <a:gd name="T21" fmla="*/ 14 h 98"/>
                  <a:gd name="T22" fmla="*/ 0 w 85"/>
                  <a:gd name="T23" fmla="*/ 55 h 98"/>
                  <a:gd name="T24" fmla="*/ 43 w 85"/>
                  <a:gd name="T25" fmla="*/ 98 h 98"/>
                  <a:gd name="T26" fmla="*/ 85 w 85"/>
                  <a:gd name="T27" fmla="*/ 55 h 98"/>
                  <a:gd name="T28" fmla="*/ 55 w 85"/>
                  <a:gd name="T29" fmla="*/ 14 h 98"/>
                  <a:gd name="T30" fmla="*/ 37 w 85"/>
                  <a:gd name="T31" fmla="*/ 0 h 98"/>
                  <a:gd name="T32" fmla="*/ 49 w 85"/>
                  <a:gd name="T33" fmla="*/ 0 h 98"/>
                  <a:gd name="T34" fmla="*/ 49 w 85"/>
                  <a:gd name="T35" fmla="*/ 49 h 98"/>
                  <a:gd name="T36" fmla="*/ 37 w 85"/>
                  <a:gd name="T37" fmla="*/ 49 h 98"/>
                  <a:gd name="T38" fmla="*/ 37 w 85"/>
                  <a:gd name="T39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5" h="98">
                    <a:moveTo>
                      <a:pt x="55" y="14"/>
                    </a:moveTo>
                    <a:cubicBezTo>
                      <a:pt x="55" y="27"/>
                      <a:pt x="55" y="27"/>
                      <a:pt x="55" y="27"/>
                    </a:cubicBezTo>
                    <a:cubicBezTo>
                      <a:pt x="58" y="29"/>
                      <a:pt x="62" y="31"/>
                      <a:pt x="64" y="33"/>
                    </a:cubicBezTo>
                    <a:cubicBezTo>
                      <a:pt x="70" y="39"/>
                      <a:pt x="73" y="47"/>
                      <a:pt x="73" y="55"/>
                    </a:cubicBezTo>
                    <a:cubicBezTo>
                      <a:pt x="73" y="63"/>
                      <a:pt x="70" y="71"/>
                      <a:pt x="64" y="77"/>
                    </a:cubicBezTo>
                    <a:cubicBezTo>
                      <a:pt x="58" y="82"/>
                      <a:pt x="51" y="86"/>
                      <a:pt x="43" y="86"/>
                    </a:cubicBezTo>
                    <a:cubicBezTo>
                      <a:pt x="34" y="86"/>
                      <a:pt x="27" y="82"/>
                      <a:pt x="21" y="77"/>
                    </a:cubicBezTo>
                    <a:cubicBezTo>
                      <a:pt x="15" y="71"/>
                      <a:pt x="12" y="63"/>
                      <a:pt x="12" y="55"/>
                    </a:cubicBezTo>
                    <a:cubicBezTo>
                      <a:pt x="12" y="47"/>
                      <a:pt x="15" y="39"/>
                      <a:pt x="21" y="33"/>
                    </a:cubicBezTo>
                    <a:cubicBezTo>
                      <a:pt x="24" y="31"/>
                      <a:pt x="27" y="29"/>
                      <a:pt x="30" y="27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13" y="19"/>
                      <a:pt x="0" y="36"/>
                      <a:pt x="0" y="55"/>
                    </a:cubicBezTo>
                    <a:cubicBezTo>
                      <a:pt x="0" y="79"/>
                      <a:pt x="19" y="98"/>
                      <a:pt x="43" y="98"/>
                    </a:cubicBezTo>
                    <a:cubicBezTo>
                      <a:pt x="66" y="98"/>
                      <a:pt x="85" y="79"/>
                      <a:pt x="85" y="55"/>
                    </a:cubicBezTo>
                    <a:cubicBezTo>
                      <a:pt x="85" y="36"/>
                      <a:pt x="73" y="19"/>
                      <a:pt x="55" y="14"/>
                    </a:cubicBezTo>
                    <a:close/>
                    <a:moveTo>
                      <a:pt x="37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49" y="49"/>
                      <a:pt x="49" y="49"/>
                      <a:pt x="49" y="49"/>
                    </a:cubicBezTo>
                    <a:cubicBezTo>
                      <a:pt x="37" y="49"/>
                      <a:pt x="37" y="49"/>
                      <a:pt x="37" y="49"/>
                    </a:cubicBezTo>
                    <a:lnTo>
                      <a:pt x="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4F3FAF03-1A8D-418A-AFCF-1B2796D5B0AF}"/>
                  </a:ext>
                </a:extLst>
              </p:cNvPr>
              <p:cNvSpPr/>
              <p:nvPr/>
            </p:nvSpPr>
            <p:spPr bwMode="auto">
              <a:xfrm>
                <a:off x="10248917" y="3640266"/>
                <a:ext cx="146800" cy="256409"/>
              </a:xfrm>
              <a:custGeom>
                <a:avLst/>
                <a:gdLst>
                  <a:gd name="T0" fmla="*/ 0 w 75"/>
                  <a:gd name="T1" fmla="*/ 131 h 131"/>
                  <a:gd name="T2" fmla="*/ 0 w 75"/>
                  <a:gd name="T3" fmla="*/ 0 h 131"/>
                  <a:gd name="T4" fmla="*/ 21 w 75"/>
                  <a:gd name="T5" fmla="*/ 0 h 131"/>
                  <a:gd name="T6" fmla="*/ 21 w 75"/>
                  <a:gd name="T7" fmla="*/ 59 h 131"/>
                  <a:gd name="T8" fmla="*/ 75 w 75"/>
                  <a:gd name="T9" fmla="*/ 5 h 131"/>
                  <a:gd name="T10" fmla="*/ 75 w 75"/>
                  <a:gd name="T11" fmla="*/ 125 h 131"/>
                  <a:gd name="T12" fmla="*/ 21 w 75"/>
                  <a:gd name="T13" fmla="*/ 71 h 131"/>
                  <a:gd name="T14" fmla="*/ 21 w 75"/>
                  <a:gd name="T15" fmla="*/ 131 h 131"/>
                  <a:gd name="T16" fmla="*/ 0 w 75"/>
                  <a:gd name="T17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131">
                    <a:moveTo>
                      <a:pt x="0" y="131"/>
                    </a:moveTo>
                    <a:lnTo>
                      <a:pt x="0" y="0"/>
                    </a:lnTo>
                    <a:lnTo>
                      <a:pt x="21" y="0"/>
                    </a:lnTo>
                    <a:lnTo>
                      <a:pt x="21" y="59"/>
                    </a:lnTo>
                    <a:lnTo>
                      <a:pt x="75" y="5"/>
                    </a:lnTo>
                    <a:lnTo>
                      <a:pt x="75" y="125"/>
                    </a:lnTo>
                    <a:lnTo>
                      <a:pt x="21" y="71"/>
                    </a:lnTo>
                    <a:lnTo>
                      <a:pt x="21" y="131"/>
                    </a:lnTo>
                    <a:lnTo>
                      <a:pt x="0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C7EF60DF-A116-4EA1-A6B7-B36146D0BB96}"/>
                  </a:ext>
                </a:extLst>
              </p:cNvPr>
              <p:cNvSpPr/>
              <p:nvPr/>
            </p:nvSpPr>
            <p:spPr bwMode="auto">
              <a:xfrm>
                <a:off x="10156922" y="2651812"/>
                <a:ext cx="279899" cy="250539"/>
              </a:xfrm>
              <a:custGeom>
                <a:avLst/>
                <a:gdLst>
                  <a:gd name="T0" fmla="*/ 22 w 88"/>
                  <a:gd name="T1" fmla="*/ 0 h 78"/>
                  <a:gd name="T2" fmla="*/ 66 w 88"/>
                  <a:gd name="T3" fmla="*/ 0 h 78"/>
                  <a:gd name="T4" fmla="*/ 66 w 88"/>
                  <a:gd name="T5" fmla="*/ 11 h 78"/>
                  <a:gd name="T6" fmla="*/ 22 w 88"/>
                  <a:gd name="T7" fmla="*/ 11 h 78"/>
                  <a:gd name="T8" fmla="*/ 22 w 88"/>
                  <a:gd name="T9" fmla="*/ 0 h 78"/>
                  <a:gd name="T10" fmla="*/ 83 w 88"/>
                  <a:gd name="T11" fmla="*/ 17 h 78"/>
                  <a:gd name="T12" fmla="*/ 5 w 88"/>
                  <a:gd name="T13" fmla="*/ 17 h 78"/>
                  <a:gd name="T14" fmla="*/ 0 w 88"/>
                  <a:gd name="T15" fmla="*/ 22 h 78"/>
                  <a:gd name="T16" fmla="*/ 0 w 88"/>
                  <a:gd name="T17" fmla="*/ 50 h 78"/>
                  <a:gd name="T18" fmla="*/ 5 w 88"/>
                  <a:gd name="T19" fmla="*/ 56 h 78"/>
                  <a:gd name="T20" fmla="*/ 22 w 88"/>
                  <a:gd name="T21" fmla="*/ 56 h 78"/>
                  <a:gd name="T22" fmla="*/ 22 w 88"/>
                  <a:gd name="T23" fmla="*/ 78 h 78"/>
                  <a:gd name="T24" fmla="*/ 66 w 88"/>
                  <a:gd name="T25" fmla="*/ 78 h 78"/>
                  <a:gd name="T26" fmla="*/ 66 w 88"/>
                  <a:gd name="T27" fmla="*/ 56 h 78"/>
                  <a:gd name="T28" fmla="*/ 83 w 88"/>
                  <a:gd name="T29" fmla="*/ 56 h 78"/>
                  <a:gd name="T30" fmla="*/ 88 w 88"/>
                  <a:gd name="T31" fmla="*/ 50 h 78"/>
                  <a:gd name="T32" fmla="*/ 88 w 88"/>
                  <a:gd name="T33" fmla="*/ 22 h 78"/>
                  <a:gd name="T34" fmla="*/ 83 w 88"/>
                  <a:gd name="T35" fmla="*/ 17 h 78"/>
                  <a:gd name="T36" fmla="*/ 60 w 88"/>
                  <a:gd name="T37" fmla="*/ 72 h 78"/>
                  <a:gd name="T38" fmla="*/ 27 w 88"/>
                  <a:gd name="T39" fmla="*/ 72 h 78"/>
                  <a:gd name="T40" fmla="*/ 27 w 88"/>
                  <a:gd name="T41" fmla="*/ 45 h 78"/>
                  <a:gd name="T42" fmla="*/ 60 w 88"/>
                  <a:gd name="T43" fmla="*/ 45 h 78"/>
                  <a:gd name="T44" fmla="*/ 60 w 88"/>
                  <a:gd name="T45" fmla="*/ 72 h 78"/>
                  <a:gd name="T46" fmla="*/ 84 w 88"/>
                  <a:gd name="T47" fmla="*/ 25 h 78"/>
                  <a:gd name="T48" fmla="*/ 80 w 88"/>
                  <a:gd name="T49" fmla="*/ 29 h 78"/>
                  <a:gd name="T50" fmla="*/ 76 w 88"/>
                  <a:gd name="T51" fmla="*/ 25 h 78"/>
                  <a:gd name="T52" fmla="*/ 80 w 88"/>
                  <a:gd name="T53" fmla="*/ 21 h 78"/>
                  <a:gd name="T54" fmla="*/ 84 w 88"/>
                  <a:gd name="T55" fmla="*/ 25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8" h="78">
                    <a:moveTo>
                      <a:pt x="22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0"/>
                    </a:lnTo>
                    <a:close/>
                    <a:moveTo>
                      <a:pt x="83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2" y="17"/>
                      <a:pt x="0" y="19"/>
                      <a:pt x="0" y="2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3"/>
                      <a:pt x="2" y="56"/>
                      <a:pt x="5" y="56"/>
                    </a:cubicBezTo>
                    <a:cubicBezTo>
                      <a:pt x="22" y="56"/>
                      <a:pt x="22" y="56"/>
                      <a:pt x="22" y="56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6" y="56"/>
                      <a:pt x="66" y="56"/>
                      <a:pt x="66" y="56"/>
                    </a:cubicBezTo>
                    <a:cubicBezTo>
                      <a:pt x="83" y="56"/>
                      <a:pt x="83" y="56"/>
                      <a:pt x="83" y="56"/>
                    </a:cubicBezTo>
                    <a:cubicBezTo>
                      <a:pt x="86" y="56"/>
                      <a:pt x="88" y="53"/>
                      <a:pt x="88" y="50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19"/>
                      <a:pt x="86" y="17"/>
                      <a:pt x="83" y="17"/>
                    </a:cubicBezTo>
                    <a:close/>
                    <a:moveTo>
                      <a:pt x="60" y="72"/>
                    </a:moveTo>
                    <a:cubicBezTo>
                      <a:pt x="27" y="72"/>
                      <a:pt x="27" y="72"/>
                      <a:pt x="27" y="72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60" y="45"/>
                      <a:pt x="60" y="45"/>
                      <a:pt x="60" y="45"/>
                    </a:cubicBezTo>
                    <a:lnTo>
                      <a:pt x="60" y="72"/>
                    </a:lnTo>
                    <a:close/>
                    <a:moveTo>
                      <a:pt x="84" y="25"/>
                    </a:moveTo>
                    <a:cubicBezTo>
                      <a:pt x="84" y="27"/>
                      <a:pt x="82" y="29"/>
                      <a:pt x="80" y="29"/>
                    </a:cubicBezTo>
                    <a:cubicBezTo>
                      <a:pt x="78" y="29"/>
                      <a:pt x="76" y="27"/>
                      <a:pt x="76" y="25"/>
                    </a:cubicBezTo>
                    <a:cubicBezTo>
                      <a:pt x="76" y="23"/>
                      <a:pt x="78" y="21"/>
                      <a:pt x="80" y="21"/>
                    </a:cubicBezTo>
                    <a:cubicBezTo>
                      <a:pt x="82" y="21"/>
                      <a:pt x="84" y="23"/>
                      <a:pt x="8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D5621F3F-B4E1-4C75-B67E-09C7C09ECECD}"/>
                  </a:ext>
                </a:extLst>
              </p:cNvPr>
              <p:cNvSpPr/>
              <p:nvPr/>
            </p:nvSpPr>
            <p:spPr bwMode="auto">
              <a:xfrm>
                <a:off x="10164752" y="2953241"/>
                <a:ext cx="244667" cy="258368"/>
              </a:xfrm>
              <a:custGeom>
                <a:avLst/>
                <a:gdLst>
                  <a:gd name="T0" fmla="*/ 69 w 76"/>
                  <a:gd name="T1" fmla="*/ 0 h 81"/>
                  <a:gd name="T2" fmla="*/ 8 w 76"/>
                  <a:gd name="T3" fmla="*/ 0 h 81"/>
                  <a:gd name="T4" fmla="*/ 0 w 76"/>
                  <a:gd name="T5" fmla="*/ 7 h 81"/>
                  <a:gd name="T6" fmla="*/ 0 w 76"/>
                  <a:gd name="T7" fmla="*/ 73 h 81"/>
                  <a:gd name="T8" fmla="*/ 8 w 76"/>
                  <a:gd name="T9" fmla="*/ 81 h 81"/>
                  <a:gd name="T10" fmla="*/ 69 w 76"/>
                  <a:gd name="T11" fmla="*/ 81 h 81"/>
                  <a:gd name="T12" fmla="*/ 76 w 76"/>
                  <a:gd name="T13" fmla="*/ 73 h 81"/>
                  <a:gd name="T14" fmla="*/ 76 w 76"/>
                  <a:gd name="T15" fmla="*/ 7 h 81"/>
                  <a:gd name="T16" fmla="*/ 69 w 76"/>
                  <a:gd name="T17" fmla="*/ 0 h 81"/>
                  <a:gd name="T18" fmla="*/ 66 w 76"/>
                  <a:gd name="T19" fmla="*/ 71 h 81"/>
                  <a:gd name="T20" fmla="*/ 11 w 76"/>
                  <a:gd name="T21" fmla="*/ 71 h 81"/>
                  <a:gd name="T22" fmla="*/ 11 w 76"/>
                  <a:gd name="T23" fmla="*/ 10 h 81"/>
                  <a:gd name="T24" fmla="*/ 66 w 76"/>
                  <a:gd name="T25" fmla="*/ 10 h 81"/>
                  <a:gd name="T26" fmla="*/ 66 w 76"/>
                  <a:gd name="T27" fmla="*/ 71 h 81"/>
                  <a:gd name="T28" fmla="*/ 21 w 76"/>
                  <a:gd name="T29" fmla="*/ 45 h 81"/>
                  <a:gd name="T30" fmla="*/ 56 w 76"/>
                  <a:gd name="T31" fmla="*/ 45 h 81"/>
                  <a:gd name="T32" fmla="*/ 56 w 76"/>
                  <a:gd name="T33" fmla="*/ 50 h 81"/>
                  <a:gd name="T34" fmla="*/ 21 w 76"/>
                  <a:gd name="T35" fmla="*/ 50 h 81"/>
                  <a:gd name="T36" fmla="*/ 21 w 76"/>
                  <a:gd name="T37" fmla="*/ 45 h 81"/>
                  <a:gd name="T38" fmla="*/ 21 w 76"/>
                  <a:gd name="T39" fmla="*/ 55 h 81"/>
                  <a:gd name="T40" fmla="*/ 56 w 76"/>
                  <a:gd name="T41" fmla="*/ 55 h 81"/>
                  <a:gd name="T42" fmla="*/ 56 w 76"/>
                  <a:gd name="T43" fmla="*/ 60 h 81"/>
                  <a:gd name="T44" fmla="*/ 21 w 76"/>
                  <a:gd name="T45" fmla="*/ 60 h 81"/>
                  <a:gd name="T46" fmla="*/ 21 w 76"/>
                  <a:gd name="T47" fmla="*/ 55 h 81"/>
                  <a:gd name="T48" fmla="*/ 26 w 76"/>
                  <a:gd name="T49" fmla="*/ 23 h 81"/>
                  <a:gd name="T50" fmla="*/ 33 w 76"/>
                  <a:gd name="T51" fmla="*/ 30 h 81"/>
                  <a:gd name="T52" fmla="*/ 41 w 76"/>
                  <a:gd name="T53" fmla="*/ 23 h 81"/>
                  <a:gd name="T54" fmla="*/ 33 w 76"/>
                  <a:gd name="T55" fmla="*/ 15 h 81"/>
                  <a:gd name="T56" fmla="*/ 26 w 76"/>
                  <a:gd name="T57" fmla="*/ 23 h 81"/>
                  <a:gd name="T58" fmla="*/ 38 w 76"/>
                  <a:gd name="T59" fmla="*/ 30 h 81"/>
                  <a:gd name="T60" fmla="*/ 28 w 76"/>
                  <a:gd name="T61" fmla="*/ 30 h 81"/>
                  <a:gd name="T62" fmla="*/ 21 w 76"/>
                  <a:gd name="T63" fmla="*/ 35 h 81"/>
                  <a:gd name="T64" fmla="*/ 21 w 76"/>
                  <a:gd name="T65" fmla="*/ 40 h 81"/>
                  <a:gd name="T66" fmla="*/ 46 w 76"/>
                  <a:gd name="T67" fmla="*/ 40 h 81"/>
                  <a:gd name="T68" fmla="*/ 46 w 76"/>
                  <a:gd name="T69" fmla="*/ 35 h 81"/>
                  <a:gd name="T70" fmla="*/ 38 w 76"/>
                  <a:gd name="T71" fmla="*/ 3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6" h="81">
                    <a:moveTo>
                      <a:pt x="69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7"/>
                      <a:pt x="4" y="81"/>
                      <a:pt x="8" y="81"/>
                    </a:cubicBezTo>
                    <a:cubicBezTo>
                      <a:pt x="69" y="81"/>
                      <a:pt x="69" y="81"/>
                      <a:pt x="69" y="81"/>
                    </a:cubicBezTo>
                    <a:cubicBezTo>
                      <a:pt x="73" y="81"/>
                      <a:pt x="76" y="77"/>
                      <a:pt x="76" y="73"/>
                    </a:cubicBezTo>
                    <a:cubicBezTo>
                      <a:pt x="76" y="7"/>
                      <a:pt x="76" y="7"/>
                      <a:pt x="76" y="7"/>
                    </a:cubicBezTo>
                    <a:cubicBezTo>
                      <a:pt x="76" y="3"/>
                      <a:pt x="73" y="0"/>
                      <a:pt x="69" y="0"/>
                    </a:cubicBezTo>
                    <a:close/>
                    <a:moveTo>
                      <a:pt x="66" y="71"/>
                    </a:moveTo>
                    <a:cubicBezTo>
                      <a:pt x="11" y="71"/>
                      <a:pt x="11" y="71"/>
                      <a:pt x="11" y="7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66" y="10"/>
                      <a:pt x="66" y="10"/>
                      <a:pt x="66" y="10"/>
                    </a:cubicBezTo>
                    <a:lnTo>
                      <a:pt x="66" y="71"/>
                    </a:lnTo>
                    <a:close/>
                    <a:moveTo>
                      <a:pt x="21" y="45"/>
                    </a:moveTo>
                    <a:cubicBezTo>
                      <a:pt x="56" y="45"/>
                      <a:pt x="56" y="45"/>
                      <a:pt x="56" y="45"/>
                    </a:cubicBezTo>
                    <a:cubicBezTo>
                      <a:pt x="56" y="50"/>
                      <a:pt x="56" y="50"/>
                      <a:pt x="56" y="50"/>
                    </a:cubicBezTo>
                    <a:cubicBezTo>
                      <a:pt x="21" y="50"/>
                      <a:pt x="21" y="50"/>
                      <a:pt x="21" y="50"/>
                    </a:cubicBezTo>
                    <a:lnTo>
                      <a:pt x="21" y="45"/>
                    </a:lnTo>
                    <a:close/>
                    <a:moveTo>
                      <a:pt x="21" y="55"/>
                    </a:moveTo>
                    <a:cubicBezTo>
                      <a:pt x="56" y="55"/>
                      <a:pt x="56" y="55"/>
                      <a:pt x="56" y="55"/>
                    </a:cubicBezTo>
                    <a:cubicBezTo>
                      <a:pt x="56" y="60"/>
                      <a:pt x="56" y="60"/>
                      <a:pt x="56" y="60"/>
                    </a:cubicBezTo>
                    <a:cubicBezTo>
                      <a:pt x="21" y="60"/>
                      <a:pt x="21" y="60"/>
                      <a:pt x="21" y="60"/>
                    </a:cubicBezTo>
                    <a:lnTo>
                      <a:pt x="21" y="55"/>
                    </a:lnTo>
                    <a:close/>
                    <a:moveTo>
                      <a:pt x="26" y="23"/>
                    </a:moveTo>
                    <a:cubicBezTo>
                      <a:pt x="26" y="27"/>
                      <a:pt x="29" y="30"/>
                      <a:pt x="33" y="30"/>
                    </a:cubicBezTo>
                    <a:cubicBezTo>
                      <a:pt x="37" y="30"/>
                      <a:pt x="41" y="27"/>
                      <a:pt x="41" y="23"/>
                    </a:cubicBezTo>
                    <a:cubicBezTo>
                      <a:pt x="41" y="18"/>
                      <a:pt x="37" y="15"/>
                      <a:pt x="33" y="15"/>
                    </a:cubicBezTo>
                    <a:cubicBezTo>
                      <a:pt x="29" y="15"/>
                      <a:pt x="26" y="18"/>
                      <a:pt x="26" y="23"/>
                    </a:cubicBezTo>
                    <a:close/>
                    <a:moveTo>
                      <a:pt x="38" y="30"/>
                    </a:moveTo>
                    <a:cubicBezTo>
                      <a:pt x="28" y="30"/>
                      <a:pt x="28" y="30"/>
                      <a:pt x="28" y="30"/>
                    </a:cubicBezTo>
                    <a:cubicBezTo>
                      <a:pt x="24" y="30"/>
                      <a:pt x="21" y="32"/>
                      <a:pt x="21" y="35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35"/>
                      <a:pt x="46" y="35"/>
                      <a:pt x="46" y="35"/>
                    </a:cubicBezTo>
                    <a:cubicBezTo>
                      <a:pt x="46" y="32"/>
                      <a:pt x="42" y="30"/>
                      <a:pt x="38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B6A78B12-D36A-431E-9ED5-48E13D715C11}"/>
                  </a:ext>
                </a:extLst>
              </p:cNvPr>
              <p:cNvSpPr/>
              <p:nvPr/>
            </p:nvSpPr>
            <p:spPr bwMode="auto">
              <a:xfrm>
                <a:off x="10383974" y="2054826"/>
                <a:ext cx="248580" cy="248580"/>
              </a:xfrm>
              <a:custGeom>
                <a:avLst/>
                <a:gdLst>
                  <a:gd name="T0" fmla="*/ 67 w 127"/>
                  <a:gd name="T1" fmla="*/ 0 h 127"/>
                  <a:gd name="T2" fmla="*/ 55 w 127"/>
                  <a:gd name="T3" fmla="*/ 11 h 127"/>
                  <a:gd name="T4" fmla="*/ 67 w 127"/>
                  <a:gd name="T5" fmla="*/ 24 h 127"/>
                  <a:gd name="T6" fmla="*/ 39 w 127"/>
                  <a:gd name="T7" fmla="*/ 55 h 127"/>
                  <a:gd name="T8" fmla="*/ 11 w 127"/>
                  <a:gd name="T9" fmla="*/ 55 h 127"/>
                  <a:gd name="T10" fmla="*/ 34 w 127"/>
                  <a:gd name="T11" fmla="*/ 77 h 127"/>
                  <a:gd name="T12" fmla="*/ 0 w 127"/>
                  <a:gd name="T13" fmla="*/ 122 h 127"/>
                  <a:gd name="T14" fmla="*/ 0 w 127"/>
                  <a:gd name="T15" fmla="*/ 127 h 127"/>
                  <a:gd name="T16" fmla="*/ 4 w 127"/>
                  <a:gd name="T17" fmla="*/ 127 h 127"/>
                  <a:gd name="T18" fmla="*/ 49 w 127"/>
                  <a:gd name="T19" fmla="*/ 93 h 127"/>
                  <a:gd name="T20" fmla="*/ 71 w 127"/>
                  <a:gd name="T21" fmla="*/ 114 h 127"/>
                  <a:gd name="T22" fmla="*/ 71 w 127"/>
                  <a:gd name="T23" fmla="*/ 86 h 127"/>
                  <a:gd name="T24" fmla="*/ 102 w 127"/>
                  <a:gd name="T25" fmla="*/ 59 h 127"/>
                  <a:gd name="T26" fmla="*/ 114 w 127"/>
                  <a:gd name="T27" fmla="*/ 72 h 127"/>
                  <a:gd name="T28" fmla="*/ 127 w 127"/>
                  <a:gd name="T29" fmla="*/ 59 h 127"/>
                  <a:gd name="T30" fmla="*/ 67 w 127"/>
                  <a:gd name="T31" fmla="*/ 0 h 127"/>
                  <a:gd name="T32" fmla="*/ 55 w 127"/>
                  <a:gd name="T33" fmla="*/ 67 h 127"/>
                  <a:gd name="T34" fmla="*/ 47 w 127"/>
                  <a:gd name="T35" fmla="*/ 59 h 127"/>
                  <a:gd name="T36" fmla="*/ 75 w 127"/>
                  <a:gd name="T37" fmla="*/ 31 h 127"/>
                  <a:gd name="T38" fmla="*/ 83 w 127"/>
                  <a:gd name="T39" fmla="*/ 39 h 127"/>
                  <a:gd name="T40" fmla="*/ 55 w 127"/>
                  <a:gd name="T41" fmla="*/ 6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7" h="127">
                    <a:moveTo>
                      <a:pt x="67" y="0"/>
                    </a:moveTo>
                    <a:lnTo>
                      <a:pt x="55" y="11"/>
                    </a:lnTo>
                    <a:lnTo>
                      <a:pt x="67" y="24"/>
                    </a:lnTo>
                    <a:lnTo>
                      <a:pt x="39" y="55"/>
                    </a:lnTo>
                    <a:lnTo>
                      <a:pt x="11" y="55"/>
                    </a:lnTo>
                    <a:lnTo>
                      <a:pt x="34" y="77"/>
                    </a:lnTo>
                    <a:lnTo>
                      <a:pt x="0" y="122"/>
                    </a:lnTo>
                    <a:lnTo>
                      <a:pt x="0" y="127"/>
                    </a:lnTo>
                    <a:lnTo>
                      <a:pt x="4" y="127"/>
                    </a:lnTo>
                    <a:lnTo>
                      <a:pt x="49" y="93"/>
                    </a:lnTo>
                    <a:lnTo>
                      <a:pt x="71" y="114"/>
                    </a:lnTo>
                    <a:lnTo>
                      <a:pt x="71" y="86"/>
                    </a:lnTo>
                    <a:lnTo>
                      <a:pt x="102" y="59"/>
                    </a:lnTo>
                    <a:lnTo>
                      <a:pt x="114" y="72"/>
                    </a:lnTo>
                    <a:lnTo>
                      <a:pt x="127" y="59"/>
                    </a:lnTo>
                    <a:lnTo>
                      <a:pt x="67" y="0"/>
                    </a:lnTo>
                    <a:close/>
                    <a:moveTo>
                      <a:pt x="55" y="67"/>
                    </a:moveTo>
                    <a:lnTo>
                      <a:pt x="47" y="59"/>
                    </a:lnTo>
                    <a:lnTo>
                      <a:pt x="75" y="31"/>
                    </a:lnTo>
                    <a:lnTo>
                      <a:pt x="83" y="39"/>
                    </a:lnTo>
                    <a:lnTo>
                      <a:pt x="55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B0014BE2-9AAB-4DCF-B8F4-AECF6FBE9773}"/>
                  </a:ext>
                </a:extLst>
              </p:cNvPr>
              <p:cNvSpPr/>
              <p:nvPr/>
            </p:nvSpPr>
            <p:spPr bwMode="auto">
              <a:xfrm>
                <a:off x="10274362" y="1367801"/>
                <a:ext cx="246623" cy="166372"/>
              </a:xfrm>
              <a:custGeom>
                <a:avLst/>
                <a:gdLst>
                  <a:gd name="T0" fmla="*/ 17 w 77"/>
                  <a:gd name="T1" fmla="*/ 19 h 52"/>
                  <a:gd name="T2" fmla="*/ 34 w 77"/>
                  <a:gd name="T3" fmla="*/ 36 h 52"/>
                  <a:gd name="T4" fmla="*/ 17 w 77"/>
                  <a:gd name="T5" fmla="*/ 52 h 52"/>
                  <a:gd name="T6" fmla="*/ 0 w 77"/>
                  <a:gd name="T7" fmla="*/ 36 h 52"/>
                  <a:gd name="T8" fmla="*/ 0 w 77"/>
                  <a:gd name="T9" fmla="*/ 33 h 52"/>
                  <a:gd name="T10" fmla="*/ 34 w 77"/>
                  <a:gd name="T11" fmla="*/ 0 h 52"/>
                  <a:gd name="T12" fmla="*/ 34 w 77"/>
                  <a:gd name="T13" fmla="*/ 9 h 52"/>
                  <a:gd name="T14" fmla="*/ 17 w 77"/>
                  <a:gd name="T15" fmla="*/ 16 h 52"/>
                  <a:gd name="T16" fmla="*/ 14 w 77"/>
                  <a:gd name="T17" fmla="*/ 19 h 52"/>
                  <a:gd name="T18" fmla="*/ 17 w 77"/>
                  <a:gd name="T19" fmla="*/ 19 h 52"/>
                  <a:gd name="T20" fmla="*/ 60 w 77"/>
                  <a:gd name="T21" fmla="*/ 19 h 52"/>
                  <a:gd name="T22" fmla="*/ 77 w 77"/>
                  <a:gd name="T23" fmla="*/ 36 h 52"/>
                  <a:gd name="T24" fmla="*/ 60 w 77"/>
                  <a:gd name="T25" fmla="*/ 52 h 52"/>
                  <a:gd name="T26" fmla="*/ 43 w 77"/>
                  <a:gd name="T27" fmla="*/ 36 h 52"/>
                  <a:gd name="T28" fmla="*/ 43 w 77"/>
                  <a:gd name="T29" fmla="*/ 33 h 52"/>
                  <a:gd name="T30" fmla="*/ 77 w 77"/>
                  <a:gd name="T31" fmla="*/ 0 h 52"/>
                  <a:gd name="T32" fmla="*/ 77 w 77"/>
                  <a:gd name="T33" fmla="*/ 9 h 52"/>
                  <a:gd name="T34" fmla="*/ 60 w 77"/>
                  <a:gd name="T35" fmla="*/ 16 h 52"/>
                  <a:gd name="T36" fmla="*/ 58 w 77"/>
                  <a:gd name="T37" fmla="*/ 19 h 52"/>
                  <a:gd name="T38" fmla="*/ 60 w 77"/>
                  <a:gd name="T39" fmla="*/ 1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7" h="52">
                    <a:moveTo>
                      <a:pt x="17" y="19"/>
                    </a:moveTo>
                    <a:cubicBezTo>
                      <a:pt x="26" y="19"/>
                      <a:pt x="34" y="26"/>
                      <a:pt x="34" y="36"/>
                    </a:cubicBezTo>
                    <a:cubicBezTo>
                      <a:pt x="34" y="45"/>
                      <a:pt x="26" y="52"/>
                      <a:pt x="17" y="52"/>
                    </a:cubicBezTo>
                    <a:cubicBezTo>
                      <a:pt x="8" y="52"/>
                      <a:pt x="0" y="45"/>
                      <a:pt x="0" y="36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5" y="0"/>
                      <a:pt x="34" y="0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27" y="9"/>
                      <a:pt x="21" y="12"/>
                      <a:pt x="17" y="16"/>
                    </a:cubicBezTo>
                    <a:cubicBezTo>
                      <a:pt x="16" y="17"/>
                      <a:pt x="15" y="18"/>
                      <a:pt x="14" y="19"/>
                    </a:cubicBezTo>
                    <a:cubicBezTo>
                      <a:pt x="15" y="19"/>
                      <a:pt x="16" y="19"/>
                      <a:pt x="17" y="19"/>
                    </a:cubicBezTo>
                    <a:close/>
                    <a:moveTo>
                      <a:pt x="60" y="19"/>
                    </a:moveTo>
                    <a:cubicBezTo>
                      <a:pt x="70" y="19"/>
                      <a:pt x="77" y="26"/>
                      <a:pt x="77" y="36"/>
                    </a:cubicBezTo>
                    <a:cubicBezTo>
                      <a:pt x="77" y="45"/>
                      <a:pt x="70" y="52"/>
                      <a:pt x="60" y="52"/>
                    </a:cubicBezTo>
                    <a:cubicBezTo>
                      <a:pt x="51" y="52"/>
                      <a:pt x="43" y="45"/>
                      <a:pt x="43" y="36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15"/>
                      <a:pt x="58" y="0"/>
                      <a:pt x="77" y="0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1" y="9"/>
                      <a:pt x="65" y="12"/>
                      <a:pt x="60" y="16"/>
                    </a:cubicBezTo>
                    <a:cubicBezTo>
                      <a:pt x="59" y="17"/>
                      <a:pt x="58" y="18"/>
                      <a:pt x="58" y="19"/>
                    </a:cubicBezTo>
                    <a:cubicBezTo>
                      <a:pt x="58" y="19"/>
                      <a:pt x="59" y="19"/>
                      <a:pt x="6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6F4F9421-C9E5-4D26-A6A7-6F3D534BAC6C}"/>
                  </a:ext>
                </a:extLst>
              </p:cNvPr>
              <p:cNvSpPr/>
              <p:nvPr/>
            </p:nvSpPr>
            <p:spPr bwMode="auto">
              <a:xfrm>
                <a:off x="10213686" y="1782756"/>
                <a:ext cx="383635" cy="364064"/>
              </a:xfrm>
              <a:custGeom>
                <a:avLst/>
                <a:gdLst>
                  <a:gd name="T0" fmla="*/ 78 w 120"/>
                  <a:gd name="T1" fmla="*/ 29 h 114"/>
                  <a:gd name="T2" fmla="*/ 83 w 120"/>
                  <a:gd name="T3" fmla="*/ 0 h 114"/>
                  <a:gd name="T4" fmla="*/ 120 w 120"/>
                  <a:gd name="T5" fmla="*/ 52 h 114"/>
                  <a:gd name="T6" fmla="*/ 68 w 120"/>
                  <a:gd name="T7" fmla="*/ 90 h 114"/>
                  <a:gd name="T8" fmla="*/ 73 w 120"/>
                  <a:gd name="T9" fmla="*/ 60 h 114"/>
                  <a:gd name="T10" fmla="*/ 27 w 120"/>
                  <a:gd name="T11" fmla="*/ 114 h 114"/>
                  <a:gd name="T12" fmla="*/ 78 w 120"/>
                  <a:gd name="T13" fmla="*/ 29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114">
                    <a:moveTo>
                      <a:pt x="78" y="29"/>
                    </a:moveTo>
                    <a:cubicBezTo>
                      <a:pt x="83" y="0"/>
                      <a:pt x="83" y="0"/>
                      <a:pt x="83" y="0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68" y="90"/>
                      <a:pt x="68" y="90"/>
                      <a:pt x="68" y="90"/>
                    </a:cubicBezTo>
                    <a:cubicBezTo>
                      <a:pt x="73" y="60"/>
                      <a:pt x="73" y="60"/>
                      <a:pt x="73" y="60"/>
                    </a:cubicBezTo>
                    <a:cubicBezTo>
                      <a:pt x="21" y="51"/>
                      <a:pt x="18" y="88"/>
                      <a:pt x="27" y="114"/>
                    </a:cubicBezTo>
                    <a:cubicBezTo>
                      <a:pt x="0" y="73"/>
                      <a:pt x="16" y="18"/>
                      <a:pt x="78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" name="任意多边形: 形状 98">
                <a:extLst>
                  <a:ext uri="{FF2B5EF4-FFF2-40B4-BE49-F238E27FC236}">
                    <a16:creationId xmlns:a16="http://schemas.microsoft.com/office/drawing/2014/main" id="{69E7AAB5-8193-4077-BBC4-A3BEF4597D2D}"/>
                  </a:ext>
                </a:extLst>
              </p:cNvPr>
              <p:cNvSpPr/>
              <p:nvPr/>
            </p:nvSpPr>
            <p:spPr bwMode="auto">
              <a:xfrm>
                <a:off x="10295893" y="1555705"/>
                <a:ext cx="240751" cy="252496"/>
              </a:xfrm>
              <a:custGeom>
                <a:avLst/>
                <a:gdLst>
                  <a:gd name="T0" fmla="*/ 59 w 123"/>
                  <a:gd name="T1" fmla="*/ 129 h 129"/>
                  <a:gd name="T2" fmla="*/ 59 w 123"/>
                  <a:gd name="T3" fmla="*/ 72 h 129"/>
                  <a:gd name="T4" fmla="*/ 0 w 123"/>
                  <a:gd name="T5" fmla="*/ 129 h 129"/>
                  <a:gd name="T6" fmla="*/ 0 w 123"/>
                  <a:gd name="T7" fmla="*/ 0 h 129"/>
                  <a:gd name="T8" fmla="*/ 59 w 123"/>
                  <a:gd name="T9" fmla="*/ 59 h 129"/>
                  <a:gd name="T10" fmla="*/ 59 w 123"/>
                  <a:gd name="T11" fmla="*/ 0 h 129"/>
                  <a:gd name="T12" fmla="*/ 123 w 123"/>
                  <a:gd name="T13" fmla="*/ 65 h 129"/>
                  <a:gd name="T14" fmla="*/ 59 w 123"/>
                  <a:gd name="T15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3" h="129">
                    <a:moveTo>
                      <a:pt x="59" y="129"/>
                    </a:moveTo>
                    <a:lnTo>
                      <a:pt x="59" y="72"/>
                    </a:lnTo>
                    <a:lnTo>
                      <a:pt x="0" y="129"/>
                    </a:lnTo>
                    <a:lnTo>
                      <a:pt x="0" y="0"/>
                    </a:lnTo>
                    <a:lnTo>
                      <a:pt x="59" y="59"/>
                    </a:lnTo>
                    <a:lnTo>
                      <a:pt x="59" y="0"/>
                    </a:lnTo>
                    <a:lnTo>
                      <a:pt x="123" y="65"/>
                    </a:lnTo>
                    <a:lnTo>
                      <a:pt x="59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1B6CE50D-4CFE-4A67-BC15-D7484EE254D8}"/>
                  </a:ext>
                </a:extLst>
              </p:cNvPr>
              <p:cNvSpPr/>
              <p:nvPr/>
            </p:nvSpPr>
            <p:spPr bwMode="auto">
              <a:xfrm>
                <a:off x="10051227" y="3280116"/>
                <a:ext cx="303386" cy="303386"/>
              </a:xfrm>
              <a:custGeom>
                <a:avLst/>
                <a:gdLst>
                  <a:gd name="T0" fmla="*/ 95 w 95"/>
                  <a:gd name="T1" fmla="*/ 35 h 95"/>
                  <a:gd name="T2" fmla="*/ 60 w 95"/>
                  <a:gd name="T3" fmla="*/ 35 h 95"/>
                  <a:gd name="T4" fmla="*/ 73 w 95"/>
                  <a:gd name="T5" fmla="*/ 22 h 95"/>
                  <a:gd name="T6" fmla="*/ 48 w 95"/>
                  <a:gd name="T7" fmla="*/ 12 h 95"/>
                  <a:gd name="T8" fmla="*/ 23 w 95"/>
                  <a:gd name="T9" fmla="*/ 22 h 95"/>
                  <a:gd name="T10" fmla="*/ 12 w 95"/>
                  <a:gd name="T11" fmla="*/ 47 h 95"/>
                  <a:gd name="T12" fmla="*/ 23 w 95"/>
                  <a:gd name="T13" fmla="*/ 72 h 95"/>
                  <a:gd name="T14" fmla="*/ 48 w 95"/>
                  <a:gd name="T15" fmla="*/ 83 h 95"/>
                  <a:gd name="T16" fmla="*/ 73 w 95"/>
                  <a:gd name="T17" fmla="*/ 72 h 95"/>
                  <a:gd name="T18" fmla="*/ 74 w 95"/>
                  <a:gd name="T19" fmla="*/ 71 h 95"/>
                  <a:gd name="T20" fmla="*/ 83 w 95"/>
                  <a:gd name="T21" fmla="*/ 78 h 95"/>
                  <a:gd name="T22" fmla="*/ 48 w 95"/>
                  <a:gd name="T23" fmla="*/ 95 h 95"/>
                  <a:gd name="T24" fmla="*/ 0 w 95"/>
                  <a:gd name="T25" fmla="*/ 47 h 95"/>
                  <a:gd name="T26" fmla="*/ 48 w 95"/>
                  <a:gd name="T27" fmla="*/ 0 h 95"/>
                  <a:gd name="T28" fmla="*/ 81 w 95"/>
                  <a:gd name="T29" fmla="*/ 14 h 95"/>
                  <a:gd name="T30" fmla="*/ 95 w 95"/>
                  <a:gd name="T31" fmla="*/ 0 h 95"/>
                  <a:gd name="T32" fmla="*/ 95 w 95"/>
                  <a:gd name="T33" fmla="*/ 3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5" h="95">
                    <a:moveTo>
                      <a:pt x="95" y="35"/>
                    </a:moveTo>
                    <a:cubicBezTo>
                      <a:pt x="60" y="35"/>
                      <a:pt x="60" y="35"/>
                      <a:pt x="60" y="35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66" y="15"/>
                      <a:pt x="57" y="12"/>
                      <a:pt x="48" y="12"/>
                    </a:cubicBezTo>
                    <a:cubicBezTo>
                      <a:pt x="38" y="12"/>
                      <a:pt x="29" y="15"/>
                      <a:pt x="23" y="22"/>
                    </a:cubicBezTo>
                    <a:cubicBezTo>
                      <a:pt x="16" y="29"/>
                      <a:pt x="12" y="38"/>
                      <a:pt x="12" y="47"/>
                    </a:cubicBezTo>
                    <a:cubicBezTo>
                      <a:pt x="12" y="57"/>
                      <a:pt x="16" y="66"/>
                      <a:pt x="23" y="72"/>
                    </a:cubicBezTo>
                    <a:cubicBezTo>
                      <a:pt x="29" y="79"/>
                      <a:pt x="38" y="83"/>
                      <a:pt x="48" y="83"/>
                    </a:cubicBezTo>
                    <a:cubicBezTo>
                      <a:pt x="57" y="83"/>
                      <a:pt x="66" y="79"/>
                      <a:pt x="73" y="72"/>
                    </a:cubicBezTo>
                    <a:cubicBezTo>
                      <a:pt x="73" y="72"/>
                      <a:pt x="74" y="71"/>
                      <a:pt x="74" y="71"/>
                    </a:cubicBezTo>
                    <a:cubicBezTo>
                      <a:pt x="83" y="78"/>
                      <a:pt x="83" y="78"/>
                      <a:pt x="83" y="78"/>
                    </a:cubicBezTo>
                    <a:cubicBezTo>
                      <a:pt x="75" y="88"/>
                      <a:pt x="62" y="95"/>
                      <a:pt x="48" y="95"/>
                    </a:cubicBezTo>
                    <a:cubicBezTo>
                      <a:pt x="22" y="95"/>
                      <a:pt x="0" y="73"/>
                      <a:pt x="0" y="47"/>
                    </a:cubicBezTo>
                    <a:cubicBezTo>
                      <a:pt x="0" y="21"/>
                      <a:pt x="22" y="0"/>
                      <a:pt x="48" y="0"/>
                    </a:cubicBezTo>
                    <a:cubicBezTo>
                      <a:pt x="61" y="0"/>
                      <a:pt x="73" y="5"/>
                      <a:pt x="81" y="14"/>
                    </a:cubicBezTo>
                    <a:cubicBezTo>
                      <a:pt x="95" y="0"/>
                      <a:pt x="95" y="0"/>
                      <a:pt x="95" y="0"/>
                    </a:cubicBezTo>
                    <a:lnTo>
                      <a:pt x="9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>
                <a:extLst>
                  <a:ext uri="{FF2B5EF4-FFF2-40B4-BE49-F238E27FC236}">
                    <a16:creationId xmlns:a16="http://schemas.microsoft.com/office/drawing/2014/main" id="{A2FF869A-87D0-4184-A1D1-FC2150E22D8B}"/>
                  </a:ext>
                </a:extLst>
              </p:cNvPr>
              <p:cNvSpPr/>
              <p:nvPr/>
            </p:nvSpPr>
            <p:spPr bwMode="auto">
              <a:xfrm>
                <a:off x="9912257" y="2277962"/>
                <a:ext cx="332745" cy="336662"/>
              </a:xfrm>
              <a:custGeom>
                <a:avLst/>
                <a:gdLst>
                  <a:gd name="T0" fmla="*/ 86 w 104"/>
                  <a:gd name="T1" fmla="*/ 0 h 105"/>
                  <a:gd name="T2" fmla="*/ 17 w 104"/>
                  <a:gd name="T3" fmla="*/ 0 h 105"/>
                  <a:gd name="T4" fmla="*/ 0 w 104"/>
                  <a:gd name="T5" fmla="*/ 18 h 105"/>
                  <a:gd name="T6" fmla="*/ 0 w 104"/>
                  <a:gd name="T7" fmla="*/ 87 h 105"/>
                  <a:gd name="T8" fmla="*/ 17 w 104"/>
                  <a:gd name="T9" fmla="*/ 105 h 105"/>
                  <a:gd name="T10" fmla="*/ 86 w 104"/>
                  <a:gd name="T11" fmla="*/ 105 h 105"/>
                  <a:gd name="T12" fmla="*/ 104 w 104"/>
                  <a:gd name="T13" fmla="*/ 87 h 105"/>
                  <a:gd name="T14" fmla="*/ 104 w 104"/>
                  <a:gd name="T15" fmla="*/ 18 h 105"/>
                  <a:gd name="T16" fmla="*/ 86 w 104"/>
                  <a:gd name="T17" fmla="*/ 0 h 105"/>
                  <a:gd name="T18" fmla="*/ 28 w 104"/>
                  <a:gd name="T19" fmla="*/ 85 h 105"/>
                  <a:gd name="T20" fmla="*/ 19 w 104"/>
                  <a:gd name="T21" fmla="*/ 76 h 105"/>
                  <a:gd name="T22" fmla="*/ 28 w 104"/>
                  <a:gd name="T23" fmla="*/ 67 h 105"/>
                  <a:gd name="T24" fmla="*/ 37 w 104"/>
                  <a:gd name="T25" fmla="*/ 76 h 105"/>
                  <a:gd name="T26" fmla="*/ 28 w 104"/>
                  <a:gd name="T27" fmla="*/ 85 h 105"/>
                  <a:gd name="T28" fmla="*/ 50 w 104"/>
                  <a:gd name="T29" fmla="*/ 85 h 105"/>
                  <a:gd name="T30" fmla="*/ 41 w 104"/>
                  <a:gd name="T31" fmla="*/ 63 h 105"/>
                  <a:gd name="T32" fmla="*/ 19 w 104"/>
                  <a:gd name="T33" fmla="*/ 54 h 105"/>
                  <a:gd name="T34" fmla="*/ 19 w 104"/>
                  <a:gd name="T35" fmla="*/ 41 h 105"/>
                  <a:gd name="T36" fmla="*/ 63 w 104"/>
                  <a:gd name="T37" fmla="*/ 85 h 105"/>
                  <a:gd name="T38" fmla="*/ 50 w 104"/>
                  <a:gd name="T39" fmla="*/ 85 h 105"/>
                  <a:gd name="T40" fmla="*/ 73 w 104"/>
                  <a:gd name="T41" fmla="*/ 85 h 105"/>
                  <a:gd name="T42" fmla="*/ 19 w 104"/>
                  <a:gd name="T43" fmla="*/ 31 h 105"/>
                  <a:gd name="T44" fmla="*/ 19 w 104"/>
                  <a:gd name="T45" fmla="*/ 18 h 105"/>
                  <a:gd name="T46" fmla="*/ 86 w 104"/>
                  <a:gd name="T47" fmla="*/ 85 h 105"/>
                  <a:gd name="T48" fmla="*/ 73 w 104"/>
                  <a:gd name="T49" fmla="*/ 8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4" h="105">
                    <a:moveTo>
                      <a:pt x="86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7" y="0"/>
                      <a:pt x="0" y="8"/>
                      <a:pt x="0" y="18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97"/>
                      <a:pt x="7" y="105"/>
                      <a:pt x="17" y="105"/>
                    </a:cubicBezTo>
                    <a:cubicBezTo>
                      <a:pt x="86" y="105"/>
                      <a:pt x="86" y="105"/>
                      <a:pt x="86" y="105"/>
                    </a:cubicBezTo>
                    <a:cubicBezTo>
                      <a:pt x="96" y="105"/>
                      <a:pt x="104" y="97"/>
                      <a:pt x="104" y="87"/>
                    </a:cubicBezTo>
                    <a:cubicBezTo>
                      <a:pt x="104" y="18"/>
                      <a:pt x="104" y="18"/>
                      <a:pt x="104" y="18"/>
                    </a:cubicBezTo>
                    <a:cubicBezTo>
                      <a:pt x="104" y="8"/>
                      <a:pt x="96" y="0"/>
                      <a:pt x="86" y="0"/>
                    </a:cubicBezTo>
                    <a:close/>
                    <a:moveTo>
                      <a:pt x="28" y="85"/>
                    </a:moveTo>
                    <a:cubicBezTo>
                      <a:pt x="23" y="85"/>
                      <a:pt x="19" y="81"/>
                      <a:pt x="19" y="76"/>
                    </a:cubicBezTo>
                    <a:cubicBezTo>
                      <a:pt x="19" y="71"/>
                      <a:pt x="23" y="67"/>
                      <a:pt x="28" y="67"/>
                    </a:cubicBezTo>
                    <a:cubicBezTo>
                      <a:pt x="33" y="67"/>
                      <a:pt x="37" y="71"/>
                      <a:pt x="37" y="76"/>
                    </a:cubicBezTo>
                    <a:cubicBezTo>
                      <a:pt x="37" y="81"/>
                      <a:pt x="33" y="85"/>
                      <a:pt x="28" y="85"/>
                    </a:cubicBezTo>
                    <a:close/>
                    <a:moveTo>
                      <a:pt x="50" y="85"/>
                    </a:moveTo>
                    <a:cubicBezTo>
                      <a:pt x="50" y="77"/>
                      <a:pt x="47" y="69"/>
                      <a:pt x="41" y="63"/>
                    </a:cubicBezTo>
                    <a:cubicBezTo>
                      <a:pt x="35" y="57"/>
                      <a:pt x="27" y="54"/>
                      <a:pt x="19" y="54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43" y="41"/>
                      <a:pt x="63" y="61"/>
                      <a:pt x="63" y="85"/>
                    </a:cubicBezTo>
                    <a:cubicBezTo>
                      <a:pt x="50" y="85"/>
                      <a:pt x="50" y="85"/>
                      <a:pt x="50" y="85"/>
                    </a:cubicBezTo>
                    <a:close/>
                    <a:moveTo>
                      <a:pt x="73" y="85"/>
                    </a:moveTo>
                    <a:cubicBezTo>
                      <a:pt x="73" y="55"/>
                      <a:pt x="49" y="31"/>
                      <a:pt x="19" y="31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56" y="18"/>
                      <a:pt x="86" y="48"/>
                      <a:pt x="86" y="85"/>
                    </a:cubicBezTo>
                    <a:cubicBezTo>
                      <a:pt x="73" y="85"/>
                      <a:pt x="73" y="85"/>
                      <a:pt x="73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>
                <a:extLst>
                  <a:ext uri="{FF2B5EF4-FFF2-40B4-BE49-F238E27FC236}">
                    <a16:creationId xmlns:a16="http://schemas.microsoft.com/office/drawing/2014/main" id="{C4613448-E079-4D61-B325-3A7D1DF45370}"/>
                  </a:ext>
                </a:extLst>
              </p:cNvPr>
              <p:cNvSpPr/>
              <p:nvPr/>
            </p:nvSpPr>
            <p:spPr bwMode="auto">
              <a:xfrm>
                <a:off x="9884854" y="3579588"/>
                <a:ext cx="307301" cy="322960"/>
              </a:xfrm>
              <a:custGeom>
                <a:avLst/>
                <a:gdLst>
                  <a:gd name="T0" fmla="*/ 41 w 96"/>
                  <a:gd name="T1" fmla="*/ 6 h 101"/>
                  <a:gd name="T2" fmla="*/ 42 w 96"/>
                  <a:gd name="T3" fmla="*/ 2 h 101"/>
                  <a:gd name="T4" fmla="*/ 36 w 96"/>
                  <a:gd name="T5" fmla="*/ 0 h 101"/>
                  <a:gd name="T6" fmla="*/ 35 w 96"/>
                  <a:gd name="T7" fmla="*/ 7 h 101"/>
                  <a:gd name="T8" fmla="*/ 0 w 96"/>
                  <a:gd name="T9" fmla="*/ 54 h 101"/>
                  <a:gd name="T10" fmla="*/ 96 w 96"/>
                  <a:gd name="T11" fmla="*/ 54 h 101"/>
                  <a:gd name="T12" fmla="*/ 33 w 96"/>
                  <a:gd name="T13" fmla="*/ 4 h 101"/>
                  <a:gd name="T14" fmla="*/ 38 w 96"/>
                  <a:gd name="T15" fmla="*/ 1 h 101"/>
                  <a:gd name="T16" fmla="*/ 40 w 96"/>
                  <a:gd name="T17" fmla="*/ 5 h 101"/>
                  <a:gd name="T18" fmla="*/ 35 w 96"/>
                  <a:gd name="T19" fmla="*/ 6 h 101"/>
                  <a:gd name="T20" fmla="*/ 73 w 96"/>
                  <a:gd name="T21" fmla="*/ 79 h 101"/>
                  <a:gd name="T22" fmla="*/ 54 w 96"/>
                  <a:gd name="T23" fmla="*/ 81 h 101"/>
                  <a:gd name="T24" fmla="*/ 48 w 96"/>
                  <a:gd name="T25" fmla="*/ 90 h 101"/>
                  <a:gd name="T26" fmla="*/ 13 w 96"/>
                  <a:gd name="T27" fmla="*/ 64 h 101"/>
                  <a:gd name="T28" fmla="*/ 12 w 96"/>
                  <a:gd name="T29" fmla="*/ 58 h 101"/>
                  <a:gd name="T30" fmla="*/ 22 w 96"/>
                  <a:gd name="T31" fmla="*/ 28 h 101"/>
                  <a:gd name="T32" fmla="*/ 42 w 96"/>
                  <a:gd name="T33" fmla="*/ 26 h 101"/>
                  <a:gd name="T34" fmla="*/ 48 w 96"/>
                  <a:gd name="T35" fmla="*/ 17 h 101"/>
                  <a:gd name="T36" fmla="*/ 83 w 96"/>
                  <a:gd name="T37" fmla="*/ 43 h 101"/>
                  <a:gd name="T38" fmla="*/ 84 w 96"/>
                  <a:gd name="T39" fmla="*/ 49 h 101"/>
                  <a:gd name="T40" fmla="*/ 73 w 96"/>
                  <a:gd name="T41" fmla="*/ 79 h 101"/>
                  <a:gd name="T42" fmla="*/ 53 w 96"/>
                  <a:gd name="T43" fmla="*/ 44 h 101"/>
                  <a:gd name="T44" fmla="*/ 43 w 96"/>
                  <a:gd name="T45" fmla="*/ 32 h 101"/>
                  <a:gd name="T46" fmla="*/ 40 w 96"/>
                  <a:gd name="T47" fmla="*/ 46 h 101"/>
                  <a:gd name="T48" fmla="*/ 38 w 96"/>
                  <a:gd name="T49" fmla="*/ 49 h 101"/>
                  <a:gd name="T50" fmla="*/ 26 w 96"/>
                  <a:gd name="T51" fmla="*/ 58 h 101"/>
                  <a:gd name="T52" fmla="*/ 38 w 96"/>
                  <a:gd name="T53" fmla="*/ 59 h 101"/>
                  <a:gd name="T54" fmla="*/ 43 w 96"/>
                  <a:gd name="T55" fmla="*/ 63 h 101"/>
                  <a:gd name="T56" fmla="*/ 53 w 96"/>
                  <a:gd name="T57" fmla="*/ 75 h 101"/>
                  <a:gd name="T58" fmla="*/ 56 w 96"/>
                  <a:gd name="T59" fmla="*/ 61 h 101"/>
                  <a:gd name="T60" fmla="*/ 58 w 96"/>
                  <a:gd name="T61" fmla="*/ 58 h 101"/>
                  <a:gd name="T62" fmla="*/ 70 w 96"/>
                  <a:gd name="T63" fmla="*/ 49 h 101"/>
                  <a:gd name="T64" fmla="*/ 58 w 96"/>
                  <a:gd name="T65" fmla="*/ 48 h 101"/>
                  <a:gd name="T66" fmla="*/ 48 w 96"/>
                  <a:gd name="T67" fmla="*/ 44 h 101"/>
                  <a:gd name="T68" fmla="*/ 48 w 96"/>
                  <a:gd name="T69" fmla="*/ 44 h 101"/>
                  <a:gd name="T70" fmla="*/ 48 w 96"/>
                  <a:gd name="T71" fmla="*/ 44 h 101"/>
                  <a:gd name="T72" fmla="*/ 49 w 96"/>
                  <a:gd name="T73" fmla="*/ 44 h 101"/>
                  <a:gd name="T74" fmla="*/ 52 w 96"/>
                  <a:gd name="T75" fmla="*/ 45 h 101"/>
                  <a:gd name="T76" fmla="*/ 39 w 96"/>
                  <a:gd name="T77" fmla="*/ 57 h 101"/>
                  <a:gd name="T78" fmla="*/ 46 w 96"/>
                  <a:gd name="T79" fmla="*/ 44 h 101"/>
                  <a:gd name="T80" fmla="*/ 53 w 96"/>
                  <a:gd name="T81" fmla="*/ 62 h 101"/>
                  <a:gd name="T82" fmla="*/ 50 w 96"/>
                  <a:gd name="T83" fmla="*/ 63 h 101"/>
                  <a:gd name="T84" fmla="*/ 47 w 96"/>
                  <a:gd name="T85" fmla="*/ 63 h 101"/>
                  <a:gd name="T86" fmla="*/ 47 w 96"/>
                  <a:gd name="T87" fmla="*/ 63 h 101"/>
                  <a:gd name="T88" fmla="*/ 51 w 96"/>
                  <a:gd name="T89" fmla="*/ 57 h 101"/>
                  <a:gd name="T90" fmla="*/ 57 w 96"/>
                  <a:gd name="T91" fmla="*/ 5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6" h="101">
                    <a:moveTo>
                      <a:pt x="48" y="6"/>
                    </a:moveTo>
                    <a:cubicBezTo>
                      <a:pt x="46" y="6"/>
                      <a:pt x="43" y="6"/>
                      <a:pt x="41" y="6"/>
                    </a:cubicBezTo>
                    <a:cubicBezTo>
                      <a:pt x="41" y="6"/>
                      <a:pt x="41" y="6"/>
                      <a:pt x="41" y="6"/>
                    </a:cubicBezTo>
                    <a:cubicBezTo>
                      <a:pt x="42" y="5"/>
                      <a:pt x="43" y="4"/>
                      <a:pt x="42" y="2"/>
                    </a:cubicBezTo>
                    <a:cubicBezTo>
                      <a:pt x="42" y="1"/>
                      <a:pt x="40" y="0"/>
                      <a:pt x="38" y="0"/>
                    </a:cubicBezTo>
                    <a:cubicBezTo>
                      <a:pt x="37" y="0"/>
                      <a:pt x="37" y="0"/>
                      <a:pt x="36" y="0"/>
                    </a:cubicBezTo>
                    <a:cubicBezTo>
                      <a:pt x="33" y="0"/>
                      <a:pt x="31" y="3"/>
                      <a:pt x="32" y="5"/>
                    </a:cubicBezTo>
                    <a:cubicBezTo>
                      <a:pt x="32" y="6"/>
                      <a:pt x="33" y="7"/>
                      <a:pt x="35" y="7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15" y="13"/>
                      <a:pt x="0" y="32"/>
                      <a:pt x="0" y="54"/>
                    </a:cubicBezTo>
                    <a:cubicBezTo>
                      <a:pt x="0" y="80"/>
                      <a:pt x="22" y="101"/>
                      <a:pt x="48" y="101"/>
                    </a:cubicBezTo>
                    <a:cubicBezTo>
                      <a:pt x="74" y="101"/>
                      <a:pt x="96" y="80"/>
                      <a:pt x="96" y="54"/>
                    </a:cubicBezTo>
                    <a:cubicBezTo>
                      <a:pt x="96" y="27"/>
                      <a:pt x="74" y="6"/>
                      <a:pt x="48" y="6"/>
                    </a:cubicBezTo>
                    <a:close/>
                    <a:moveTo>
                      <a:pt x="33" y="4"/>
                    </a:moveTo>
                    <a:cubicBezTo>
                      <a:pt x="33" y="3"/>
                      <a:pt x="35" y="2"/>
                      <a:pt x="37" y="1"/>
                    </a:cubicBezTo>
                    <a:cubicBezTo>
                      <a:pt x="37" y="1"/>
                      <a:pt x="37" y="1"/>
                      <a:pt x="38" y="1"/>
                    </a:cubicBezTo>
                    <a:cubicBezTo>
                      <a:pt x="39" y="1"/>
                      <a:pt x="41" y="2"/>
                      <a:pt x="41" y="3"/>
                    </a:cubicBezTo>
                    <a:cubicBezTo>
                      <a:pt x="41" y="4"/>
                      <a:pt x="41" y="4"/>
                      <a:pt x="40" y="5"/>
                    </a:cubicBezTo>
                    <a:cubicBezTo>
                      <a:pt x="39" y="4"/>
                      <a:pt x="38" y="4"/>
                      <a:pt x="37" y="4"/>
                    </a:cubicBezTo>
                    <a:cubicBezTo>
                      <a:pt x="36" y="5"/>
                      <a:pt x="36" y="5"/>
                      <a:pt x="35" y="6"/>
                    </a:cubicBezTo>
                    <a:cubicBezTo>
                      <a:pt x="34" y="6"/>
                      <a:pt x="33" y="5"/>
                      <a:pt x="33" y="4"/>
                    </a:cubicBezTo>
                    <a:close/>
                    <a:moveTo>
                      <a:pt x="73" y="79"/>
                    </a:moveTo>
                    <a:cubicBezTo>
                      <a:pt x="69" y="84"/>
                      <a:pt x="64" y="87"/>
                      <a:pt x="58" y="88"/>
                    </a:cubicBezTo>
                    <a:cubicBezTo>
                      <a:pt x="54" y="81"/>
                      <a:pt x="54" y="81"/>
                      <a:pt x="54" y="81"/>
                    </a:cubicBezTo>
                    <a:cubicBezTo>
                      <a:pt x="53" y="89"/>
                      <a:pt x="53" y="89"/>
                      <a:pt x="53" y="89"/>
                    </a:cubicBezTo>
                    <a:cubicBezTo>
                      <a:pt x="51" y="90"/>
                      <a:pt x="50" y="90"/>
                      <a:pt x="48" y="90"/>
                    </a:cubicBezTo>
                    <a:cubicBezTo>
                      <a:pt x="38" y="90"/>
                      <a:pt x="29" y="86"/>
                      <a:pt x="22" y="79"/>
                    </a:cubicBezTo>
                    <a:cubicBezTo>
                      <a:pt x="18" y="75"/>
                      <a:pt x="15" y="70"/>
                      <a:pt x="13" y="64"/>
                    </a:cubicBezTo>
                    <a:cubicBezTo>
                      <a:pt x="20" y="60"/>
                      <a:pt x="20" y="60"/>
                      <a:pt x="20" y="60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2" y="57"/>
                      <a:pt x="12" y="55"/>
                      <a:pt x="12" y="54"/>
                    </a:cubicBezTo>
                    <a:cubicBezTo>
                      <a:pt x="12" y="44"/>
                      <a:pt x="15" y="35"/>
                      <a:pt x="22" y="28"/>
                    </a:cubicBezTo>
                    <a:cubicBezTo>
                      <a:pt x="27" y="24"/>
                      <a:pt x="32" y="21"/>
                      <a:pt x="38" y="19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5" y="18"/>
                      <a:pt x="46" y="17"/>
                      <a:pt x="48" y="17"/>
                    </a:cubicBezTo>
                    <a:cubicBezTo>
                      <a:pt x="58" y="17"/>
                      <a:pt x="67" y="21"/>
                      <a:pt x="73" y="28"/>
                    </a:cubicBezTo>
                    <a:cubicBezTo>
                      <a:pt x="78" y="32"/>
                      <a:pt x="81" y="38"/>
                      <a:pt x="83" y="43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84" y="49"/>
                      <a:pt x="84" y="49"/>
                      <a:pt x="84" y="49"/>
                    </a:cubicBezTo>
                    <a:cubicBezTo>
                      <a:pt x="84" y="50"/>
                      <a:pt x="84" y="52"/>
                      <a:pt x="84" y="54"/>
                    </a:cubicBezTo>
                    <a:cubicBezTo>
                      <a:pt x="84" y="63"/>
                      <a:pt x="80" y="72"/>
                      <a:pt x="73" y="79"/>
                    </a:cubicBezTo>
                    <a:close/>
                    <a:moveTo>
                      <a:pt x="73" y="29"/>
                    </a:moveTo>
                    <a:cubicBezTo>
                      <a:pt x="53" y="44"/>
                      <a:pt x="53" y="44"/>
                      <a:pt x="53" y="44"/>
                    </a:cubicBezTo>
                    <a:cubicBezTo>
                      <a:pt x="52" y="43"/>
                      <a:pt x="50" y="43"/>
                      <a:pt x="48" y="42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2" y="44"/>
                      <a:pt x="40" y="45"/>
                      <a:pt x="40" y="46"/>
                    </a:cubicBezTo>
                    <a:cubicBezTo>
                      <a:pt x="33" y="44"/>
                      <a:pt x="33" y="44"/>
                      <a:pt x="33" y="44"/>
                    </a:cubicBezTo>
                    <a:cubicBezTo>
                      <a:pt x="38" y="49"/>
                      <a:pt x="38" y="49"/>
                      <a:pt x="38" y="49"/>
                    </a:cubicBezTo>
                    <a:cubicBezTo>
                      <a:pt x="37" y="50"/>
                      <a:pt x="37" y="52"/>
                      <a:pt x="37" y="53"/>
                    </a:cubicBezTo>
                    <a:cubicBezTo>
                      <a:pt x="26" y="58"/>
                      <a:pt x="26" y="58"/>
                      <a:pt x="26" y="58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4" y="64"/>
                      <a:pt x="46" y="65"/>
                      <a:pt x="47" y="65"/>
                    </a:cubicBezTo>
                    <a:cubicBezTo>
                      <a:pt x="53" y="75"/>
                      <a:pt x="53" y="75"/>
                      <a:pt x="53" y="75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4" y="63"/>
                      <a:pt x="55" y="62"/>
                      <a:pt x="56" y="61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58" y="58"/>
                      <a:pt x="58" y="58"/>
                      <a:pt x="58" y="58"/>
                    </a:cubicBezTo>
                    <a:cubicBezTo>
                      <a:pt x="59" y="57"/>
                      <a:pt x="59" y="56"/>
                      <a:pt x="59" y="54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58" y="49"/>
                      <a:pt x="58" y="49"/>
                      <a:pt x="58" y="49"/>
                    </a:cubicBezTo>
                    <a:cubicBezTo>
                      <a:pt x="58" y="49"/>
                      <a:pt x="58" y="49"/>
                      <a:pt x="58" y="48"/>
                    </a:cubicBezTo>
                    <a:lnTo>
                      <a:pt x="73" y="29"/>
                    </a:lnTo>
                    <a:close/>
                    <a:moveTo>
                      <a:pt x="48" y="44"/>
                    </a:moveTo>
                    <a:cubicBezTo>
                      <a:pt x="48" y="44"/>
                      <a:pt x="48" y="44"/>
                      <a:pt x="48" y="44"/>
                    </a:cubicBezTo>
                    <a:cubicBezTo>
                      <a:pt x="48" y="44"/>
                      <a:pt x="48" y="44"/>
                      <a:pt x="48" y="44"/>
                    </a:cubicBezTo>
                    <a:close/>
                    <a:moveTo>
                      <a:pt x="46" y="44"/>
                    </a:moveTo>
                    <a:cubicBezTo>
                      <a:pt x="47" y="44"/>
                      <a:pt x="47" y="44"/>
                      <a:pt x="48" y="44"/>
                    </a:cubicBezTo>
                    <a:cubicBezTo>
                      <a:pt x="48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50" y="44"/>
                      <a:pt x="51" y="44"/>
                      <a:pt x="52" y="45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7"/>
                      <a:pt x="39" y="56"/>
                      <a:pt x="39" y="56"/>
                    </a:cubicBezTo>
                    <a:cubicBezTo>
                      <a:pt x="37" y="50"/>
                      <a:pt x="41" y="45"/>
                      <a:pt x="46" y="44"/>
                    </a:cubicBezTo>
                    <a:close/>
                    <a:moveTo>
                      <a:pt x="53" y="62"/>
                    </a:moveTo>
                    <a:cubicBezTo>
                      <a:pt x="53" y="62"/>
                      <a:pt x="53" y="62"/>
                      <a:pt x="53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2" y="62"/>
                      <a:pt x="51" y="63"/>
                      <a:pt x="50" y="63"/>
                    </a:cubicBezTo>
                    <a:cubicBezTo>
                      <a:pt x="49" y="63"/>
                      <a:pt x="49" y="63"/>
                      <a:pt x="48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6" y="63"/>
                      <a:pt x="45" y="63"/>
                      <a:pt x="44" y="62"/>
                    </a:cubicBezTo>
                    <a:cubicBezTo>
                      <a:pt x="51" y="57"/>
                      <a:pt x="51" y="57"/>
                      <a:pt x="51" y="57"/>
                    </a:cubicBezTo>
                    <a:cubicBezTo>
                      <a:pt x="57" y="50"/>
                      <a:pt x="57" y="50"/>
                      <a:pt x="57" y="50"/>
                    </a:cubicBezTo>
                    <a:cubicBezTo>
                      <a:pt x="57" y="50"/>
                      <a:pt x="57" y="51"/>
                      <a:pt x="57" y="52"/>
                    </a:cubicBezTo>
                    <a:cubicBezTo>
                      <a:pt x="58" y="56"/>
                      <a:pt x="56" y="60"/>
                      <a:pt x="5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12BE31B0-1AA8-4492-AB49-A8DBCF5865D2}"/>
                  </a:ext>
                </a:extLst>
              </p:cNvPr>
              <p:cNvSpPr/>
              <p:nvPr/>
            </p:nvSpPr>
            <p:spPr bwMode="auto">
              <a:xfrm>
                <a:off x="9763500" y="2679215"/>
                <a:ext cx="340574" cy="340575"/>
              </a:xfrm>
              <a:custGeom>
                <a:avLst/>
                <a:gdLst>
                  <a:gd name="T0" fmla="*/ 90 w 107"/>
                  <a:gd name="T1" fmla="*/ 74 h 107"/>
                  <a:gd name="T2" fmla="*/ 78 w 107"/>
                  <a:gd name="T3" fmla="*/ 79 h 107"/>
                  <a:gd name="T4" fmla="*/ 33 w 107"/>
                  <a:gd name="T5" fmla="*/ 56 h 107"/>
                  <a:gd name="T6" fmla="*/ 34 w 107"/>
                  <a:gd name="T7" fmla="*/ 54 h 107"/>
                  <a:gd name="T8" fmla="*/ 33 w 107"/>
                  <a:gd name="T9" fmla="*/ 51 h 107"/>
                  <a:gd name="T10" fmla="*/ 78 w 107"/>
                  <a:gd name="T11" fmla="*/ 29 h 107"/>
                  <a:gd name="T12" fmla="*/ 90 w 107"/>
                  <a:gd name="T13" fmla="*/ 34 h 107"/>
                  <a:gd name="T14" fmla="*/ 107 w 107"/>
                  <a:gd name="T15" fmla="*/ 17 h 107"/>
                  <a:gd name="T16" fmla="*/ 90 w 107"/>
                  <a:gd name="T17" fmla="*/ 0 h 107"/>
                  <a:gd name="T18" fmla="*/ 74 w 107"/>
                  <a:gd name="T19" fmla="*/ 17 h 107"/>
                  <a:gd name="T20" fmla="*/ 74 w 107"/>
                  <a:gd name="T21" fmla="*/ 20 h 107"/>
                  <a:gd name="T22" fmla="*/ 29 w 107"/>
                  <a:gd name="T23" fmla="*/ 42 h 107"/>
                  <a:gd name="T24" fmla="*/ 17 w 107"/>
                  <a:gd name="T25" fmla="*/ 37 h 107"/>
                  <a:gd name="T26" fmla="*/ 0 w 107"/>
                  <a:gd name="T27" fmla="*/ 54 h 107"/>
                  <a:gd name="T28" fmla="*/ 17 w 107"/>
                  <a:gd name="T29" fmla="*/ 70 h 107"/>
                  <a:gd name="T30" fmla="*/ 29 w 107"/>
                  <a:gd name="T31" fmla="*/ 65 h 107"/>
                  <a:gd name="T32" fmla="*/ 74 w 107"/>
                  <a:gd name="T33" fmla="*/ 88 h 107"/>
                  <a:gd name="T34" fmla="*/ 74 w 107"/>
                  <a:gd name="T35" fmla="*/ 90 h 107"/>
                  <a:gd name="T36" fmla="*/ 90 w 107"/>
                  <a:gd name="T37" fmla="*/ 107 h 107"/>
                  <a:gd name="T38" fmla="*/ 107 w 107"/>
                  <a:gd name="T39" fmla="*/ 90 h 107"/>
                  <a:gd name="T40" fmla="*/ 90 w 107"/>
                  <a:gd name="T41" fmla="*/ 7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7" h="107">
                    <a:moveTo>
                      <a:pt x="90" y="74"/>
                    </a:moveTo>
                    <a:cubicBezTo>
                      <a:pt x="86" y="74"/>
                      <a:pt x="81" y="76"/>
                      <a:pt x="78" y="79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4" y="56"/>
                      <a:pt x="34" y="55"/>
                      <a:pt x="34" y="54"/>
                    </a:cubicBezTo>
                    <a:cubicBezTo>
                      <a:pt x="34" y="53"/>
                      <a:pt x="34" y="52"/>
                      <a:pt x="33" y="51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81" y="32"/>
                      <a:pt x="86" y="34"/>
                      <a:pt x="90" y="34"/>
                    </a:cubicBezTo>
                    <a:cubicBezTo>
                      <a:pt x="100" y="34"/>
                      <a:pt x="107" y="26"/>
                      <a:pt x="107" y="17"/>
                    </a:cubicBezTo>
                    <a:cubicBezTo>
                      <a:pt x="107" y="8"/>
                      <a:pt x="100" y="0"/>
                      <a:pt x="90" y="0"/>
                    </a:cubicBezTo>
                    <a:cubicBezTo>
                      <a:pt x="81" y="0"/>
                      <a:pt x="74" y="8"/>
                      <a:pt x="74" y="17"/>
                    </a:cubicBezTo>
                    <a:cubicBezTo>
                      <a:pt x="74" y="18"/>
                      <a:pt x="74" y="19"/>
                      <a:pt x="74" y="20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26" y="39"/>
                      <a:pt x="22" y="37"/>
                      <a:pt x="17" y="37"/>
                    </a:cubicBezTo>
                    <a:cubicBezTo>
                      <a:pt x="8" y="37"/>
                      <a:pt x="0" y="45"/>
                      <a:pt x="0" y="54"/>
                    </a:cubicBezTo>
                    <a:cubicBezTo>
                      <a:pt x="0" y="63"/>
                      <a:pt x="8" y="70"/>
                      <a:pt x="17" y="70"/>
                    </a:cubicBezTo>
                    <a:cubicBezTo>
                      <a:pt x="22" y="70"/>
                      <a:pt x="26" y="68"/>
                      <a:pt x="29" y="65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74" y="89"/>
                      <a:pt x="74" y="90"/>
                      <a:pt x="74" y="90"/>
                    </a:cubicBezTo>
                    <a:cubicBezTo>
                      <a:pt x="74" y="100"/>
                      <a:pt x="81" y="107"/>
                      <a:pt x="90" y="107"/>
                    </a:cubicBezTo>
                    <a:cubicBezTo>
                      <a:pt x="100" y="107"/>
                      <a:pt x="107" y="100"/>
                      <a:pt x="107" y="90"/>
                    </a:cubicBezTo>
                    <a:cubicBezTo>
                      <a:pt x="107" y="81"/>
                      <a:pt x="100" y="74"/>
                      <a:pt x="90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54E9B98F-829B-4831-B96C-6A3FCCE29A73}"/>
                  </a:ext>
                </a:extLst>
              </p:cNvPr>
              <p:cNvSpPr/>
              <p:nvPr/>
            </p:nvSpPr>
            <p:spPr bwMode="auto">
              <a:xfrm>
                <a:off x="9875067" y="1874752"/>
                <a:ext cx="324916" cy="352320"/>
              </a:xfrm>
              <a:custGeom>
                <a:avLst/>
                <a:gdLst>
                  <a:gd name="T0" fmla="*/ 13 w 102"/>
                  <a:gd name="T1" fmla="*/ 100 h 110"/>
                  <a:gd name="T2" fmla="*/ 24 w 102"/>
                  <a:gd name="T3" fmla="*/ 110 h 110"/>
                  <a:gd name="T4" fmla="*/ 34 w 102"/>
                  <a:gd name="T5" fmla="*/ 100 h 110"/>
                  <a:gd name="T6" fmla="*/ 34 w 102"/>
                  <a:gd name="T7" fmla="*/ 100 h 110"/>
                  <a:gd name="T8" fmla="*/ 24 w 102"/>
                  <a:gd name="T9" fmla="*/ 89 h 110"/>
                  <a:gd name="T10" fmla="*/ 13 w 102"/>
                  <a:gd name="T11" fmla="*/ 100 h 110"/>
                  <a:gd name="T12" fmla="*/ 82 w 102"/>
                  <a:gd name="T13" fmla="*/ 100 h 110"/>
                  <a:gd name="T14" fmla="*/ 92 w 102"/>
                  <a:gd name="T15" fmla="*/ 110 h 110"/>
                  <a:gd name="T16" fmla="*/ 102 w 102"/>
                  <a:gd name="T17" fmla="*/ 100 h 110"/>
                  <a:gd name="T18" fmla="*/ 102 w 102"/>
                  <a:gd name="T19" fmla="*/ 100 h 110"/>
                  <a:gd name="T20" fmla="*/ 92 w 102"/>
                  <a:gd name="T21" fmla="*/ 89 h 110"/>
                  <a:gd name="T22" fmla="*/ 82 w 102"/>
                  <a:gd name="T23" fmla="*/ 100 h 110"/>
                  <a:gd name="T24" fmla="*/ 102 w 102"/>
                  <a:gd name="T25" fmla="*/ 55 h 110"/>
                  <a:gd name="T26" fmla="*/ 102 w 102"/>
                  <a:gd name="T27" fmla="*/ 14 h 110"/>
                  <a:gd name="T28" fmla="*/ 13 w 102"/>
                  <a:gd name="T29" fmla="*/ 14 h 110"/>
                  <a:gd name="T30" fmla="*/ 0 w 102"/>
                  <a:gd name="T31" fmla="*/ 0 h 110"/>
                  <a:gd name="T32" fmla="*/ 0 w 102"/>
                  <a:gd name="T33" fmla="*/ 7 h 110"/>
                  <a:gd name="T34" fmla="*/ 7 w 102"/>
                  <a:gd name="T35" fmla="*/ 14 h 110"/>
                  <a:gd name="T36" fmla="*/ 12 w 102"/>
                  <a:gd name="T37" fmla="*/ 58 h 110"/>
                  <a:gd name="T38" fmla="*/ 7 w 102"/>
                  <a:gd name="T39" fmla="*/ 69 h 110"/>
                  <a:gd name="T40" fmla="*/ 20 w 102"/>
                  <a:gd name="T41" fmla="*/ 82 h 110"/>
                  <a:gd name="T42" fmla="*/ 102 w 102"/>
                  <a:gd name="T43" fmla="*/ 82 h 110"/>
                  <a:gd name="T44" fmla="*/ 102 w 102"/>
                  <a:gd name="T45" fmla="*/ 76 h 110"/>
                  <a:gd name="T46" fmla="*/ 20 w 102"/>
                  <a:gd name="T47" fmla="*/ 76 h 110"/>
                  <a:gd name="T48" fmla="*/ 13 w 102"/>
                  <a:gd name="T49" fmla="*/ 69 h 110"/>
                  <a:gd name="T50" fmla="*/ 13 w 102"/>
                  <a:gd name="T51" fmla="*/ 69 h 110"/>
                  <a:gd name="T52" fmla="*/ 102 w 102"/>
                  <a:gd name="T53" fmla="*/ 5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2" h="110">
                    <a:moveTo>
                      <a:pt x="13" y="100"/>
                    </a:moveTo>
                    <a:cubicBezTo>
                      <a:pt x="13" y="105"/>
                      <a:pt x="18" y="110"/>
                      <a:pt x="24" y="110"/>
                    </a:cubicBezTo>
                    <a:cubicBezTo>
                      <a:pt x="29" y="110"/>
                      <a:pt x="34" y="105"/>
                      <a:pt x="34" y="100"/>
                    </a:cubicBezTo>
                    <a:cubicBezTo>
                      <a:pt x="34" y="100"/>
                      <a:pt x="34" y="100"/>
                      <a:pt x="34" y="100"/>
                    </a:cubicBezTo>
                    <a:cubicBezTo>
                      <a:pt x="34" y="94"/>
                      <a:pt x="29" y="89"/>
                      <a:pt x="24" y="89"/>
                    </a:cubicBezTo>
                    <a:cubicBezTo>
                      <a:pt x="18" y="89"/>
                      <a:pt x="13" y="94"/>
                      <a:pt x="13" y="100"/>
                    </a:cubicBezTo>
                    <a:close/>
                    <a:moveTo>
                      <a:pt x="82" y="100"/>
                    </a:moveTo>
                    <a:cubicBezTo>
                      <a:pt x="82" y="105"/>
                      <a:pt x="86" y="110"/>
                      <a:pt x="92" y="110"/>
                    </a:cubicBezTo>
                    <a:cubicBezTo>
                      <a:pt x="98" y="110"/>
                      <a:pt x="102" y="105"/>
                      <a:pt x="102" y="100"/>
                    </a:cubicBezTo>
                    <a:cubicBezTo>
                      <a:pt x="102" y="100"/>
                      <a:pt x="102" y="100"/>
                      <a:pt x="102" y="100"/>
                    </a:cubicBezTo>
                    <a:cubicBezTo>
                      <a:pt x="102" y="94"/>
                      <a:pt x="98" y="89"/>
                      <a:pt x="92" y="89"/>
                    </a:cubicBezTo>
                    <a:cubicBezTo>
                      <a:pt x="86" y="89"/>
                      <a:pt x="82" y="94"/>
                      <a:pt x="82" y="100"/>
                    </a:cubicBezTo>
                    <a:close/>
                    <a:moveTo>
                      <a:pt x="102" y="55"/>
                    </a:moveTo>
                    <a:cubicBezTo>
                      <a:pt x="102" y="14"/>
                      <a:pt x="102" y="14"/>
                      <a:pt x="102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6"/>
                      <a:pt x="7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7"/>
                      <a:pt x="7" y="10"/>
                      <a:pt x="7" y="14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9" y="61"/>
                      <a:pt x="7" y="64"/>
                      <a:pt x="7" y="69"/>
                    </a:cubicBezTo>
                    <a:cubicBezTo>
                      <a:pt x="7" y="76"/>
                      <a:pt x="13" y="82"/>
                      <a:pt x="20" y="82"/>
                    </a:cubicBezTo>
                    <a:cubicBezTo>
                      <a:pt x="102" y="82"/>
                      <a:pt x="102" y="82"/>
                      <a:pt x="102" y="82"/>
                    </a:cubicBezTo>
                    <a:cubicBezTo>
                      <a:pt x="102" y="76"/>
                      <a:pt x="102" y="76"/>
                      <a:pt x="102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16" y="76"/>
                      <a:pt x="13" y="73"/>
                      <a:pt x="13" y="69"/>
                    </a:cubicBezTo>
                    <a:cubicBezTo>
                      <a:pt x="13" y="69"/>
                      <a:pt x="13" y="69"/>
                      <a:pt x="13" y="69"/>
                    </a:cubicBezTo>
                    <a:lnTo>
                      <a:pt x="102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E980880B-0703-45CB-8B12-3D054E445B3A}"/>
                  </a:ext>
                </a:extLst>
              </p:cNvPr>
              <p:cNvSpPr/>
              <p:nvPr/>
            </p:nvSpPr>
            <p:spPr bwMode="auto">
              <a:xfrm>
                <a:off x="9965105" y="1600726"/>
                <a:ext cx="274026" cy="268154"/>
              </a:xfrm>
              <a:custGeom>
                <a:avLst/>
                <a:gdLst>
                  <a:gd name="T0" fmla="*/ 82 w 86"/>
                  <a:gd name="T1" fmla="*/ 47 h 84"/>
                  <a:gd name="T2" fmla="*/ 82 w 86"/>
                  <a:gd name="T3" fmla="*/ 42 h 84"/>
                  <a:gd name="T4" fmla="*/ 43 w 86"/>
                  <a:gd name="T5" fmla="*/ 3 h 84"/>
                  <a:gd name="T6" fmla="*/ 36 w 86"/>
                  <a:gd name="T7" fmla="*/ 4 h 84"/>
                  <a:gd name="T8" fmla="*/ 24 w 86"/>
                  <a:gd name="T9" fmla="*/ 0 h 84"/>
                  <a:gd name="T10" fmla="*/ 0 w 86"/>
                  <a:gd name="T11" fmla="*/ 23 h 84"/>
                  <a:gd name="T12" fmla="*/ 4 w 86"/>
                  <a:gd name="T13" fmla="*/ 36 h 84"/>
                  <a:gd name="T14" fmla="*/ 4 w 86"/>
                  <a:gd name="T15" fmla="*/ 42 h 84"/>
                  <a:gd name="T16" fmla="*/ 43 w 86"/>
                  <a:gd name="T17" fmla="*/ 81 h 84"/>
                  <a:gd name="T18" fmla="*/ 50 w 86"/>
                  <a:gd name="T19" fmla="*/ 80 h 84"/>
                  <a:gd name="T20" fmla="*/ 62 w 86"/>
                  <a:gd name="T21" fmla="*/ 84 h 84"/>
                  <a:gd name="T22" fmla="*/ 86 w 86"/>
                  <a:gd name="T23" fmla="*/ 61 h 84"/>
                  <a:gd name="T24" fmla="*/ 82 w 86"/>
                  <a:gd name="T25" fmla="*/ 47 h 84"/>
                  <a:gd name="T26" fmla="*/ 46 w 86"/>
                  <a:gd name="T27" fmla="*/ 71 h 84"/>
                  <a:gd name="T28" fmla="*/ 23 w 86"/>
                  <a:gd name="T29" fmla="*/ 64 h 84"/>
                  <a:gd name="T30" fmla="*/ 24 w 86"/>
                  <a:gd name="T31" fmla="*/ 51 h 84"/>
                  <a:gd name="T32" fmla="*/ 34 w 86"/>
                  <a:gd name="T33" fmla="*/ 59 h 84"/>
                  <a:gd name="T34" fmla="*/ 52 w 86"/>
                  <a:gd name="T35" fmla="*/ 58 h 84"/>
                  <a:gd name="T36" fmla="*/ 41 w 86"/>
                  <a:gd name="T37" fmla="*/ 47 h 84"/>
                  <a:gd name="T38" fmla="*/ 20 w 86"/>
                  <a:gd name="T39" fmla="*/ 30 h 84"/>
                  <a:gd name="T40" fmla="*/ 37 w 86"/>
                  <a:gd name="T41" fmla="*/ 13 h 84"/>
                  <a:gd name="T42" fmla="*/ 61 w 86"/>
                  <a:gd name="T43" fmla="*/ 19 h 84"/>
                  <a:gd name="T44" fmla="*/ 59 w 86"/>
                  <a:gd name="T45" fmla="*/ 31 h 84"/>
                  <a:gd name="T46" fmla="*/ 42 w 86"/>
                  <a:gd name="T47" fmla="*/ 22 h 84"/>
                  <a:gd name="T48" fmla="*/ 38 w 86"/>
                  <a:gd name="T49" fmla="*/ 35 h 84"/>
                  <a:gd name="T50" fmla="*/ 66 w 86"/>
                  <a:gd name="T51" fmla="*/ 49 h 84"/>
                  <a:gd name="T52" fmla="*/ 46 w 86"/>
                  <a:gd name="T53" fmla="*/ 7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6" h="84">
                    <a:moveTo>
                      <a:pt x="82" y="47"/>
                    </a:moveTo>
                    <a:cubicBezTo>
                      <a:pt x="82" y="46"/>
                      <a:pt x="82" y="44"/>
                      <a:pt x="82" y="42"/>
                    </a:cubicBezTo>
                    <a:cubicBezTo>
                      <a:pt x="82" y="21"/>
                      <a:pt x="64" y="3"/>
                      <a:pt x="43" y="3"/>
                    </a:cubicBezTo>
                    <a:cubicBezTo>
                      <a:pt x="41" y="3"/>
                      <a:pt x="39" y="3"/>
                      <a:pt x="36" y="4"/>
                    </a:cubicBezTo>
                    <a:cubicBezTo>
                      <a:pt x="33" y="1"/>
                      <a:pt x="28" y="0"/>
                      <a:pt x="24" y="0"/>
                    </a:cubicBezTo>
                    <a:cubicBezTo>
                      <a:pt x="11" y="0"/>
                      <a:pt x="0" y="10"/>
                      <a:pt x="0" y="23"/>
                    </a:cubicBezTo>
                    <a:cubicBezTo>
                      <a:pt x="0" y="28"/>
                      <a:pt x="2" y="32"/>
                      <a:pt x="4" y="36"/>
                    </a:cubicBezTo>
                    <a:cubicBezTo>
                      <a:pt x="4" y="38"/>
                      <a:pt x="4" y="40"/>
                      <a:pt x="4" y="42"/>
                    </a:cubicBezTo>
                    <a:cubicBezTo>
                      <a:pt x="4" y="64"/>
                      <a:pt x="21" y="81"/>
                      <a:pt x="43" y="81"/>
                    </a:cubicBezTo>
                    <a:cubicBezTo>
                      <a:pt x="45" y="81"/>
                      <a:pt x="48" y="81"/>
                      <a:pt x="50" y="80"/>
                    </a:cubicBezTo>
                    <a:cubicBezTo>
                      <a:pt x="54" y="83"/>
                      <a:pt x="58" y="84"/>
                      <a:pt x="62" y="84"/>
                    </a:cubicBezTo>
                    <a:cubicBezTo>
                      <a:pt x="75" y="84"/>
                      <a:pt x="86" y="73"/>
                      <a:pt x="86" y="61"/>
                    </a:cubicBezTo>
                    <a:cubicBezTo>
                      <a:pt x="86" y="56"/>
                      <a:pt x="84" y="51"/>
                      <a:pt x="82" y="47"/>
                    </a:cubicBezTo>
                    <a:close/>
                    <a:moveTo>
                      <a:pt x="46" y="71"/>
                    </a:moveTo>
                    <a:cubicBezTo>
                      <a:pt x="34" y="71"/>
                      <a:pt x="28" y="69"/>
                      <a:pt x="23" y="64"/>
                    </a:cubicBezTo>
                    <a:cubicBezTo>
                      <a:pt x="17" y="58"/>
                      <a:pt x="19" y="52"/>
                      <a:pt x="24" y="51"/>
                    </a:cubicBezTo>
                    <a:cubicBezTo>
                      <a:pt x="29" y="51"/>
                      <a:pt x="32" y="57"/>
                      <a:pt x="34" y="59"/>
                    </a:cubicBezTo>
                    <a:cubicBezTo>
                      <a:pt x="37" y="60"/>
                      <a:pt x="47" y="64"/>
                      <a:pt x="52" y="58"/>
                    </a:cubicBezTo>
                    <a:cubicBezTo>
                      <a:pt x="58" y="51"/>
                      <a:pt x="48" y="48"/>
                      <a:pt x="41" y="47"/>
                    </a:cubicBezTo>
                    <a:cubicBezTo>
                      <a:pt x="32" y="46"/>
                      <a:pt x="19" y="40"/>
                      <a:pt x="20" y="30"/>
                    </a:cubicBezTo>
                    <a:cubicBezTo>
                      <a:pt x="21" y="19"/>
                      <a:pt x="29" y="14"/>
                      <a:pt x="37" y="13"/>
                    </a:cubicBezTo>
                    <a:cubicBezTo>
                      <a:pt x="48" y="12"/>
                      <a:pt x="55" y="15"/>
                      <a:pt x="61" y="19"/>
                    </a:cubicBezTo>
                    <a:cubicBezTo>
                      <a:pt x="67" y="25"/>
                      <a:pt x="63" y="31"/>
                      <a:pt x="59" y="31"/>
                    </a:cubicBezTo>
                    <a:cubicBezTo>
                      <a:pt x="55" y="32"/>
                      <a:pt x="51" y="22"/>
                      <a:pt x="42" y="22"/>
                    </a:cubicBezTo>
                    <a:cubicBezTo>
                      <a:pt x="33" y="22"/>
                      <a:pt x="27" y="32"/>
                      <a:pt x="38" y="35"/>
                    </a:cubicBezTo>
                    <a:cubicBezTo>
                      <a:pt x="49" y="37"/>
                      <a:pt x="61" y="38"/>
                      <a:pt x="66" y="49"/>
                    </a:cubicBezTo>
                    <a:cubicBezTo>
                      <a:pt x="70" y="59"/>
                      <a:pt x="59" y="70"/>
                      <a:pt x="46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DAC5B241-2DAA-4E79-B391-6E34A09D0F80}"/>
                  </a:ext>
                </a:extLst>
              </p:cNvPr>
              <p:cNvSpPr/>
              <p:nvPr/>
            </p:nvSpPr>
            <p:spPr bwMode="auto">
              <a:xfrm>
                <a:off x="10082545" y="1367801"/>
                <a:ext cx="152672" cy="199649"/>
              </a:xfrm>
              <a:custGeom>
                <a:avLst/>
                <a:gdLst>
                  <a:gd name="T0" fmla="*/ 42 w 48"/>
                  <a:gd name="T1" fmla="*/ 8 h 63"/>
                  <a:gd name="T2" fmla="*/ 6 w 48"/>
                  <a:gd name="T3" fmla="*/ 8 h 63"/>
                  <a:gd name="T4" fmla="*/ 0 w 48"/>
                  <a:gd name="T5" fmla="*/ 14 h 63"/>
                  <a:gd name="T6" fmla="*/ 0 w 48"/>
                  <a:gd name="T7" fmla="*/ 16 h 63"/>
                  <a:gd name="T8" fmla="*/ 48 w 48"/>
                  <a:gd name="T9" fmla="*/ 16 h 63"/>
                  <a:gd name="T10" fmla="*/ 48 w 48"/>
                  <a:gd name="T11" fmla="*/ 14 h 63"/>
                  <a:gd name="T12" fmla="*/ 42 w 48"/>
                  <a:gd name="T13" fmla="*/ 8 h 63"/>
                  <a:gd name="T14" fmla="*/ 31 w 48"/>
                  <a:gd name="T15" fmla="*/ 4 h 63"/>
                  <a:gd name="T16" fmla="*/ 32 w 48"/>
                  <a:gd name="T17" fmla="*/ 10 h 63"/>
                  <a:gd name="T18" fmla="*/ 16 w 48"/>
                  <a:gd name="T19" fmla="*/ 10 h 63"/>
                  <a:gd name="T20" fmla="*/ 17 w 48"/>
                  <a:gd name="T21" fmla="*/ 4 h 63"/>
                  <a:gd name="T22" fmla="*/ 31 w 48"/>
                  <a:gd name="T23" fmla="*/ 4 h 63"/>
                  <a:gd name="T24" fmla="*/ 32 w 48"/>
                  <a:gd name="T25" fmla="*/ 0 h 63"/>
                  <a:gd name="T26" fmla="*/ 16 w 48"/>
                  <a:gd name="T27" fmla="*/ 0 h 63"/>
                  <a:gd name="T28" fmla="*/ 13 w 48"/>
                  <a:gd name="T29" fmla="*/ 3 h 63"/>
                  <a:gd name="T30" fmla="*/ 12 w 48"/>
                  <a:gd name="T31" fmla="*/ 11 h 63"/>
                  <a:gd name="T32" fmla="*/ 14 w 48"/>
                  <a:gd name="T33" fmla="*/ 14 h 63"/>
                  <a:gd name="T34" fmla="*/ 34 w 48"/>
                  <a:gd name="T35" fmla="*/ 14 h 63"/>
                  <a:gd name="T36" fmla="*/ 36 w 48"/>
                  <a:gd name="T37" fmla="*/ 11 h 63"/>
                  <a:gd name="T38" fmla="*/ 35 w 48"/>
                  <a:gd name="T39" fmla="*/ 3 h 63"/>
                  <a:gd name="T40" fmla="*/ 32 w 48"/>
                  <a:gd name="T41" fmla="*/ 0 h 63"/>
                  <a:gd name="T42" fmla="*/ 43 w 48"/>
                  <a:gd name="T43" fmla="*/ 20 h 63"/>
                  <a:gd name="T44" fmla="*/ 5 w 48"/>
                  <a:gd name="T45" fmla="*/ 20 h 63"/>
                  <a:gd name="T46" fmla="*/ 2 w 48"/>
                  <a:gd name="T47" fmla="*/ 24 h 63"/>
                  <a:gd name="T48" fmla="*/ 5 w 48"/>
                  <a:gd name="T49" fmla="*/ 59 h 63"/>
                  <a:gd name="T50" fmla="*/ 9 w 48"/>
                  <a:gd name="T51" fmla="*/ 63 h 63"/>
                  <a:gd name="T52" fmla="*/ 39 w 48"/>
                  <a:gd name="T53" fmla="*/ 63 h 63"/>
                  <a:gd name="T54" fmla="*/ 43 w 48"/>
                  <a:gd name="T55" fmla="*/ 59 h 63"/>
                  <a:gd name="T56" fmla="*/ 46 w 48"/>
                  <a:gd name="T57" fmla="*/ 24 h 63"/>
                  <a:gd name="T58" fmla="*/ 43 w 48"/>
                  <a:gd name="T59" fmla="*/ 20 h 63"/>
                  <a:gd name="T60" fmla="*/ 16 w 48"/>
                  <a:gd name="T61" fmla="*/ 55 h 63"/>
                  <a:gd name="T62" fmla="*/ 10 w 48"/>
                  <a:gd name="T63" fmla="*/ 55 h 63"/>
                  <a:gd name="T64" fmla="*/ 8 w 48"/>
                  <a:gd name="T65" fmla="*/ 28 h 63"/>
                  <a:gd name="T66" fmla="*/ 16 w 48"/>
                  <a:gd name="T67" fmla="*/ 28 h 63"/>
                  <a:gd name="T68" fmla="*/ 16 w 48"/>
                  <a:gd name="T69" fmla="*/ 55 h 63"/>
                  <a:gd name="T70" fmla="*/ 28 w 48"/>
                  <a:gd name="T71" fmla="*/ 55 h 63"/>
                  <a:gd name="T72" fmla="*/ 20 w 48"/>
                  <a:gd name="T73" fmla="*/ 55 h 63"/>
                  <a:gd name="T74" fmla="*/ 20 w 48"/>
                  <a:gd name="T75" fmla="*/ 28 h 63"/>
                  <a:gd name="T76" fmla="*/ 28 w 48"/>
                  <a:gd name="T77" fmla="*/ 28 h 63"/>
                  <a:gd name="T78" fmla="*/ 28 w 48"/>
                  <a:gd name="T79" fmla="*/ 55 h 63"/>
                  <a:gd name="T80" fmla="*/ 38 w 48"/>
                  <a:gd name="T81" fmla="*/ 55 h 63"/>
                  <a:gd name="T82" fmla="*/ 32 w 48"/>
                  <a:gd name="T83" fmla="*/ 55 h 63"/>
                  <a:gd name="T84" fmla="*/ 32 w 48"/>
                  <a:gd name="T85" fmla="*/ 28 h 63"/>
                  <a:gd name="T86" fmla="*/ 40 w 48"/>
                  <a:gd name="T87" fmla="*/ 28 h 63"/>
                  <a:gd name="T88" fmla="*/ 38 w 48"/>
                  <a:gd name="T89" fmla="*/ 55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8" h="63">
                    <a:moveTo>
                      <a:pt x="42" y="8"/>
                    </a:moveTo>
                    <a:cubicBezTo>
                      <a:pt x="6" y="8"/>
                      <a:pt x="6" y="8"/>
                      <a:pt x="6" y="8"/>
                    </a:cubicBezTo>
                    <a:cubicBezTo>
                      <a:pt x="3" y="8"/>
                      <a:pt x="0" y="11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1"/>
                      <a:pt x="45" y="8"/>
                      <a:pt x="42" y="8"/>
                    </a:cubicBezTo>
                    <a:close/>
                    <a:moveTo>
                      <a:pt x="31" y="4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31" y="4"/>
                      <a:pt x="31" y="4"/>
                      <a:pt x="31" y="4"/>
                    </a:cubicBezTo>
                    <a:moveTo>
                      <a:pt x="32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3" y="1"/>
                      <a:pt x="13" y="3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1" y="13"/>
                      <a:pt x="13" y="14"/>
                      <a:pt x="1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6" y="14"/>
                      <a:pt x="37" y="13"/>
                      <a:pt x="36" y="11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1"/>
                      <a:pt x="34" y="0"/>
                      <a:pt x="32" y="0"/>
                    </a:cubicBezTo>
                    <a:close/>
                    <a:moveTo>
                      <a:pt x="43" y="20"/>
                    </a:moveTo>
                    <a:cubicBezTo>
                      <a:pt x="5" y="20"/>
                      <a:pt x="5" y="20"/>
                      <a:pt x="5" y="20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5" y="61"/>
                      <a:pt x="7" y="63"/>
                      <a:pt x="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41" y="63"/>
                      <a:pt x="43" y="61"/>
                      <a:pt x="43" y="59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7" y="22"/>
                      <a:pt x="45" y="20"/>
                      <a:pt x="43" y="20"/>
                    </a:cubicBezTo>
                    <a:close/>
                    <a:moveTo>
                      <a:pt x="16" y="55"/>
                    </a:moveTo>
                    <a:cubicBezTo>
                      <a:pt x="10" y="55"/>
                      <a:pt x="10" y="55"/>
                      <a:pt x="10" y="55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6" y="28"/>
                      <a:pt x="16" y="28"/>
                      <a:pt x="16" y="28"/>
                    </a:cubicBezTo>
                    <a:lnTo>
                      <a:pt x="16" y="55"/>
                    </a:lnTo>
                    <a:close/>
                    <a:moveTo>
                      <a:pt x="28" y="55"/>
                    </a:moveTo>
                    <a:cubicBezTo>
                      <a:pt x="20" y="55"/>
                      <a:pt x="20" y="55"/>
                      <a:pt x="20" y="5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8" y="28"/>
                      <a:pt x="28" y="28"/>
                      <a:pt x="28" y="28"/>
                    </a:cubicBezTo>
                    <a:lnTo>
                      <a:pt x="28" y="55"/>
                    </a:lnTo>
                    <a:close/>
                    <a:moveTo>
                      <a:pt x="38" y="55"/>
                    </a:moveTo>
                    <a:cubicBezTo>
                      <a:pt x="32" y="55"/>
                      <a:pt x="32" y="55"/>
                      <a:pt x="32" y="55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40" y="28"/>
                      <a:pt x="40" y="28"/>
                      <a:pt x="40" y="28"/>
                    </a:cubicBez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7E576DFA-5B02-402F-93E5-E0D4C2C158AB}"/>
                  </a:ext>
                </a:extLst>
              </p:cNvPr>
              <p:cNvSpPr/>
              <p:nvPr/>
            </p:nvSpPr>
            <p:spPr bwMode="auto">
              <a:xfrm>
                <a:off x="9634317" y="3002175"/>
                <a:ext cx="416912" cy="418868"/>
              </a:xfrm>
              <a:custGeom>
                <a:avLst/>
                <a:gdLst>
                  <a:gd name="T0" fmla="*/ 65 w 130"/>
                  <a:gd name="T1" fmla="*/ 0 h 131"/>
                  <a:gd name="T2" fmla="*/ 0 w 130"/>
                  <a:gd name="T3" fmla="*/ 65 h 131"/>
                  <a:gd name="T4" fmla="*/ 65 w 130"/>
                  <a:gd name="T5" fmla="*/ 131 h 131"/>
                  <a:gd name="T6" fmla="*/ 130 w 130"/>
                  <a:gd name="T7" fmla="*/ 65 h 131"/>
                  <a:gd name="T8" fmla="*/ 65 w 130"/>
                  <a:gd name="T9" fmla="*/ 0 h 131"/>
                  <a:gd name="T10" fmla="*/ 65 w 130"/>
                  <a:gd name="T11" fmla="*/ 114 h 131"/>
                  <a:gd name="T12" fmla="*/ 16 w 130"/>
                  <a:gd name="T13" fmla="*/ 65 h 131"/>
                  <a:gd name="T14" fmla="*/ 65 w 130"/>
                  <a:gd name="T15" fmla="*/ 17 h 131"/>
                  <a:gd name="T16" fmla="*/ 114 w 130"/>
                  <a:gd name="T17" fmla="*/ 65 h 131"/>
                  <a:gd name="T18" fmla="*/ 65 w 130"/>
                  <a:gd name="T19" fmla="*/ 114 h 131"/>
                  <a:gd name="T20" fmla="*/ 40 w 130"/>
                  <a:gd name="T21" fmla="*/ 65 h 131"/>
                  <a:gd name="T22" fmla="*/ 65 w 130"/>
                  <a:gd name="T23" fmla="*/ 90 h 131"/>
                  <a:gd name="T24" fmla="*/ 89 w 130"/>
                  <a:gd name="T25" fmla="*/ 65 h 131"/>
                  <a:gd name="T26" fmla="*/ 65 w 130"/>
                  <a:gd name="T27" fmla="*/ 41 h 131"/>
                  <a:gd name="T28" fmla="*/ 40 w 130"/>
                  <a:gd name="T29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0" h="131">
                    <a:moveTo>
                      <a:pt x="65" y="0"/>
                    </a:moveTo>
                    <a:cubicBezTo>
                      <a:pt x="29" y="0"/>
                      <a:pt x="0" y="29"/>
                      <a:pt x="0" y="65"/>
                    </a:cubicBezTo>
                    <a:cubicBezTo>
                      <a:pt x="0" y="101"/>
                      <a:pt x="29" y="131"/>
                      <a:pt x="65" y="131"/>
                    </a:cubicBezTo>
                    <a:cubicBezTo>
                      <a:pt x="101" y="131"/>
                      <a:pt x="130" y="101"/>
                      <a:pt x="130" y="65"/>
                    </a:cubicBezTo>
                    <a:cubicBezTo>
                      <a:pt x="130" y="29"/>
                      <a:pt x="101" y="0"/>
                      <a:pt x="65" y="0"/>
                    </a:cubicBezTo>
                    <a:close/>
                    <a:moveTo>
                      <a:pt x="65" y="114"/>
                    </a:moveTo>
                    <a:cubicBezTo>
                      <a:pt x="38" y="114"/>
                      <a:pt x="16" y="92"/>
                      <a:pt x="16" y="65"/>
                    </a:cubicBezTo>
                    <a:cubicBezTo>
                      <a:pt x="16" y="38"/>
                      <a:pt x="38" y="17"/>
                      <a:pt x="65" y="17"/>
                    </a:cubicBezTo>
                    <a:cubicBezTo>
                      <a:pt x="92" y="17"/>
                      <a:pt x="114" y="38"/>
                      <a:pt x="114" y="65"/>
                    </a:cubicBezTo>
                    <a:cubicBezTo>
                      <a:pt x="114" y="92"/>
                      <a:pt x="92" y="114"/>
                      <a:pt x="65" y="114"/>
                    </a:cubicBezTo>
                    <a:close/>
                    <a:moveTo>
                      <a:pt x="40" y="65"/>
                    </a:moveTo>
                    <a:cubicBezTo>
                      <a:pt x="40" y="79"/>
                      <a:pt x="51" y="90"/>
                      <a:pt x="65" y="90"/>
                    </a:cubicBezTo>
                    <a:cubicBezTo>
                      <a:pt x="78" y="90"/>
                      <a:pt x="89" y="79"/>
                      <a:pt x="89" y="65"/>
                    </a:cubicBezTo>
                    <a:cubicBezTo>
                      <a:pt x="89" y="52"/>
                      <a:pt x="78" y="41"/>
                      <a:pt x="65" y="41"/>
                    </a:cubicBezTo>
                    <a:cubicBezTo>
                      <a:pt x="51" y="41"/>
                      <a:pt x="40" y="52"/>
                      <a:pt x="4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CE0D4FF8-8621-4E7F-8E59-C6230FEC90D5}"/>
                  </a:ext>
                </a:extLst>
              </p:cNvPr>
              <p:cNvSpPr/>
              <p:nvPr/>
            </p:nvSpPr>
            <p:spPr bwMode="auto">
              <a:xfrm>
                <a:off x="9330930" y="1252320"/>
                <a:ext cx="690938" cy="299471"/>
              </a:xfrm>
              <a:custGeom>
                <a:avLst/>
                <a:gdLst>
                  <a:gd name="T0" fmla="*/ 188 w 216"/>
                  <a:gd name="T1" fmla="*/ 41 h 94"/>
                  <a:gd name="T2" fmla="*/ 178 w 216"/>
                  <a:gd name="T3" fmla="*/ 43 h 94"/>
                  <a:gd name="T4" fmla="*/ 129 w 216"/>
                  <a:gd name="T5" fmla="*/ 0 h 94"/>
                  <a:gd name="T6" fmla="*/ 111 w 216"/>
                  <a:gd name="T7" fmla="*/ 3 h 94"/>
                  <a:gd name="T8" fmla="*/ 108 w 216"/>
                  <a:gd name="T9" fmla="*/ 6 h 94"/>
                  <a:gd name="T10" fmla="*/ 108 w 216"/>
                  <a:gd name="T11" fmla="*/ 91 h 94"/>
                  <a:gd name="T12" fmla="*/ 111 w 216"/>
                  <a:gd name="T13" fmla="*/ 94 h 94"/>
                  <a:gd name="T14" fmla="*/ 188 w 216"/>
                  <a:gd name="T15" fmla="*/ 94 h 94"/>
                  <a:gd name="T16" fmla="*/ 216 w 216"/>
                  <a:gd name="T17" fmla="*/ 68 h 94"/>
                  <a:gd name="T18" fmla="*/ 188 w 216"/>
                  <a:gd name="T19" fmla="*/ 41 h 94"/>
                  <a:gd name="T20" fmla="*/ 85 w 216"/>
                  <a:gd name="T21" fmla="*/ 94 h 94"/>
                  <a:gd name="T22" fmla="*/ 91 w 216"/>
                  <a:gd name="T23" fmla="*/ 94 h 94"/>
                  <a:gd name="T24" fmla="*/ 95 w 216"/>
                  <a:gd name="T25" fmla="*/ 47 h 94"/>
                  <a:gd name="T26" fmla="*/ 91 w 216"/>
                  <a:gd name="T27" fmla="*/ 0 h 94"/>
                  <a:gd name="T28" fmla="*/ 85 w 216"/>
                  <a:gd name="T29" fmla="*/ 0 h 94"/>
                  <a:gd name="T30" fmla="*/ 81 w 216"/>
                  <a:gd name="T31" fmla="*/ 47 h 94"/>
                  <a:gd name="T32" fmla="*/ 85 w 216"/>
                  <a:gd name="T33" fmla="*/ 94 h 94"/>
                  <a:gd name="T34" fmla="*/ 64 w 216"/>
                  <a:gd name="T35" fmla="*/ 94 h 94"/>
                  <a:gd name="T36" fmla="*/ 58 w 216"/>
                  <a:gd name="T37" fmla="*/ 94 h 94"/>
                  <a:gd name="T38" fmla="*/ 54 w 216"/>
                  <a:gd name="T39" fmla="*/ 60 h 94"/>
                  <a:gd name="T40" fmla="*/ 58 w 216"/>
                  <a:gd name="T41" fmla="*/ 27 h 94"/>
                  <a:gd name="T42" fmla="*/ 64 w 216"/>
                  <a:gd name="T43" fmla="*/ 27 h 94"/>
                  <a:gd name="T44" fmla="*/ 68 w 216"/>
                  <a:gd name="T45" fmla="*/ 61 h 94"/>
                  <a:gd name="T46" fmla="*/ 64 w 216"/>
                  <a:gd name="T47" fmla="*/ 94 h 94"/>
                  <a:gd name="T48" fmla="*/ 31 w 216"/>
                  <a:gd name="T49" fmla="*/ 94 h 94"/>
                  <a:gd name="T50" fmla="*/ 37 w 216"/>
                  <a:gd name="T51" fmla="*/ 94 h 94"/>
                  <a:gd name="T52" fmla="*/ 41 w 216"/>
                  <a:gd name="T53" fmla="*/ 67 h 94"/>
                  <a:gd name="T54" fmla="*/ 37 w 216"/>
                  <a:gd name="T55" fmla="*/ 40 h 94"/>
                  <a:gd name="T56" fmla="*/ 31 w 216"/>
                  <a:gd name="T57" fmla="*/ 40 h 94"/>
                  <a:gd name="T58" fmla="*/ 27 w 216"/>
                  <a:gd name="T59" fmla="*/ 67 h 94"/>
                  <a:gd name="T60" fmla="*/ 31 w 216"/>
                  <a:gd name="T61" fmla="*/ 94 h 94"/>
                  <a:gd name="T62" fmla="*/ 4 w 216"/>
                  <a:gd name="T63" fmla="*/ 81 h 94"/>
                  <a:gd name="T64" fmla="*/ 10 w 216"/>
                  <a:gd name="T65" fmla="*/ 81 h 94"/>
                  <a:gd name="T66" fmla="*/ 14 w 216"/>
                  <a:gd name="T67" fmla="*/ 67 h 94"/>
                  <a:gd name="T68" fmla="*/ 10 w 216"/>
                  <a:gd name="T69" fmla="*/ 54 h 94"/>
                  <a:gd name="T70" fmla="*/ 4 w 216"/>
                  <a:gd name="T71" fmla="*/ 54 h 94"/>
                  <a:gd name="T72" fmla="*/ 0 w 216"/>
                  <a:gd name="T73" fmla="*/ 67 h 94"/>
                  <a:gd name="T74" fmla="*/ 4 w 216"/>
                  <a:gd name="T75" fmla="*/ 81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16" h="94">
                    <a:moveTo>
                      <a:pt x="188" y="41"/>
                    </a:moveTo>
                    <a:cubicBezTo>
                      <a:pt x="184" y="41"/>
                      <a:pt x="181" y="42"/>
                      <a:pt x="178" y="43"/>
                    </a:cubicBezTo>
                    <a:cubicBezTo>
                      <a:pt x="175" y="19"/>
                      <a:pt x="154" y="0"/>
                      <a:pt x="129" y="0"/>
                    </a:cubicBezTo>
                    <a:cubicBezTo>
                      <a:pt x="122" y="0"/>
                      <a:pt x="116" y="1"/>
                      <a:pt x="111" y="3"/>
                    </a:cubicBezTo>
                    <a:cubicBezTo>
                      <a:pt x="109" y="4"/>
                      <a:pt x="108" y="5"/>
                      <a:pt x="108" y="6"/>
                    </a:cubicBezTo>
                    <a:cubicBezTo>
                      <a:pt x="108" y="91"/>
                      <a:pt x="108" y="91"/>
                      <a:pt x="108" y="91"/>
                    </a:cubicBezTo>
                    <a:cubicBezTo>
                      <a:pt x="108" y="93"/>
                      <a:pt x="110" y="94"/>
                      <a:pt x="111" y="94"/>
                    </a:cubicBezTo>
                    <a:cubicBezTo>
                      <a:pt x="111" y="94"/>
                      <a:pt x="188" y="94"/>
                      <a:pt x="188" y="94"/>
                    </a:cubicBezTo>
                    <a:cubicBezTo>
                      <a:pt x="204" y="94"/>
                      <a:pt x="216" y="82"/>
                      <a:pt x="216" y="68"/>
                    </a:cubicBezTo>
                    <a:cubicBezTo>
                      <a:pt x="216" y="53"/>
                      <a:pt x="204" y="41"/>
                      <a:pt x="188" y="41"/>
                    </a:cubicBezTo>
                    <a:close/>
                    <a:moveTo>
                      <a:pt x="85" y="94"/>
                    </a:moveTo>
                    <a:cubicBezTo>
                      <a:pt x="91" y="94"/>
                      <a:pt x="91" y="94"/>
                      <a:pt x="91" y="94"/>
                    </a:cubicBezTo>
                    <a:cubicBezTo>
                      <a:pt x="95" y="47"/>
                      <a:pt x="95" y="47"/>
                      <a:pt x="95" y="47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1" y="47"/>
                      <a:pt x="81" y="47"/>
                      <a:pt x="81" y="47"/>
                    </a:cubicBezTo>
                    <a:lnTo>
                      <a:pt x="85" y="94"/>
                    </a:lnTo>
                    <a:close/>
                    <a:moveTo>
                      <a:pt x="64" y="94"/>
                    </a:moveTo>
                    <a:cubicBezTo>
                      <a:pt x="58" y="94"/>
                      <a:pt x="58" y="94"/>
                      <a:pt x="58" y="94"/>
                    </a:cubicBezTo>
                    <a:cubicBezTo>
                      <a:pt x="54" y="60"/>
                      <a:pt x="54" y="60"/>
                      <a:pt x="54" y="60"/>
                    </a:cubicBezTo>
                    <a:cubicBezTo>
                      <a:pt x="58" y="27"/>
                      <a:pt x="58" y="27"/>
                      <a:pt x="58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8" y="61"/>
                      <a:pt x="68" y="61"/>
                      <a:pt x="68" y="61"/>
                    </a:cubicBezTo>
                    <a:lnTo>
                      <a:pt x="64" y="94"/>
                    </a:lnTo>
                    <a:close/>
                    <a:moveTo>
                      <a:pt x="31" y="94"/>
                    </a:moveTo>
                    <a:cubicBezTo>
                      <a:pt x="37" y="94"/>
                      <a:pt x="37" y="94"/>
                      <a:pt x="37" y="94"/>
                    </a:cubicBezTo>
                    <a:cubicBezTo>
                      <a:pt x="41" y="67"/>
                      <a:pt x="41" y="67"/>
                      <a:pt x="41" y="67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27" y="67"/>
                      <a:pt x="27" y="67"/>
                      <a:pt x="27" y="67"/>
                    </a:cubicBezTo>
                    <a:lnTo>
                      <a:pt x="31" y="94"/>
                    </a:lnTo>
                    <a:close/>
                    <a:moveTo>
                      <a:pt x="4" y="81"/>
                    </a:moveTo>
                    <a:cubicBezTo>
                      <a:pt x="10" y="81"/>
                      <a:pt x="10" y="81"/>
                      <a:pt x="10" y="81"/>
                    </a:cubicBezTo>
                    <a:cubicBezTo>
                      <a:pt x="14" y="67"/>
                      <a:pt x="14" y="67"/>
                      <a:pt x="14" y="67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4" y="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9FFCEA0B-57A2-4ABF-AAC2-1C237251140F}"/>
                  </a:ext>
                </a:extLst>
              </p:cNvPr>
              <p:cNvSpPr/>
              <p:nvPr/>
            </p:nvSpPr>
            <p:spPr bwMode="auto">
              <a:xfrm>
                <a:off x="9462071" y="1610511"/>
                <a:ext cx="383635" cy="342533"/>
              </a:xfrm>
              <a:custGeom>
                <a:avLst/>
                <a:gdLst>
                  <a:gd name="T0" fmla="*/ 50 w 120"/>
                  <a:gd name="T1" fmla="*/ 0 h 107"/>
                  <a:gd name="T2" fmla="*/ 50 w 120"/>
                  <a:gd name="T3" fmla="*/ 0 h 107"/>
                  <a:gd name="T4" fmla="*/ 100 w 120"/>
                  <a:gd name="T5" fmla="*/ 41 h 107"/>
                  <a:gd name="T6" fmla="*/ 50 w 120"/>
                  <a:gd name="T7" fmla="*/ 81 h 107"/>
                  <a:gd name="T8" fmla="*/ 42 w 120"/>
                  <a:gd name="T9" fmla="*/ 81 h 107"/>
                  <a:gd name="T10" fmla="*/ 7 w 120"/>
                  <a:gd name="T11" fmla="*/ 93 h 107"/>
                  <a:gd name="T12" fmla="*/ 7 w 120"/>
                  <a:gd name="T13" fmla="*/ 91 h 107"/>
                  <a:gd name="T14" fmla="*/ 19 w 120"/>
                  <a:gd name="T15" fmla="*/ 75 h 107"/>
                  <a:gd name="T16" fmla="*/ 19 w 120"/>
                  <a:gd name="T17" fmla="*/ 72 h 107"/>
                  <a:gd name="T18" fmla="*/ 0 w 120"/>
                  <a:gd name="T19" fmla="*/ 41 h 107"/>
                  <a:gd name="T20" fmla="*/ 50 w 120"/>
                  <a:gd name="T21" fmla="*/ 0 h 107"/>
                  <a:gd name="T22" fmla="*/ 104 w 120"/>
                  <a:gd name="T23" fmla="*/ 91 h 107"/>
                  <a:gd name="T24" fmla="*/ 113 w 120"/>
                  <a:gd name="T25" fmla="*/ 104 h 107"/>
                  <a:gd name="T26" fmla="*/ 113 w 120"/>
                  <a:gd name="T27" fmla="*/ 107 h 107"/>
                  <a:gd name="T28" fmla="*/ 83 w 120"/>
                  <a:gd name="T29" fmla="*/ 96 h 107"/>
                  <a:gd name="T30" fmla="*/ 77 w 120"/>
                  <a:gd name="T31" fmla="*/ 96 h 107"/>
                  <a:gd name="T32" fmla="*/ 50 w 120"/>
                  <a:gd name="T33" fmla="*/ 89 h 107"/>
                  <a:gd name="T34" fmla="*/ 90 w 120"/>
                  <a:gd name="T35" fmla="*/ 75 h 107"/>
                  <a:gd name="T36" fmla="*/ 103 w 120"/>
                  <a:gd name="T37" fmla="*/ 60 h 107"/>
                  <a:gd name="T38" fmla="*/ 108 w 120"/>
                  <a:gd name="T39" fmla="*/ 41 h 107"/>
                  <a:gd name="T40" fmla="*/ 108 w 120"/>
                  <a:gd name="T41" fmla="*/ 37 h 107"/>
                  <a:gd name="T42" fmla="*/ 120 w 120"/>
                  <a:gd name="T43" fmla="*/ 62 h 107"/>
                  <a:gd name="T44" fmla="*/ 104 w 120"/>
                  <a:gd name="T45" fmla="*/ 88 h 107"/>
                  <a:gd name="T46" fmla="*/ 104 w 120"/>
                  <a:gd name="T47" fmla="*/ 91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0" h="107">
                    <a:moveTo>
                      <a:pt x="50" y="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78" y="0"/>
                      <a:pt x="100" y="18"/>
                      <a:pt x="100" y="41"/>
                    </a:cubicBezTo>
                    <a:cubicBezTo>
                      <a:pt x="100" y="63"/>
                      <a:pt x="78" y="81"/>
                      <a:pt x="50" y="81"/>
                    </a:cubicBezTo>
                    <a:cubicBezTo>
                      <a:pt x="47" y="81"/>
                      <a:pt x="45" y="81"/>
                      <a:pt x="42" y="81"/>
                    </a:cubicBezTo>
                    <a:cubicBezTo>
                      <a:pt x="32" y="91"/>
                      <a:pt x="19" y="93"/>
                      <a:pt x="7" y="93"/>
                    </a:cubicBezTo>
                    <a:cubicBezTo>
                      <a:pt x="7" y="91"/>
                      <a:pt x="7" y="91"/>
                      <a:pt x="7" y="91"/>
                    </a:cubicBezTo>
                    <a:cubicBezTo>
                      <a:pt x="14" y="87"/>
                      <a:pt x="19" y="82"/>
                      <a:pt x="19" y="75"/>
                    </a:cubicBezTo>
                    <a:cubicBezTo>
                      <a:pt x="19" y="74"/>
                      <a:pt x="19" y="73"/>
                      <a:pt x="19" y="72"/>
                    </a:cubicBezTo>
                    <a:cubicBezTo>
                      <a:pt x="8" y="65"/>
                      <a:pt x="0" y="53"/>
                      <a:pt x="0" y="41"/>
                    </a:cubicBezTo>
                    <a:cubicBezTo>
                      <a:pt x="0" y="18"/>
                      <a:pt x="23" y="0"/>
                      <a:pt x="50" y="0"/>
                    </a:cubicBezTo>
                    <a:close/>
                    <a:moveTo>
                      <a:pt x="104" y="91"/>
                    </a:moveTo>
                    <a:cubicBezTo>
                      <a:pt x="104" y="97"/>
                      <a:pt x="107" y="102"/>
                      <a:pt x="113" y="104"/>
                    </a:cubicBezTo>
                    <a:cubicBezTo>
                      <a:pt x="113" y="107"/>
                      <a:pt x="113" y="107"/>
                      <a:pt x="113" y="107"/>
                    </a:cubicBezTo>
                    <a:cubicBezTo>
                      <a:pt x="102" y="106"/>
                      <a:pt x="93" y="105"/>
                      <a:pt x="83" y="96"/>
                    </a:cubicBezTo>
                    <a:cubicBezTo>
                      <a:pt x="81" y="96"/>
                      <a:pt x="79" y="96"/>
                      <a:pt x="77" y="96"/>
                    </a:cubicBezTo>
                    <a:cubicBezTo>
                      <a:pt x="67" y="96"/>
                      <a:pt x="58" y="93"/>
                      <a:pt x="50" y="89"/>
                    </a:cubicBezTo>
                    <a:cubicBezTo>
                      <a:pt x="65" y="89"/>
                      <a:pt x="79" y="84"/>
                      <a:pt x="90" y="75"/>
                    </a:cubicBezTo>
                    <a:cubicBezTo>
                      <a:pt x="96" y="71"/>
                      <a:pt x="100" y="66"/>
                      <a:pt x="103" y="60"/>
                    </a:cubicBezTo>
                    <a:cubicBezTo>
                      <a:pt x="106" y="54"/>
                      <a:pt x="108" y="47"/>
                      <a:pt x="108" y="41"/>
                    </a:cubicBezTo>
                    <a:cubicBezTo>
                      <a:pt x="108" y="40"/>
                      <a:pt x="108" y="39"/>
                      <a:pt x="108" y="37"/>
                    </a:cubicBezTo>
                    <a:cubicBezTo>
                      <a:pt x="115" y="44"/>
                      <a:pt x="120" y="52"/>
                      <a:pt x="120" y="62"/>
                    </a:cubicBezTo>
                    <a:cubicBezTo>
                      <a:pt x="120" y="72"/>
                      <a:pt x="114" y="82"/>
                      <a:pt x="104" y="88"/>
                    </a:cubicBezTo>
                    <a:cubicBezTo>
                      <a:pt x="104" y="89"/>
                      <a:pt x="104" y="90"/>
                      <a:pt x="104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CABDBE36-5B74-4C14-8D70-18DB39AA35CF}"/>
                  </a:ext>
                </a:extLst>
              </p:cNvPr>
              <p:cNvSpPr/>
              <p:nvPr/>
            </p:nvSpPr>
            <p:spPr bwMode="auto">
              <a:xfrm>
                <a:off x="9501219" y="1990233"/>
                <a:ext cx="338618" cy="336662"/>
              </a:xfrm>
              <a:custGeom>
                <a:avLst/>
                <a:gdLst>
                  <a:gd name="T0" fmla="*/ 20 w 106"/>
                  <a:gd name="T1" fmla="*/ 53 h 105"/>
                  <a:gd name="T2" fmla="*/ 20 w 106"/>
                  <a:gd name="T3" fmla="*/ 49 h 105"/>
                  <a:gd name="T4" fmla="*/ 1 w 106"/>
                  <a:gd name="T5" fmla="*/ 43 h 105"/>
                  <a:gd name="T6" fmla="*/ 0 w 106"/>
                  <a:gd name="T7" fmla="*/ 53 h 105"/>
                  <a:gd name="T8" fmla="*/ 17 w 106"/>
                  <a:gd name="T9" fmla="*/ 91 h 105"/>
                  <a:gd name="T10" fmla="*/ 29 w 106"/>
                  <a:gd name="T11" fmla="*/ 75 h 105"/>
                  <a:gd name="T12" fmla="*/ 20 w 106"/>
                  <a:gd name="T13" fmla="*/ 53 h 105"/>
                  <a:gd name="T14" fmla="*/ 86 w 106"/>
                  <a:gd name="T15" fmla="*/ 53 h 105"/>
                  <a:gd name="T16" fmla="*/ 77 w 106"/>
                  <a:gd name="T17" fmla="*/ 75 h 105"/>
                  <a:gd name="T18" fmla="*/ 89 w 106"/>
                  <a:gd name="T19" fmla="*/ 91 h 105"/>
                  <a:gd name="T20" fmla="*/ 106 w 106"/>
                  <a:gd name="T21" fmla="*/ 53 h 105"/>
                  <a:gd name="T22" fmla="*/ 105 w 106"/>
                  <a:gd name="T23" fmla="*/ 43 h 105"/>
                  <a:gd name="T24" fmla="*/ 86 w 106"/>
                  <a:gd name="T25" fmla="*/ 49 h 105"/>
                  <a:gd name="T26" fmla="*/ 86 w 106"/>
                  <a:gd name="T27" fmla="*/ 53 h 105"/>
                  <a:gd name="T28" fmla="*/ 59 w 106"/>
                  <a:gd name="T29" fmla="*/ 20 h 105"/>
                  <a:gd name="T30" fmla="*/ 82 w 106"/>
                  <a:gd name="T31" fmla="*/ 36 h 105"/>
                  <a:gd name="T32" fmla="*/ 101 w 106"/>
                  <a:gd name="T33" fmla="*/ 30 h 105"/>
                  <a:gd name="T34" fmla="*/ 59 w 106"/>
                  <a:gd name="T35" fmla="*/ 0 h 105"/>
                  <a:gd name="T36" fmla="*/ 59 w 106"/>
                  <a:gd name="T37" fmla="*/ 20 h 105"/>
                  <a:gd name="T38" fmla="*/ 24 w 106"/>
                  <a:gd name="T39" fmla="*/ 36 h 105"/>
                  <a:gd name="T40" fmla="*/ 46 w 106"/>
                  <a:gd name="T41" fmla="*/ 20 h 105"/>
                  <a:gd name="T42" fmla="*/ 46 w 106"/>
                  <a:gd name="T43" fmla="*/ 0 h 105"/>
                  <a:gd name="T44" fmla="*/ 5 w 106"/>
                  <a:gd name="T45" fmla="*/ 30 h 105"/>
                  <a:gd name="T46" fmla="*/ 24 w 106"/>
                  <a:gd name="T47" fmla="*/ 36 h 105"/>
                  <a:gd name="T48" fmla="*/ 67 w 106"/>
                  <a:gd name="T49" fmla="*/ 83 h 105"/>
                  <a:gd name="T50" fmla="*/ 53 w 106"/>
                  <a:gd name="T51" fmla="*/ 85 h 105"/>
                  <a:gd name="T52" fmla="*/ 39 w 106"/>
                  <a:gd name="T53" fmla="*/ 83 h 105"/>
                  <a:gd name="T54" fmla="*/ 28 w 106"/>
                  <a:gd name="T55" fmla="*/ 99 h 105"/>
                  <a:gd name="T56" fmla="*/ 53 w 106"/>
                  <a:gd name="T57" fmla="*/ 105 h 105"/>
                  <a:gd name="T58" fmla="*/ 78 w 106"/>
                  <a:gd name="T59" fmla="*/ 99 h 105"/>
                  <a:gd name="T60" fmla="*/ 67 w 106"/>
                  <a:gd name="T61" fmla="*/ 8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6" h="105">
                    <a:moveTo>
                      <a:pt x="20" y="53"/>
                    </a:moveTo>
                    <a:cubicBezTo>
                      <a:pt x="20" y="51"/>
                      <a:pt x="20" y="50"/>
                      <a:pt x="20" y="49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6"/>
                      <a:pt x="0" y="49"/>
                      <a:pt x="0" y="53"/>
                    </a:cubicBezTo>
                    <a:cubicBezTo>
                      <a:pt x="0" y="68"/>
                      <a:pt x="7" y="81"/>
                      <a:pt x="17" y="91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23" y="69"/>
                      <a:pt x="20" y="61"/>
                      <a:pt x="20" y="53"/>
                    </a:cubicBezTo>
                    <a:close/>
                    <a:moveTo>
                      <a:pt x="86" y="53"/>
                    </a:moveTo>
                    <a:cubicBezTo>
                      <a:pt x="86" y="61"/>
                      <a:pt x="83" y="69"/>
                      <a:pt x="77" y="75"/>
                    </a:cubicBezTo>
                    <a:cubicBezTo>
                      <a:pt x="89" y="91"/>
                      <a:pt x="89" y="91"/>
                      <a:pt x="89" y="91"/>
                    </a:cubicBezTo>
                    <a:cubicBezTo>
                      <a:pt x="99" y="81"/>
                      <a:pt x="106" y="68"/>
                      <a:pt x="106" y="53"/>
                    </a:cubicBezTo>
                    <a:cubicBezTo>
                      <a:pt x="106" y="49"/>
                      <a:pt x="105" y="46"/>
                      <a:pt x="105" y="43"/>
                    </a:cubicBezTo>
                    <a:cubicBezTo>
                      <a:pt x="86" y="49"/>
                      <a:pt x="86" y="49"/>
                      <a:pt x="86" y="49"/>
                    </a:cubicBezTo>
                    <a:cubicBezTo>
                      <a:pt x="86" y="50"/>
                      <a:pt x="86" y="51"/>
                      <a:pt x="86" y="53"/>
                    </a:cubicBezTo>
                    <a:close/>
                    <a:moveTo>
                      <a:pt x="59" y="20"/>
                    </a:moveTo>
                    <a:cubicBezTo>
                      <a:pt x="69" y="22"/>
                      <a:pt x="77" y="28"/>
                      <a:pt x="82" y="36"/>
                    </a:cubicBezTo>
                    <a:cubicBezTo>
                      <a:pt x="101" y="30"/>
                      <a:pt x="101" y="30"/>
                      <a:pt x="101" y="30"/>
                    </a:cubicBezTo>
                    <a:cubicBezTo>
                      <a:pt x="93" y="14"/>
                      <a:pt x="78" y="3"/>
                      <a:pt x="59" y="0"/>
                    </a:cubicBezTo>
                    <a:lnTo>
                      <a:pt x="59" y="20"/>
                    </a:lnTo>
                    <a:close/>
                    <a:moveTo>
                      <a:pt x="24" y="36"/>
                    </a:moveTo>
                    <a:cubicBezTo>
                      <a:pt x="29" y="28"/>
                      <a:pt x="37" y="22"/>
                      <a:pt x="46" y="2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28" y="3"/>
                      <a:pt x="13" y="14"/>
                      <a:pt x="5" y="30"/>
                    </a:cubicBezTo>
                    <a:lnTo>
                      <a:pt x="24" y="36"/>
                    </a:lnTo>
                    <a:close/>
                    <a:moveTo>
                      <a:pt x="67" y="83"/>
                    </a:moveTo>
                    <a:cubicBezTo>
                      <a:pt x="62" y="84"/>
                      <a:pt x="58" y="85"/>
                      <a:pt x="53" y="85"/>
                    </a:cubicBezTo>
                    <a:cubicBezTo>
                      <a:pt x="48" y="85"/>
                      <a:pt x="43" y="84"/>
                      <a:pt x="39" y="83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35" y="103"/>
                      <a:pt x="44" y="105"/>
                      <a:pt x="53" y="105"/>
                    </a:cubicBezTo>
                    <a:cubicBezTo>
                      <a:pt x="62" y="105"/>
                      <a:pt x="71" y="103"/>
                      <a:pt x="78" y="99"/>
                    </a:cubicBezTo>
                    <a:lnTo>
                      <a:pt x="67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6D67EF91-CC8B-4B98-B02D-52FF9DAD5F43}"/>
                  </a:ext>
                </a:extLst>
              </p:cNvPr>
              <p:cNvSpPr/>
              <p:nvPr/>
            </p:nvSpPr>
            <p:spPr bwMode="auto">
              <a:xfrm>
                <a:off x="9522749" y="2397359"/>
                <a:ext cx="317087" cy="334704"/>
              </a:xfrm>
              <a:custGeom>
                <a:avLst/>
                <a:gdLst>
                  <a:gd name="T0" fmla="*/ 75 w 162"/>
                  <a:gd name="T1" fmla="*/ 65 h 171"/>
                  <a:gd name="T2" fmla="*/ 54 w 162"/>
                  <a:gd name="T3" fmla="*/ 86 h 171"/>
                  <a:gd name="T4" fmla="*/ 87 w 162"/>
                  <a:gd name="T5" fmla="*/ 65 h 171"/>
                  <a:gd name="T6" fmla="*/ 108 w 162"/>
                  <a:gd name="T7" fmla="*/ 86 h 171"/>
                  <a:gd name="T8" fmla="*/ 87 w 162"/>
                  <a:gd name="T9" fmla="*/ 65 h 171"/>
                  <a:gd name="T10" fmla="*/ 139 w 162"/>
                  <a:gd name="T11" fmla="*/ 65 h 171"/>
                  <a:gd name="T12" fmla="*/ 118 w 162"/>
                  <a:gd name="T13" fmla="*/ 86 h 171"/>
                  <a:gd name="T14" fmla="*/ 21 w 162"/>
                  <a:gd name="T15" fmla="*/ 129 h 171"/>
                  <a:gd name="T16" fmla="*/ 43 w 162"/>
                  <a:gd name="T17" fmla="*/ 150 h 171"/>
                  <a:gd name="T18" fmla="*/ 21 w 162"/>
                  <a:gd name="T19" fmla="*/ 129 h 171"/>
                  <a:gd name="T20" fmla="*/ 75 w 162"/>
                  <a:gd name="T21" fmla="*/ 129 h 171"/>
                  <a:gd name="T22" fmla="*/ 54 w 162"/>
                  <a:gd name="T23" fmla="*/ 150 h 171"/>
                  <a:gd name="T24" fmla="*/ 87 w 162"/>
                  <a:gd name="T25" fmla="*/ 129 h 171"/>
                  <a:gd name="T26" fmla="*/ 108 w 162"/>
                  <a:gd name="T27" fmla="*/ 150 h 171"/>
                  <a:gd name="T28" fmla="*/ 87 w 162"/>
                  <a:gd name="T29" fmla="*/ 129 h 171"/>
                  <a:gd name="T30" fmla="*/ 75 w 162"/>
                  <a:gd name="T31" fmla="*/ 96 h 171"/>
                  <a:gd name="T32" fmla="*/ 54 w 162"/>
                  <a:gd name="T33" fmla="*/ 117 h 171"/>
                  <a:gd name="T34" fmla="*/ 87 w 162"/>
                  <a:gd name="T35" fmla="*/ 96 h 171"/>
                  <a:gd name="T36" fmla="*/ 108 w 162"/>
                  <a:gd name="T37" fmla="*/ 117 h 171"/>
                  <a:gd name="T38" fmla="*/ 87 w 162"/>
                  <a:gd name="T39" fmla="*/ 96 h 171"/>
                  <a:gd name="T40" fmla="*/ 139 w 162"/>
                  <a:gd name="T41" fmla="*/ 96 h 171"/>
                  <a:gd name="T42" fmla="*/ 118 w 162"/>
                  <a:gd name="T43" fmla="*/ 117 h 171"/>
                  <a:gd name="T44" fmla="*/ 21 w 162"/>
                  <a:gd name="T45" fmla="*/ 96 h 171"/>
                  <a:gd name="T46" fmla="*/ 43 w 162"/>
                  <a:gd name="T47" fmla="*/ 117 h 171"/>
                  <a:gd name="T48" fmla="*/ 21 w 162"/>
                  <a:gd name="T49" fmla="*/ 96 h 171"/>
                  <a:gd name="T50" fmla="*/ 139 w 162"/>
                  <a:gd name="T51" fmla="*/ 11 h 171"/>
                  <a:gd name="T52" fmla="*/ 118 w 162"/>
                  <a:gd name="T53" fmla="*/ 0 h 171"/>
                  <a:gd name="T54" fmla="*/ 43 w 162"/>
                  <a:gd name="T55" fmla="*/ 11 h 171"/>
                  <a:gd name="T56" fmla="*/ 21 w 162"/>
                  <a:gd name="T57" fmla="*/ 0 h 171"/>
                  <a:gd name="T58" fmla="*/ 0 w 162"/>
                  <a:gd name="T59" fmla="*/ 171 h 171"/>
                  <a:gd name="T60" fmla="*/ 162 w 162"/>
                  <a:gd name="T61" fmla="*/ 0 h 171"/>
                  <a:gd name="T62" fmla="*/ 150 w 162"/>
                  <a:gd name="T63" fmla="*/ 161 h 171"/>
                  <a:gd name="T64" fmla="*/ 11 w 162"/>
                  <a:gd name="T65" fmla="*/ 44 h 171"/>
                  <a:gd name="T66" fmla="*/ 150 w 162"/>
                  <a:gd name="T67" fmla="*/ 1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62" h="171">
                    <a:moveTo>
                      <a:pt x="54" y="65"/>
                    </a:moveTo>
                    <a:lnTo>
                      <a:pt x="75" y="65"/>
                    </a:lnTo>
                    <a:lnTo>
                      <a:pt x="75" y="86"/>
                    </a:lnTo>
                    <a:lnTo>
                      <a:pt x="54" y="86"/>
                    </a:lnTo>
                    <a:lnTo>
                      <a:pt x="54" y="65"/>
                    </a:lnTo>
                    <a:close/>
                    <a:moveTo>
                      <a:pt x="87" y="65"/>
                    </a:moveTo>
                    <a:lnTo>
                      <a:pt x="108" y="65"/>
                    </a:lnTo>
                    <a:lnTo>
                      <a:pt x="108" y="86"/>
                    </a:lnTo>
                    <a:lnTo>
                      <a:pt x="87" y="86"/>
                    </a:lnTo>
                    <a:lnTo>
                      <a:pt x="87" y="65"/>
                    </a:lnTo>
                    <a:close/>
                    <a:moveTo>
                      <a:pt x="118" y="65"/>
                    </a:moveTo>
                    <a:lnTo>
                      <a:pt x="139" y="65"/>
                    </a:lnTo>
                    <a:lnTo>
                      <a:pt x="139" y="86"/>
                    </a:lnTo>
                    <a:lnTo>
                      <a:pt x="118" y="86"/>
                    </a:lnTo>
                    <a:lnTo>
                      <a:pt x="118" y="65"/>
                    </a:lnTo>
                    <a:close/>
                    <a:moveTo>
                      <a:pt x="21" y="129"/>
                    </a:moveTo>
                    <a:lnTo>
                      <a:pt x="43" y="129"/>
                    </a:lnTo>
                    <a:lnTo>
                      <a:pt x="43" y="150"/>
                    </a:lnTo>
                    <a:lnTo>
                      <a:pt x="21" y="150"/>
                    </a:lnTo>
                    <a:lnTo>
                      <a:pt x="21" y="129"/>
                    </a:lnTo>
                    <a:close/>
                    <a:moveTo>
                      <a:pt x="54" y="129"/>
                    </a:moveTo>
                    <a:lnTo>
                      <a:pt x="75" y="129"/>
                    </a:lnTo>
                    <a:lnTo>
                      <a:pt x="75" y="150"/>
                    </a:lnTo>
                    <a:lnTo>
                      <a:pt x="54" y="150"/>
                    </a:lnTo>
                    <a:lnTo>
                      <a:pt x="54" y="129"/>
                    </a:lnTo>
                    <a:close/>
                    <a:moveTo>
                      <a:pt x="87" y="129"/>
                    </a:moveTo>
                    <a:lnTo>
                      <a:pt x="108" y="129"/>
                    </a:lnTo>
                    <a:lnTo>
                      <a:pt x="108" y="150"/>
                    </a:lnTo>
                    <a:lnTo>
                      <a:pt x="87" y="150"/>
                    </a:lnTo>
                    <a:lnTo>
                      <a:pt x="87" y="129"/>
                    </a:lnTo>
                    <a:close/>
                    <a:moveTo>
                      <a:pt x="54" y="96"/>
                    </a:moveTo>
                    <a:lnTo>
                      <a:pt x="75" y="96"/>
                    </a:lnTo>
                    <a:lnTo>
                      <a:pt x="75" y="117"/>
                    </a:lnTo>
                    <a:lnTo>
                      <a:pt x="54" y="117"/>
                    </a:lnTo>
                    <a:lnTo>
                      <a:pt x="54" y="96"/>
                    </a:lnTo>
                    <a:close/>
                    <a:moveTo>
                      <a:pt x="87" y="96"/>
                    </a:moveTo>
                    <a:lnTo>
                      <a:pt x="108" y="96"/>
                    </a:lnTo>
                    <a:lnTo>
                      <a:pt x="108" y="117"/>
                    </a:lnTo>
                    <a:lnTo>
                      <a:pt x="87" y="117"/>
                    </a:lnTo>
                    <a:lnTo>
                      <a:pt x="87" y="96"/>
                    </a:lnTo>
                    <a:close/>
                    <a:moveTo>
                      <a:pt x="118" y="96"/>
                    </a:moveTo>
                    <a:lnTo>
                      <a:pt x="139" y="96"/>
                    </a:lnTo>
                    <a:lnTo>
                      <a:pt x="139" y="117"/>
                    </a:lnTo>
                    <a:lnTo>
                      <a:pt x="118" y="117"/>
                    </a:lnTo>
                    <a:lnTo>
                      <a:pt x="118" y="96"/>
                    </a:lnTo>
                    <a:close/>
                    <a:moveTo>
                      <a:pt x="21" y="96"/>
                    </a:moveTo>
                    <a:lnTo>
                      <a:pt x="43" y="96"/>
                    </a:lnTo>
                    <a:lnTo>
                      <a:pt x="43" y="117"/>
                    </a:lnTo>
                    <a:lnTo>
                      <a:pt x="21" y="117"/>
                    </a:lnTo>
                    <a:lnTo>
                      <a:pt x="21" y="96"/>
                    </a:lnTo>
                    <a:close/>
                    <a:moveTo>
                      <a:pt x="139" y="0"/>
                    </a:moveTo>
                    <a:lnTo>
                      <a:pt x="139" y="11"/>
                    </a:lnTo>
                    <a:lnTo>
                      <a:pt x="118" y="11"/>
                    </a:lnTo>
                    <a:lnTo>
                      <a:pt x="118" y="0"/>
                    </a:lnTo>
                    <a:lnTo>
                      <a:pt x="43" y="0"/>
                    </a:lnTo>
                    <a:lnTo>
                      <a:pt x="43" y="11"/>
                    </a:lnTo>
                    <a:lnTo>
                      <a:pt x="21" y="11"/>
                    </a:lnTo>
                    <a:lnTo>
                      <a:pt x="21" y="0"/>
                    </a:lnTo>
                    <a:lnTo>
                      <a:pt x="0" y="0"/>
                    </a:lnTo>
                    <a:lnTo>
                      <a:pt x="0" y="171"/>
                    </a:lnTo>
                    <a:lnTo>
                      <a:pt x="162" y="171"/>
                    </a:lnTo>
                    <a:lnTo>
                      <a:pt x="162" y="0"/>
                    </a:lnTo>
                    <a:lnTo>
                      <a:pt x="139" y="0"/>
                    </a:lnTo>
                    <a:close/>
                    <a:moveTo>
                      <a:pt x="150" y="161"/>
                    </a:moveTo>
                    <a:lnTo>
                      <a:pt x="11" y="161"/>
                    </a:lnTo>
                    <a:lnTo>
                      <a:pt x="11" y="44"/>
                    </a:lnTo>
                    <a:lnTo>
                      <a:pt x="150" y="44"/>
                    </a:lnTo>
                    <a:lnTo>
                      <a:pt x="150" y="1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476F8914-463E-4919-90DB-123B292FEBDD}"/>
                  </a:ext>
                </a:extLst>
              </p:cNvPr>
              <p:cNvSpPr/>
              <p:nvPr/>
            </p:nvSpPr>
            <p:spPr bwMode="auto">
              <a:xfrm>
                <a:off x="10025783" y="3945609"/>
                <a:ext cx="268154" cy="268154"/>
              </a:xfrm>
              <a:custGeom>
                <a:avLst/>
                <a:gdLst>
                  <a:gd name="T0" fmla="*/ 42 w 84"/>
                  <a:gd name="T1" fmla="*/ 0 h 84"/>
                  <a:gd name="T2" fmla="*/ 0 w 84"/>
                  <a:gd name="T3" fmla="*/ 42 h 84"/>
                  <a:gd name="T4" fmla="*/ 42 w 84"/>
                  <a:gd name="T5" fmla="*/ 84 h 84"/>
                  <a:gd name="T6" fmla="*/ 84 w 84"/>
                  <a:gd name="T7" fmla="*/ 42 h 84"/>
                  <a:gd name="T8" fmla="*/ 42 w 84"/>
                  <a:gd name="T9" fmla="*/ 0 h 84"/>
                  <a:gd name="T10" fmla="*/ 42 w 84"/>
                  <a:gd name="T11" fmla="*/ 76 h 84"/>
                  <a:gd name="T12" fmla="*/ 8 w 84"/>
                  <a:gd name="T13" fmla="*/ 42 h 84"/>
                  <a:gd name="T14" fmla="*/ 42 w 84"/>
                  <a:gd name="T15" fmla="*/ 8 h 84"/>
                  <a:gd name="T16" fmla="*/ 76 w 84"/>
                  <a:gd name="T17" fmla="*/ 42 h 84"/>
                  <a:gd name="T18" fmla="*/ 42 w 84"/>
                  <a:gd name="T19" fmla="*/ 76 h 84"/>
                  <a:gd name="T20" fmla="*/ 26 w 84"/>
                  <a:gd name="T21" fmla="*/ 26 h 84"/>
                  <a:gd name="T22" fmla="*/ 58 w 84"/>
                  <a:gd name="T23" fmla="*/ 26 h 84"/>
                  <a:gd name="T24" fmla="*/ 58 w 84"/>
                  <a:gd name="T25" fmla="*/ 58 h 84"/>
                  <a:gd name="T26" fmla="*/ 26 w 84"/>
                  <a:gd name="T27" fmla="*/ 58 h 84"/>
                  <a:gd name="T28" fmla="*/ 26 w 84"/>
                  <a:gd name="T29" fmla="*/ 2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84">
                    <a:moveTo>
                      <a:pt x="42" y="0"/>
                    </a:moveTo>
                    <a:cubicBezTo>
                      <a:pt x="19" y="0"/>
                      <a:pt x="0" y="19"/>
                      <a:pt x="0" y="42"/>
                    </a:cubicBezTo>
                    <a:cubicBezTo>
                      <a:pt x="0" y="65"/>
                      <a:pt x="19" y="84"/>
                      <a:pt x="42" y="84"/>
                    </a:cubicBezTo>
                    <a:cubicBezTo>
                      <a:pt x="65" y="84"/>
                      <a:pt x="84" y="65"/>
                      <a:pt x="84" y="42"/>
                    </a:cubicBezTo>
                    <a:cubicBezTo>
                      <a:pt x="84" y="19"/>
                      <a:pt x="65" y="0"/>
                      <a:pt x="42" y="0"/>
                    </a:cubicBezTo>
                    <a:close/>
                    <a:moveTo>
                      <a:pt x="42" y="76"/>
                    </a:moveTo>
                    <a:cubicBezTo>
                      <a:pt x="23" y="76"/>
                      <a:pt x="8" y="61"/>
                      <a:pt x="8" y="42"/>
                    </a:cubicBezTo>
                    <a:cubicBezTo>
                      <a:pt x="8" y="23"/>
                      <a:pt x="23" y="8"/>
                      <a:pt x="42" y="8"/>
                    </a:cubicBezTo>
                    <a:cubicBezTo>
                      <a:pt x="61" y="8"/>
                      <a:pt x="76" y="23"/>
                      <a:pt x="76" y="42"/>
                    </a:cubicBezTo>
                    <a:cubicBezTo>
                      <a:pt x="76" y="61"/>
                      <a:pt x="61" y="76"/>
                      <a:pt x="42" y="76"/>
                    </a:cubicBezTo>
                    <a:close/>
                    <a:moveTo>
                      <a:pt x="26" y="26"/>
                    </a:moveTo>
                    <a:cubicBezTo>
                      <a:pt x="58" y="26"/>
                      <a:pt x="58" y="26"/>
                      <a:pt x="58" y="26"/>
                    </a:cubicBezTo>
                    <a:cubicBezTo>
                      <a:pt x="58" y="58"/>
                      <a:pt x="58" y="58"/>
                      <a:pt x="58" y="58"/>
                    </a:cubicBezTo>
                    <a:cubicBezTo>
                      <a:pt x="26" y="58"/>
                      <a:pt x="26" y="58"/>
                      <a:pt x="26" y="58"/>
                    </a:cubicBezTo>
                    <a:lnTo>
                      <a:pt x="26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83C2E6C3-B46B-47C8-A825-83E1C417C80B}"/>
                  </a:ext>
                </a:extLst>
              </p:cNvPr>
              <p:cNvSpPr/>
              <p:nvPr/>
            </p:nvSpPr>
            <p:spPr bwMode="auto">
              <a:xfrm>
                <a:off x="9634317" y="3906464"/>
                <a:ext cx="467802" cy="467803"/>
              </a:xfrm>
              <a:custGeom>
                <a:avLst/>
                <a:gdLst>
                  <a:gd name="T0" fmla="*/ 140 w 146"/>
                  <a:gd name="T1" fmla="*/ 123 h 146"/>
                  <a:gd name="T2" fmla="*/ 106 w 146"/>
                  <a:gd name="T3" fmla="*/ 94 h 146"/>
                  <a:gd name="T4" fmla="*/ 96 w 146"/>
                  <a:gd name="T5" fmla="*/ 89 h 146"/>
                  <a:gd name="T6" fmla="*/ 109 w 146"/>
                  <a:gd name="T7" fmla="*/ 54 h 146"/>
                  <a:gd name="T8" fmla="*/ 54 w 146"/>
                  <a:gd name="T9" fmla="*/ 0 h 146"/>
                  <a:gd name="T10" fmla="*/ 0 w 146"/>
                  <a:gd name="T11" fmla="*/ 54 h 146"/>
                  <a:gd name="T12" fmla="*/ 54 w 146"/>
                  <a:gd name="T13" fmla="*/ 108 h 146"/>
                  <a:gd name="T14" fmla="*/ 90 w 146"/>
                  <a:gd name="T15" fmla="*/ 95 h 146"/>
                  <a:gd name="T16" fmla="*/ 94 w 146"/>
                  <a:gd name="T17" fmla="*/ 106 h 146"/>
                  <a:gd name="T18" fmla="*/ 123 w 146"/>
                  <a:gd name="T19" fmla="*/ 140 h 146"/>
                  <a:gd name="T20" fmla="*/ 141 w 146"/>
                  <a:gd name="T21" fmla="*/ 141 h 146"/>
                  <a:gd name="T22" fmla="*/ 140 w 146"/>
                  <a:gd name="T23" fmla="*/ 123 h 146"/>
                  <a:gd name="T24" fmla="*/ 54 w 146"/>
                  <a:gd name="T25" fmla="*/ 90 h 146"/>
                  <a:gd name="T26" fmla="*/ 18 w 146"/>
                  <a:gd name="T27" fmla="*/ 54 h 146"/>
                  <a:gd name="T28" fmla="*/ 54 w 146"/>
                  <a:gd name="T29" fmla="*/ 18 h 146"/>
                  <a:gd name="T30" fmla="*/ 91 w 146"/>
                  <a:gd name="T31" fmla="*/ 54 h 146"/>
                  <a:gd name="T32" fmla="*/ 54 w 146"/>
                  <a:gd name="T33" fmla="*/ 90 h 146"/>
                  <a:gd name="T34" fmla="*/ 63 w 146"/>
                  <a:gd name="T35" fmla="*/ 27 h 146"/>
                  <a:gd name="T36" fmla="*/ 45 w 146"/>
                  <a:gd name="T37" fmla="*/ 27 h 146"/>
                  <a:gd name="T38" fmla="*/ 45 w 146"/>
                  <a:gd name="T39" fmla="*/ 45 h 146"/>
                  <a:gd name="T40" fmla="*/ 27 w 146"/>
                  <a:gd name="T41" fmla="*/ 45 h 146"/>
                  <a:gd name="T42" fmla="*/ 27 w 146"/>
                  <a:gd name="T43" fmla="*/ 63 h 146"/>
                  <a:gd name="T44" fmla="*/ 45 w 146"/>
                  <a:gd name="T45" fmla="*/ 63 h 146"/>
                  <a:gd name="T46" fmla="*/ 45 w 146"/>
                  <a:gd name="T47" fmla="*/ 81 h 146"/>
                  <a:gd name="T48" fmla="*/ 63 w 146"/>
                  <a:gd name="T49" fmla="*/ 81 h 146"/>
                  <a:gd name="T50" fmla="*/ 63 w 146"/>
                  <a:gd name="T51" fmla="*/ 63 h 146"/>
                  <a:gd name="T52" fmla="*/ 81 w 146"/>
                  <a:gd name="T53" fmla="*/ 63 h 146"/>
                  <a:gd name="T54" fmla="*/ 81 w 146"/>
                  <a:gd name="T55" fmla="*/ 45 h 146"/>
                  <a:gd name="T56" fmla="*/ 63 w 146"/>
                  <a:gd name="T57" fmla="*/ 45 h 146"/>
                  <a:gd name="T58" fmla="*/ 63 w 146"/>
                  <a:gd name="T59" fmla="*/ 27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6" h="146">
                    <a:moveTo>
                      <a:pt x="140" y="123"/>
                    </a:moveTo>
                    <a:cubicBezTo>
                      <a:pt x="106" y="94"/>
                      <a:pt x="106" y="94"/>
                      <a:pt x="106" y="94"/>
                    </a:cubicBezTo>
                    <a:cubicBezTo>
                      <a:pt x="103" y="91"/>
                      <a:pt x="99" y="89"/>
                      <a:pt x="96" y="89"/>
                    </a:cubicBezTo>
                    <a:cubicBezTo>
                      <a:pt x="104" y="80"/>
                      <a:pt x="109" y="67"/>
                      <a:pt x="109" y="54"/>
                    </a:cubicBezTo>
                    <a:cubicBezTo>
                      <a:pt x="109" y="24"/>
                      <a:pt x="84" y="0"/>
                      <a:pt x="54" y="0"/>
                    </a:cubicBezTo>
                    <a:cubicBezTo>
                      <a:pt x="24" y="0"/>
                      <a:pt x="0" y="24"/>
                      <a:pt x="0" y="54"/>
                    </a:cubicBezTo>
                    <a:cubicBezTo>
                      <a:pt x="0" y="84"/>
                      <a:pt x="24" y="108"/>
                      <a:pt x="54" y="108"/>
                    </a:cubicBezTo>
                    <a:cubicBezTo>
                      <a:pt x="68" y="108"/>
                      <a:pt x="80" y="103"/>
                      <a:pt x="90" y="95"/>
                    </a:cubicBezTo>
                    <a:cubicBezTo>
                      <a:pt x="89" y="98"/>
                      <a:pt x="91" y="102"/>
                      <a:pt x="94" y="106"/>
                    </a:cubicBezTo>
                    <a:cubicBezTo>
                      <a:pt x="123" y="140"/>
                      <a:pt x="123" y="140"/>
                      <a:pt x="123" y="140"/>
                    </a:cubicBezTo>
                    <a:cubicBezTo>
                      <a:pt x="128" y="146"/>
                      <a:pt x="136" y="146"/>
                      <a:pt x="141" y="141"/>
                    </a:cubicBezTo>
                    <a:cubicBezTo>
                      <a:pt x="146" y="136"/>
                      <a:pt x="146" y="128"/>
                      <a:pt x="140" y="123"/>
                    </a:cubicBezTo>
                    <a:close/>
                    <a:moveTo>
                      <a:pt x="54" y="90"/>
                    </a:moveTo>
                    <a:cubicBezTo>
                      <a:pt x="34" y="90"/>
                      <a:pt x="18" y="74"/>
                      <a:pt x="18" y="54"/>
                    </a:cubicBezTo>
                    <a:cubicBezTo>
                      <a:pt x="18" y="34"/>
                      <a:pt x="34" y="18"/>
                      <a:pt x="54" y="18"/>
                    </a:cubicBezTo>
                    <a:cubicBezTo>
                      <a:pt x="74" y="18"/>
                      <a:pt x="91" y="34"/>
                      <a:pt x="91" y="54"/>
                    </a:cubicBezTo>
                    <a:cubicBezTo>
                      <a:pt x="91" y="74"/>
                      <a:pt x="74" y="90"/>
                      <a:pt x="54" y="90"/>
                    </a:cubicBezTo>
                    <a:close/>
                    <a:moveTo>
                      <a:pt x="63" y="27"/>
                    </a:move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63"/>
                      <a:pt x="27" y="63"/>
                      <a:pt x="27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63" y="81"/>
                      <a:pt x="63" y="81"/>
                      <a:pt x="63" y="81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45"/>
                      <a:pt x="81" y="45"/>
                      <a:pt x="81" y="45"/>
                    </a:cubicBezTo>
                    <a:cubicBezTo>
                      <a:pt x="63" y="45"/>
                      <a:pt x="63" y="45"/>
                      <a:pt x="63" y="45"/>
                    </a:cubicBezTo>
                    <a:lnTo>
                      <a:pt x="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C88F24EA-45C7-4D8B-AA7D-9F9F1A76D17D}"/>
                  </a:ext>
                </a:extLst>
              </p:cNvPr>
              <p:cNvSpPr/>
              <p:nvPr/>
            </p:nvSpPr>
            <p:spPr bwMode="auto">
              <a:xfrm>
                <a:off x="10248917" y="4744202"/>
                <a:ext cx="272069" cy="275983"/>
              </a:xfrm>
              <a:custGeom>
                <a:avLst/>
                <a:gdLst>
                  <a:gd name="T0" fmla="*/ 16 w 85"/>
                  <a:gd name="T1" fmla="*/ 49 h 86"/>
                  <a:gd name="T2" fmla="*/ 16 w 85"/>
                  <a:gd name="T3" fmla="*/ 86 h 86"/>
                  <a:gd name="T4" fmla="*/ 18 w 85"/>
                  <a:gd name="T5" fmla="*/ 86 h 86"/>
                  <a:gd name="T6" fmla="*/ 21 w 85"/>
                  <a:gd name="T7" fmla="*/ 86 h 86"/>
                  <a:gd name="T8" fmla="*/ 21 w 85"/>
                  <a:gd name="T9" fmla="*/ 49 h 86"/>
                  <a:gd name="T10" fmla="*/ 18 w 85"/>
                  <a:gd name="T11" fmla="*/ 49 h 86"/>
                  <a:gd name="T12" fmla="*/ 16 w 85"/>
                  <a:gd name="T13" fmla="*/ 49 h 86"/>
                  <a:gd name="T14" fmla="*/ 64 w 85"/>
                  <a:gd name="T15" fmla="*/ 49 h 86"/>
                  <a:gd name="T16" fmla="*/ 64 w 85"/>
                  <a:gd name="T17" fmla="*/ 86 h 86"/>
                  <a:gd name="T18" fmla="*/ 67 w 85"/>
                  <a:gd name="T19" fmla="*/ 86 h 86"/>
                  <a:gd name="T20" fmla="*/ 69 w 85"/>
                  <a:gd name="T21" fmla="*/ 86 h 86"/>
                  <a:gd name="T22" fmla="*/ 69 w 85"/>
                  <a:gd name="T23" fmla="*/ 49 h 86"/>
                  <a:gd name="T24" fmla="*/ 67 w 85"/>
                  <a:gd name="T25" fmla="*/ 49 h 86"/>
                  <a:gd name="T26" fmla="*/ 64 w 85"/>
                  <a:gd name="T27" fmla="*/ 49 h 86"/>
                  <a:gd name="T28" fmla="*/ 85 w 85"/>
                  <a:gd name="T29" fmla="*/ 43 h 86"/>
                  <a:gd name="T30" fmla="*/ 42 w 85"/>
                  <a:gd name="T31" fmla="*/ 0 h 86"/>
                  <a:gd name="T32" fmla="*/ 0 w 85"/>
                  <a:gd name="T33" fmla="*/ 43 h 86"/>
                  <a:gd name="T34" fmla="*/ 2 w 85"/>
                  <a:gd name="T35" fmla="*/ 58 h 86"/>
                  <a:gd name="T36" fmla="*/ 0 w 85"/>
                  <a:gd name="T37" fmla="*/ 67 h 86"/>
                  <a:gd name="T38" fmla="*/ 10 w 85"/>
                  <a:gd name="T39" fmla="*/ 84 h 86"/>
                  <a:gd name="T40" fmla="*/ 10 w 85"/>
                  <a:gd name="T41" fmla="*/ 51 h 86"/>
                  <a:gd name="T42" fmla="*/ 6 w 85"/>
                  <a:gd name="T43" fmla="*/ 54 h 86"/>
                  <a:gd name="T44" fmla="*/ 5 w 85"/>
                  <a:gd name="T45" fmla="*/ 46 h 86"/>
                  <a:gd name="T46" fmla="*/ 42 w 85"/>
                  <a:gd name="T47" fmla="*/ 8 h 86"/>
                  <a:gd name="T48" fmla="*/ 80 w 85"/>
                  <a:gd name="T49" fmla="*/ 46 h 86"/>
                  <a:gd name="T50" fmla="*/ 79 w 85"/>
                  <a:gd name="T51" fmla="*/ 54 h 86"/>
                  <a:gd name="T52" fmla="*/ 75 w 85"/>
                  <a:gd name="T53" fmla="*/ 51 h 86"/>
                  <a:gd name="T54" fmla="*/ 75 w 85"/>
                  <a:gd name="T55" fmla="*/ 84 h 86"/>
                  <a:gd name="T56" fmla="*/ 85 w 85"/>
                  <a:gd name="T57" fmla="*/ 67 h 86"/>
                  <a:gd name="T58" fmla="*/ 83 w 85"/>
                  <a:gd name="T59" fmla="*/ 58 h 86"/>
                  <a:gd name="T60" fmla="*/ 85 w 85"/>
                  <a:gd name="T61" fmla="*/ 4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5" h="86">
                    <a:moveTo>
                      <a:pt x="16" y="49"/>
                    </a:moveTo>
                    <a:cubicBezTo>
                      <a:pt x="16" y="86"/>
                      <a:pt x="16" y="86"/>
                      <a:pt x="16" y="86"/>
                    </a:cubicBezTo>
                    <a:cubicBezTo>
                      <a:pt x="17" y="86"/>
                      <a:pt x="17" y="86"/>
                      <a:pt x="18" y="86"/>
                    </a:cubicBezTo>
                    <a:cubicBezTo>
                      <a:pt x="21" y="86"/>
                      <a:pt x="21" y="86"/>
                      <a:pt x="21" y="8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18" y="49"/>
                      <a:pt x="18" y="49"/>
                      <a:pt x="18" y="49"/>
                    </a:cubicBezTo>
                    <a:cubicBezTo>
                      <a:pt x="17" y="49"/>
                      <a:pt x="17" y="49"/>
                      <a:pt x="16" y="49"/>
                    </a:cubicBezTo>
                    <a:close/>
                    <a:moveTo>
                      <a:pt x="64" y="49"/>
                    </a:moveTo>
                    <a:cubicBezTo>
                      <a:pt x="64" y="86"/>
                      <a:pt x="64" y="86"/>
                      <a:pt x="64" y="86"/>
                    </a:cubicBezTo>
                    <a:cubicBezTo>
                      <a:pt x="67" y="86"/>
                      <a:pt x="67" y="86"/>
                      <a:pt x="67" y="86"/>
                    </a:cubicBezTo>
                    <a:cubicBezTo>
                      <a:pt x="68" y="86"/>
                      <a:pt x="68" y="86"/>
                      <a:pt x="69" y="86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68" y="49"/>
                      <a:pt x="68" y="49"/>
                      <a:pt x="67" y="49"/>
                    </a:cubicBezTo>
                    <a:lnTo>
                      <a:pt x="64" y="49"/>
                    </a:lnTo>
                    <a:close/>
                    <a:moveTo>
                      <a:pt x="85" y="43"/>
                    </a:moveTo>
                    <a:cubicBezTo>
                      <a:pt x="85" y="20"/>
                      <a:pt x="66" y="0"/>
                      <a:pt x="42" y="0"/>
                    </a:cubicBezTo>
                    <a:cubicBezTo>
                      <a:pt x="19" y="0"/>
                      <a:pt x="0" y="20"/>
                      <a:pt x="0" y="43"/>
                    </a:cubicBezTo>
                    <a:cubicBezTo>
                      <a:pt x="0" y="48"/>
                      <a:pt x="0" y="53"/>
                      <a:pt x="2" y="58"/>
                    </a:cubicBezTo>
                    <a:cubicBezTo>
                      <a:pt x="0" y="61"/>
                      <a:pt x="0" y="64"/>
                      <a:pt x="0" y="67"/>
                    </a:cubicBezTo>
                    <a:cubicBezTo>
                      <a:pt x="0" y="75"/>
                      <a:pt x="4" y="81"/>
                      <a:pt x="10" y="84"/>
                    </a:cubicBezTo>
                    <a:cubicBezTo>
                      <a:pt x="10" y="51"/>
                      <a:pt x="10" y="51"/>
                      <a:pt x="10" y="51"/>
                    </a:cubicBezTo>
                    <a:cubicBezTo>
                      <a:pt x="9" y="51"/>
                      <a:pt x="7" y="52"/>
                      <a:pt x="6" y="54"/>
                    </a:cubicBezTo>
                    <a:cubicBezTo>
                      <a:pt x="5" y="51"/>
                      <a:pt x="5" y="49"/>
                      <a:pt x="5" y="46"/>
                    </a:cubicBezTo>
                    <a:cubicBezTo>
                      <a:pt x="5" y="25"/>
                      <a:pt x="22" y="8"/>
                      <a:pt x="42" y="8"/>
                    </a:cubicBezTo>
                    <a:cubicBezTo>
                      <a:pt x="63" y="8"/>
                      <a:pt x="80" y="25"/>
                      <a:pt x="80" y="46"/>
                    </a:cubicBezTo>
                    <a:cubicBezTo>
                      <a:pt x="80" y="49"/>
                      <a:pt x="80" y="51"/>
                      <a:pt x="79" y="54"/>
                    </a:cubicBezTo>
                    <a:cubicBezTo>
                      <a:pt x="78" y="52"/>
                      <a:pt x="76" y="51"/>
                      <a:pt x="75" y="51"/>
                    </a:cubicBezTo>
                    <a:cubicBezTo>
                      <a:pt x="75" y="84"/>
                      <a:pt x="75" y="84"/>
                      <a:pt x="75" y="84"/>
                    </a:cubicBezTo>
                    <a:cubicBezTo>
                      <a:pt x="81" y="81"/>
                      <a:pt x="85" y="75"/>
                      <a:pt x="85" y="67"/>
                    </a:cubicBezTo>
                    <a:cubicBezTo>
                      <a:pt x="85" y="64"/>
                      <a:pt x="84" y="61"/>
                      <a:pt x="83" y="58"/>
                    </a:cubicBezTo>
                    <a:cubicBezTo>
                      <a:pt x="85" y="53"/>
                      <a:pt x="85" y="48"/>
                      <a:pt x="85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01B3ED81-F334-4B27-BC99-36DA98A757E7}"/>
                  </a:ext>
                </a:extLst>
              </p:cNvPr>
              <p:cNvSpPr/>
              <p:nvPr/>
            </p:nvSpPr>
            <p:spPr bwMode="auto">
              <a:xfrm>
                <a:off x="9835921" y="4409497"/>
                <a:ext cx="332745" cy="330789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32 w 104"/>
                  <a:gd name="T11" fmla="*/ 52 h 104"/>
                  <a:gd name="T12" fmla="*/ 52 w 104"/>
                  <a:gd name="T13" fmla="*/ 32 h 104"/>
                  <a:gd name="T14" fmla="*/ 72 w 104"/>
                  <a:gd name="T15" fmla="*/ 52 h 104"/>
                  <a:gd name="T16" fmla="*/ 52 w 104"/>
                  <a:gd name="T17" fmla="*/ 71 h 104"/>
                  <a:gd name="T18" fmla="*/ 32 w 104"/>
                  <a:gd name="T19" fmla="*/ 52 h 104"/>
                  <a:gd name="T20" fmla="*/ 94 w 104"/>
                  <a:gd name="T21" fmla="*/ 69 h 104"/>
                  <a:gd name="T22" fmla="*/ 94 w 104"/>
                  <a:gd name="T23" fmla="*/ 69 h 104"/>
                  <a:gd name="T24" fmla="*/ 76 w 104"/>
                  <a:gd name="T25" fmla="*/ 62 h 104"/>
                  <a:gd name="T26" fmla="*/ 78 w 104"/>
                  <a:gd name="T27" fmla="*/ 52 h 104"/>
                  <a:gd name="T28" fmla="*/ 76 w 104"/>
                  <a:gd name="T29" fmla="*/ 42 h 104"/>
                  <a:gd name="T30" fmla="*/ 89 w 104"/>
                  <a:gd name="T31" fmla="*/ 37 h 104"/>
                  <a:gd name="T32" fmla="*/ 94 w 104"/>
                  <a:gd name="T33" fmla="*/ 34 h 104"/>
                  <a:gd name="T34" fmla="*/ 98 w 104"/>
                  <a:gd name="T35" fmla="*/ 52 h 104"/>
                  <a:gd name="T36" fmla="*/ 94 w 104"/>
                  <a:gd name="T37" fmla="*/ 69 h 104"/>
                  <a:gd name="T38" fmla="*/ 69 w 104"/>
                  <a:gd name="T39" fmla="*/ 10 h 104"/>
                  <a:gd name="T40" fmla="*/ 69 w 104"/>
                  <a:gd name="T41" fmla="*/ 10 h 104"/>
                  <a:gd name="T42" fmla="*/ 69 w 104"/>
                  <a:gd name="T43" fmla="*/ 10 h 104"/>
                  <a:gd name="T44" fmla="*/ 62 w 104"/>
                  <a:gd name="T45" fmla="*/ 28 h 104"/>
                  <a:gd name="T46" fmla="*/ 52 w 104"/>
                  <a:gd name="T47" fmla="*/ 26 h 104"/>
                  <a:gd name="T48" fmla="*/ 42 w 104"/>
                  <a:gd name="T49" fmla="*/ 28 h 104"/>
                  <a:gd name="T50" fmla="*/ 38 w 104"/>
                  <a:gd name="T51" fmla="*/ 19 h 104"/>
                  <a:gd name="T52" fmla="*/ 35 w 104"/>
                  <a:gd name="T53" fmla="*/ 10 h 104"/>
                  <a:gd name="T54" fmla="*/ 52 w 104"/>
                  <a:gd name="T55" fmla="*/ 6 h 104"/>
                  <a:gd name="T56" fmla="*/ 69 w 104"/>
                  <a:gd name="T57" fmla="*/ 10 h 104"/>
                  <a:gd name="T58" fmla="*/ 10 w 104"/>
                  <a:gd name="T59" fmla="*/ 34 h 104"/>
                  <a:gd name="T60" fmla="*/ 19 w 104"/>
                  <a:gd name="T61" fmla="*/ 38 h 104"/>
                  <a:gd name="T62" fmla="*/ 28 w 104"/>
                  <a:gd name="T63" fmla="*/ 42 h 104"/>
                  <a:gd name="T64" fmla="*/ 26 w 104"/>
                  <a:gd name="T65" fmla="*/ 52 h 104"/>
                  <a:gd name="T66" fmla="*/ 28 w 104"/>
                  <a:gd name="T67" fmla="*/ 62 h 104"/>
                  <a:gd name="T68" fmla="*/ 10 w 104"/>
                  <a:gd name="T69" fmla="*/ 69 h 104"/>
                  <a:gd name="T70" fmla="*/ 6 w 104"/>
                  <a:gd name="T71" fmla="*/ 52 h 104"/>
                  <a:gd name="T72" fmla="*/ 10 w 104"/>
                  <a:gd name="T73" fmla="*/ 34 h 104"/>
                  <a:gd name="T74" fmla="*/ 35 w 104"/>
                  <a:gd name="T75" fmla="*/ 94 h 104"/>
                  <a:gd name="T76" fmla="*/ 37 w 104"/>
                  <a:gd name="T77" fmla="*/ 88 h 104"/>
                  <a:gd name="T78" fmla="*/ 42 w 104"/>
                  <a:gd name="T79" fmla="*/ 76 h 104"/>
                  <a:gd name="T80" fmla="*/ 52 w 104"/>
                  <a:gd name="T81" fmla="*/ 78 h 104"/>
                  <a:gd name="T82" fmla="*/ 62 w 104"/>
                  <a:gd name="T83" fmla="*/ 76 h 104"/>
                  <a:gd name="T84" fmla="*/ 69 w 104"/>
                  <a:gd name="T85" fmla="*/ 94 h 104"/>
                  <a:gd name="T86" fmla="*/ 69 w 104"/>
                  <a:gd name="T87" fmla="*/ 94 h 104"/>
                  <a:gd name="T88" fmla="*/ 69 w 104"/>
                  <a:gd name="T89" fmla="*/ 94 h 104"/>
                  <a:gd name="T90" fmla="*/ 52 w 104"/>
                  <a:gd name="T91" fmla="*/ 97 h 104"/>
                  <a:gd name="T92" fmla="*/ 35 w 104"/>
                  <a:gd name="T93" fmla="*/ 9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32" y="52"/>
                    </a:moveTo>
                    <a:cubicBezTo>
                      <a:pt x="32" y="41"/>
                      <a:pt x="41" y="32"/>
                      <a:pt x="52" y="32"/>
                    </a:cubicBezTo>
                    <a:cubicBezTo>
                      <a:pt x="63" y="32"/>
                      <a:pt x="72" y="41"/>
                      <a:pt x="72" y="52"/>
                    </a:cubicBezTo>
                    <a:cubicBezTo>
                      <a:pt x="72" y="63"/>
                      <a:pt x="63" y="71"/>
                      <a:pt x="52" y="71"/>
                    </a:cubicBezTo>
                    <a:cubicBezTo>
                      <a:pt x="41" y="71"/>
                      <a:pt x="32" y="63"/>
                      <a:pt x="32" y="52"/>
                    </a:cubicBezTo>
                    <a:close/>
                    <a:moveTo>
                      <a:pt x="94" y="69"/>
                    </a:moveTo>
                    <a:cubicBezTo>
                      <a:pt x="94" y="69"/>
                      <a:pt x="94" y="69"/>
                      <a:pt x="94" y="69"/>
                    </a:cubicBezTo>
                    <a:cubicBezTo>
                      <a:pt x="76" y="62"/>
                      <a:pt x="76" y="62"/>
                      <a:pt x="76" y="62"/>
                    </a:cubicBezTo>
                    <a:cubicBezTo>
                      <a:pt x="77" y="59"/>
                      <a:pt x="78" y="55"/>
                      <a:pt x="78" y="52"/>
                    </a:cubicBezTo>
                    <a:cubicBezTo>
                      <a:pt x="78" y="48"/>
                      <a:pt x="77" y="45"/>
                      <a:pt x="76" y="42"/>
                    </a:cubicBezTo>
                    <a:cubicBezTo>
                      <a:pt x="89" y="37"/>
                      <a:pt x="89" y="37"/>
                      <a:pt x="89" y="37"/>
                    </a:cubicBezTo>
                    <a:cubicBezTo>
                      <a:pt x="94" y="34"/>
                      <a:pt x="94" y="34"/>
                      <a:pt x="94" y="34"/>
                    </a:cubicBezTo>
                    <a:cubicBezTo>
                      <a:pt x="96" y="40"/>
                      <a:pt x="98" y="46"/>
                      <a:pt x="98" y="52"/>
                    </a:cubicBezTo>
                    <a:cubicBezTo>
                      <a:pt x="98" y="58"/>
                      <a:pt x="96" y="64"/>
                      <a:pt x="94" y="69"/>
                    </a:cubicBezTo>
                    <a:close/>
                    <a:moveTo>
                      <a:pt x="69" y="10"/>
                    </a:moveTo>
                    <a:cubicBezTo>
                      <a:pt x="69" y="10"/>
                      <a:pt x="69" y="10"/>
                      <a:pt x="69" y="10"/>
                    </a:cubicBezTo>
                    <a:cubicBezTo>
                      <a:pt x="69" y="10"/>
                      <a:pt x="69" y="10"/>
                      <a:pt x="69" y="10"/>
                    </a:cubicBezTo>
                    <a:cubicBezTo>
                      <a:pt x="62" y="28"/>
                      <a:pt x="62" y="28"/>
                      <a:pt x="62" y="28"/>
                    </a:cubicBezTo>
                    <a:cubicBezTo>
                      <a:pt x="59" y="26"/>
                      <a:pt x="56" y="26"/>
                      <a:pt x="52" y="26"/>
                    </a:cubicBezTo>
                    <a:cubicBezTo>
                      <a:pt x="48" y="26"/>
                      <a:pt x="45" y="26"/>
                      <a:pt x="42" y="28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40" y="7"/>
                      <a:pt x="46" y="6"/>
                      <a:pt x="52" y="6"/>
                    </a:cubicBezTo>
                    <a:cubicBezTo>
                      <a:pt x="58" y="6"/>
                      <a:pt x="64" y="7"/>
                      <a:pt x="69" y="10"/>
                    </a:cubicBezTo>
                    <a:close/>
                    <a:moveTo>
                      <a:pt x="10" y="34"/>
                    </a:moveTo>
                    <a:cubicBezTo>
                      <a:pt x="19" y="38"/>
                      <a:pt x="19" y="38"/>
                      <a:pt x="19" y="38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5"/>
                      <a:pt x="26" y="48"/>
                      <a:pt x="26" y="52"/>
                    </a:cubicBezTo>
                    <a:cubicBezTo>
                      <a:pt x="26" y="55"/>
                      <a:pt x="27" y="59"/>
                      <a:pt x="28" y="62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8" y="64"/>
                      <a:pt x="6" y="58"/>
                      <a:pt x="6" y="52"/>
                    </a:cubicBezTo>
                    <a:cubicBezTo>
                      <a:pt x="6" y="46"/>
                      <a:pt x="8" y="40"/>
                      <a:pt x="10" y="34"/>
                    </a:cubicBezTo>
                    <a:close/>
                    <a:moveTo>
                      <a:pt x="35" y="94"/>
                    </a:moveTo>
                    <a:cubicBezTo>
                      <a:pt x="37" y="88"/>
                      <a:pt x="37" y="88"/>
                      <a:pt x="37" y="88"/>
                    </a:cubicBezTo>
                    <a:cubicBezTo>
                      <a:pt x="42" y="76"/>
                      <a:pt x="42" y="76"/>
                      <a:pt x="42" y="76"/>
                    </a:cubicBezTo>
                    <a:cubicBezTo>
                      <a:pt x="45" y="77"/>
                      <a:pt x="48" y="78"/>
                      <a:pt x="52" y="78"/>
                    </a:cubicBezTo>
                    <a:cubicBezTo>
                      <a:pt x="56" y="78"/>
                      <a:pt x="59" y="77"/>
                      <a:pt x="62" y="76"/>
                    </a:cubicBezTo>
                    <a:cubicBezTo>
                      <a:pt x="69" y="94"/>
                      <a:pt x="69" y="94"/>
                      <a:pt x="69" y="94"/>
                    </a:cubicBezTo>
                    <a:cubicBezTo>
                      <a:pt x="69" y="94"/>
                      <a:pt x="69" y="94"/>
                      <a:pt x="69" y="94"/>
                    </a:cubicBezTo>
                    <a:cubicBezTo>
                      <a:pt x="69" y="94"/>
                      <a:pt x="69" y="94"/>
                      <a:pt x="69" y="94"/>
                    </a:cubicBezTo>
                    <a:cubicBezTo>
                      <a:pt x="64" y="96"/>
                      <a:pt x="58" y="97"/>
                      <a:pt x="52" y="97"/>
                    </a:cubicBezTo>
                    <a:cubicBezTo>
                      <a:pt x="46" y="97"/>
                      <a:pt x="40" y="96"/>
                      <a:pt x="35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>
                <a:extLst>
                  <a:ext uri="{FF2B5EF4-FFF2-40B4-BE49-F238E27FC236}">
                    <a16:creationId xmlns:a16="http://schemas.microsoft.com/office/drawing/2014/main" id="{21D5F725-9D74-4813-8D66-320A7CA9BDC0}"/>
                  </a:ext>
                </a:extLst>
              </p:cNvPr>
              <p:cNvSpPr/>
              <p:nvPr/>
            </p:nvSpPr>
            <p:spPr bwMode="auto">
              <a:xfrm>
                <a:off x="9935746" y="4810750"/>
                <a:ext cx="383635" cy="387552"/>
              </a:xfrm>
              <a:custGeom>
                <a:avLst/>
                <a:gdLst>
                  <a:gd name="T0" fmla="*/ 0 w 120"/>
                  <a:gd name="T1" fmla="*/ 70 h 121"/>
                  <a:gd name="T2" fmla="*/ 10 w 120"/>
                  <a:gd name="T3" fmla="*/ 80 h 121"/>
                  <a:gd name="T4" fmla="*/ 20 w 120"/>
                  <a:gd name="T5" fmla="*/ 70 h 121"/>
                  <a:gd name="T6" fmla="*/ 20 w 120"/>
                  <a:gd name="T7" fmla="*/ 34 h 121"/>
                  <a:gd name="T8" fmla="*/ 103 w 120"/>
                  <a:gd name="T9" fmla="*/ 117 h 121"/>
                  <a:gd name="T10" fmla="*/ 117 w 120"/>
                  <a:gd name="T11" fmla="*/ 117 h 121"/>
                  <a:gd name="T12" fmla="*/ 120 w 120"/>
                  <a:gd name="T13" fmla="*/ 110 h 121"/>
                  <a:gd name="T14" fmla="*/ 117 w 120"/>
                  <a:gd name="T15" fmla="*/ 103 h 121"/>
                  <a:gd name="T16" fmla="*/ 34 w 120"/>
                  <a:gd name="T17" fmla="*/ 20 h 121"/>
                  <a:gd name="T18" fmla="*/ 70 w 120"/>
                  <a:gd name="T19" fmla="*/ 20 h 121"/>
                  <a:gd name="T20" fmla="*/ 80 w 120"/>
                  <a:gd name="T21" fmla="*/ 10 h 121"/>
                  <a:gd name="T22" fmla="*/ 70 w 120"/>
                  <a:gd name="T23" fmla="*/ 0 h 121"/>
                  <a:gd name="T24" fmla="*/ 0 w 120"/>
                  <a:gd name="T25" fmla="*/ 0 h 121"/>
                  <a:gd name="T26" fmla="*/ 0 w 120"/>
                  <a:gd name="T27" fmla="*/ 7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121">
                    <a:moveTo>
                      <a:pt x="0" y="70"/>
                    </a:moveTo>
                    <a:cubicBezTo>
                      <a:pt x="0" y="76"/>
                      <a:pt x="4" y="80"/>
                      <a:pt x="10" y="80"/>
                    </a:cubicBezTo>
                    <a:cubicBezTo>
                      <a:pt x="15" y="80"/>
                      <a:pt x="20" y="76"/>
                      <a:pt x="20" y="7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03" y="117"/>
                      <a:pt x="103" y="117"/>
                      <a:pt x="103" y="117"/>
                    </a:cubicBezTo>
                    <a:cubicBezTo>
                      <a:pt x="107" y="121"/>
                      <a:pt x="113" y="121"/>
                      <a:pt x="117" y="117"/>
                    </a:cubicBezTo>
                    <a:cubicBezTo>
                      <a:pt x="119" y="115"/>
                      <a:pt x="120" y="113"/>
                      <a:pt x="120" y="110"/>
                    </a:cubicBezTo>
                    <a:cubicBezTo>
                      <a:pt x="120" y="108"/>
                      <a:pt x="119" y="105"/>
                      <a:pt x="117" y="103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5" y="20"/>
                      <a:pt x="80" y="15"/>
                      <a:pt x="80" y="10"/>
                    </a:cubicBezTo>
                    <a:cubicBezTo>
                      <a:pt x="80" y="4"/>
                      <a:pt x="75" y="0"/>
                      <a:pt x="7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" name="任意多边形: 形状 116">
                <a:extLst>
                  <a:ext uri="{FF2B5EF4-FFF2-40B4-BE49-F238E27FC236}">
                    <a16:creationId xmlns:a16="http://schemas.microsoft.com/office/drawing/2014/main" id="{5E38634B-232E-4D68-893D-1825B1BA938E}"/>
                  </a:ext>
                </a:extLst>
              </p:cNvPr>
              <p:cNvSpPr/>
              <p:nvPr/>
            </p:nvSpPr>
            <p:spPr bwMode="auto">
              <a:xfrm>
                <a:off x="9426839" y="3544356"/>
                <a:ext cx="399295" cy="330789"/>
              </a:xfrm>
              <a:custGeom>
                <a:avLst/>
                <a:gdLst>
                  <a:gd name="T0" fmla="*/ 125 w 125"/>
                  <a:gd name="T1" fmla="*/ 55 h 103"/>
                  <a:gd name="T2" fmla="*/ 110 w 125"/>
                  <a:gd name="T3" fmla="*/ 24 h 103"/>
                  <a:gd name="T4" fmla="*/ 86 w 125"/>
                  <a:gd name="T5" fmla="*/ 24 h 103"/>
                  <a:gd name="T6" fmla="*/ 86 w 125"/>
                  <a:gd name="T7" fmla="*/ 8 h 103"/>
                  <a:gd name="T8" fmla="*/ 78 w 125"/>
                  <a:gd name="T9" fmla="*/ 0 h 103"/>
                  <a:gd name="T10" fmla="*/ 8 w 125"/>
                  <a:gd name="T11" fmla="*/ 0 h 103"/>
                  <a:gd name="T12" fmla="*/ 0 w 125"/>
                  <a:gd name="T13" fmla="*/ 8 h 103"/>
                  <a:gd name="T14" fmla="*/ 0 w 125"/>
                  <a:gd name="T15" fmla="*/ 71 h 103"/>
                  <a:gd name="T16" fmla="*/ 8 w 125"/>
                  <a:gd name="T17" fmla="*/ 79 h 103"/>
                  <a:gd name="T18" fmla="*/ 18 w 125"/>
                  <a:gd name="T19" fmla="*/ 79 h 103"/>
                  <a:gd name="T20" fmla="*/ 16 w 125"/>
                  <a:gd name="T21" fmla="*/ 87 h 103"/>
                  <a:gd name="T22" fmla="*/ 31 w 125"/>
                  <a:gd name="T23" fmla="*/ 103 h 103"/>
                  <a:gd name="T24" fmla="*/ 47 w 125"/>
                  <a:gd name="T25" fmla="*/ 87 h 103"/>
                  <a:gd name="T26" fmla="*/ 45 w 125"/>
                  <a:gd name="T27" fmla="*/ 79 h 103"/>
                  <a:gd name="T28" fmla="*/ 88 w 125"/>
                  <a:gd name="T29" fmla="*/ 79 h 103"/>
                  <a:gd name="T30" fmla="*/ 86 w 125"/>
                  <a:gd name="T31" fmla="*/ 87 h 103"/>
                  <a:gd name="T32" fmla="*/ 102 w 125"/>
                  <a:gd name="T33" fmla="*/ 103 h 103"/>
                  <a:gd name="T34" fmla="*/ 118 w 125"/>
                  <a:gd name="T35" fmla="*/ 87 h 103"/>
                  <a:gd name="T36" fmla="*/ 115 w 125"/>
                  <a:gd name="T37" fmla="*/ 79 h 103"/>
                  <a:gd name="T38" fmla="*/ 125 w 125"/>
                  <a:gd name="T39" fmla="*/ 79 h 103"/>
                  <a:gd name="T40" fmla="*/ 125 w 125"/>
                  <a:gd name="T41" fmla="*/ 55 h 103"/>
                  <a:gd name="T42" fmla="*/ 86 w 125"/>
                  <a:gd name="T43" fmla="*/ 55 h 103"/>
                  <a:gd name="T44" fmla="*/ 86 w 125"/>
                  <a:gd name="T45" fmla="*/ 36 h 103"/>
                  <a:gd name="T46" fmla="*/ 102 w 125"/>
                  <a:gd name="T47" fmla="*/ 36 h 103"/>
                  <a:gd name="T48" fmla="*/ 112 w 125"/>
                  <a:gd name="T49" fmla="*/ 55 h 103"/>
                  <a:gd name="T50" fmla="*/ 86 w 125"/>
                  <a:gd name="T51" fmla="*/ 5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25" h="103">
                    <a:moveTo>
                      <a:pt x="125" y="55"/>
                    </a:moveTo>
                    <a:cubicBezTo>
                      <a:pt x="110" y="24"/>
                      <a:pt x="110" y="24"/>
                      <a:pt x="110" y="24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6" y="4"/>
                      <a:pt x="83" y="0"/>
                      <a:pt x="7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6" y="81"/>
                      <a:pt x="16" y="84"/>
                      <a:pt x="16" y="87"/>
                    </a:cubicBezTo>
                    <a:cubicBezTo>
                      <a:pt x="16" y="96"/>
                      <a:pt x="23" y="103"/>
                      <a:pt x="31" y="103"/>
                    </a:cubicBezTo>
                    <a:cubicBezTo>
                      <a:pt x="40" y="103"/>
                      <a:pt x="47" y="96"/>
                      <a:pt x="47" y="87"/>
                    </a:cubicBezTo>
                    <a:cubicBezTo>
                      <a:pt x="47" y="84"/>
                      <a:pt x="46" y="81"/>
                      <a:pt x="45" y="79"/>
                    </a:cubicBezTo>
                    <a:cubicBezTo>
                      <a:pt x="88" y="79"/>
                      <a:pt x="88" y="79"/>
                      <a:pt x="88" y="79"/>
                    </a:cubicBezTo>
                    <a:cubicBezTo>
                      <a:pt x="87" y="81"/>
                      <a:pt x="86" y="84"/>
                      <a:pt x="86" y="87"/>
                    </a:cubicBezTo>
                    <a:cubicBezTo>
                      <a:pt x="86" y="96"/>
                      <a:pt x="93" y="103"/>
                      <a:pt x="102" y="103"/>
                    </a:cubicBezTo>
                    <a:cubicBezTo>
                      <a:pt x="111" y="103"/>
                      <a:pt x="118" y="96"/>
                      <a:pt x="118" y="87"/>
                    </a:cubicBezTo>
                    <a:cubicBezTo>
                      <a:pt x="118" y="84"/>
                      <a:pt x="117" y="81"/>
                      <a:pt x="115" y="79"/>
                    </a:cubicBezTo>
                    <a:cubicBezTo>
                      <a:pt x="125" y="79"/>
                      <a:pt x="125" y="79"/>
                      <a:pt x="125" y="79"/>
                    </a:cubicBezTo>
                    <a:lnTo>
                      <a:pt x="125" y="55"/>
                    </a:lnTo>
                    <a:close/>
                    <a:moveTo>
                      <a:pt x="86" y="55"/>
                    </a:moveTo>
                    <a:cubicBezTo>
                      <a:pt x="86" y="36"/>
                      <a:pt x="86" y="36"/>
                      <a:pt x="86" y="36"/>
                    </a:cubicBezTo>
                    <a:cubicBezTo>
                      <a:pt x="102" y="36"/>
                      <a:pt x="102" y="36"/>
                      <a:pt x="102" y="36"/>
                    </a:cubicBezTo>
                    <a:cubicBezTo>
                      <a:pt x="112" y="55"/>
                      <a:pt x="112" y="55"/>
                      <a:pt x="112" y="55"/>
                    </a:cubicBezTo>
                    <a:lnTo>
                      <a:pt x="86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" name="任意多边形: 形状 117">
                <a:extLst>
                  <a:ext uri="{FF2B5EF4-FFF2-40B4-BE49-F238E27FC236}">
                    <a16:creationId xmlns:a16="http://schemas.microsoft.com/office/drawing/2014/main" id="{DF713071-5F87-41F7-9CCB-665959A83881}"/>
                  </a:ext>
                </a:extLst>
              </p:cNvPr>
              <p:cNvSpPr/>
              <p:nvPr/>
            </p:nvSpPr>
            <p:spPr bwMode="auto">
              <a:xfrm>
                <a:off x="9250680" y="3160718"/>
                <a:ext cx="336661" cy="336662"/>
              </a:xfrm>
              <a:custGeom>
                <a:avLst/>
                <a:gdLst>
                  <a:gd name="T0" fmla="*/ 101 w 105"/>
                  <a:gd name="T1" fmla="*/ 29 h 105"/>
                  <a:gd name="T2" fmla="*/ 72 w 105"/>
                  <a:gd name="T3" fmla="*/ 26 h 105"/>
                  <a:gd name="T4" fmla="*/ 89 w 105"/>
                  <a:gd name="T5" fmla="*/ 10 h 105"/>
                  <a:gd name="T6" fmla="*/ 82 w 105"/>
                  <a:gd name="T7" fmla="*/ 3 h 105"/>
                  <a:gd name="T8" fmla="*/ 59 w 105"/>
                  <a:gd name="T9" fmla="*/ 26 h 105"/>
                  <a:gd name="T10" fmla="*/ 53 w 105"/>
                  <a:gd name="T11" fmla="*/ 26 h 105"/>
                  <a:gd name="T12" fmla="*/ 53 w 105"/>
                  <a:gd name="T13" fmla="*/ 26 h 105"/>
                  <a:gd name="T14" fmla="*/ 26 w 105"/>
                  <a:gd name="T15" fmla="*/ 0 h 105"/>
                  <a:gd name="T16" fmla="*/ 20 w 105"/>
                  <a:gd name="T17" fmla="*/ 6 h 105"/>
                  <a:gd name="T18" fmla="*/ 40 w 105"/>
                  <a:gd name="T19" fmla="*/ 26 h 105"/>
                  <a:gd name="T20" fmla="*/ 4 w 105"/>
                  <a:gd name="T21" fmla="*/ 29 h 105"/>
                  <a:gd name="T22" fmla="*/ 0 w 105"/>
                  <a:gd name="T23" fmla="*/ 65 h 105"/>
                  <a:gd name="T24" fmla="*/ 4 w 105"/>
                  <a:gd name="T25" fmla="*/ 102 h 105"/>
                  <a:gd name="T26" fmla="*/ 53 w 105"/>
                  <a:gd name="T27" fmla="*/ 105 h 105"/>
                  <a:gd name="T28" fmla="*/ 101 w 105"/>
                  <a:gd name="T29" fmla="*/ 102 h 105"/>
                  <a:gd name="T30" fmla="*/ 105 w 105"/>
                  <a:gd name="T31" fmla="*/ 65 h 105"/>
                  <a:gd name="T32" fmla="*/ 101 w 105"/>
                  <a:gd name="T33" fmla="*/ 29 h 105"/>
                  <a:gd name="T34" fmla="*/ 89 w 105"/>
                  <a:gd name="T35" fmla="*/ 90 h 105"/>
                  <a:gd name="T36" fmla="*/ 53 w 105"/>
                  <a:gd name="T37" fmla="*/ 92 h 105"/>
                  <a:gd name="T38" fmla="*/ 16 w 105"/>
                  <a:gd name="T39" fmla="*/ 90 h 105"/>
                  <a:gd name="T40" fmla="*/ 13 w 105"/>
                  <a:gd name="T41" fmla="*/ 65 h 105"/>
                  <a:gd name="T42" fmla="*/ 16 w 105"/>
                  <a:gd name="T43" fmla="*/ 41 h 105"/>
                  <a:gd name="T44" fmla="*/ 53 w 105"/>
                  <a:gd name="T45" fmla="*/ 39 h 105"/>
                  <a:gd name="T46" fmla="*/ 89 w 105"/>
                  <a:gd name="T47" fmla="*/ 41 h 105"/>
                  <a:gd name="T48" fmla="*/ 92 w 105"/>
                  <a:gd name="T49" fmla="*/ 65 h 105"/>
                  <a:gd name="T50" fmla="*/ 89 w 105"/>
                  <a:gd name="T51" fmla="*/ 9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05" h="105">
                    <a:moveTo>
                      <a:pt x="101" y="29"/>
                    </a:moveTo>
                    <a:cubicBezTo>
                      <a:pt x="92" y="28"/>
                      <a:pt x="82" y="27"/>
                      <a:pt x="72" y="26"/>
                    </a:cubicBezTo>
                    <a:cubicBezTo>
                      <a:pt x="89" y="10"/>
                      <a:pt x="89" y="10"/>
                      <a:pt x="89" y="10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7" y="26"/>
                      <a:pt x="55" y="26"/>
                      <a:pt x="53" y="26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27" y="27"/>
                      <a:pt x="15" y="28"/>
                      <a:pt x="4" y="29"/>
                    </a:cubicBezTo>
                    <a:cubicBezTo>
                      <a:pt x="2" y="40"/>
                      <a:pt x="0" y="53"/>
                      <a:pt x="0" y="65"/>
                    </a:cubicBezTo>
                    <a:cubicBezTo>
                      <a:pt x="0" y="78"/>
                      <a:pt x="2" y="91"/>
                      <a:pt x="4" y="102"/>
                    </a:cubicBezTo>
                    <a:cubicBezTo>
                      <a:pt x="19" y="104"/>
                      <a:pt x="35" y="105"/>
                      <a:pt x="53" y="105"/>
                    </a:cubicBezTo>
                    <a:cubicBezTo>
                      <a:pt x="70" y="105"/>
                      <a:pt x="86" y="104"/>
                      <a:pt x="101" y="102"/>
                    </a:cubicBezTo>
                    <a:cubicBezTo>
                      <a:pt x="104" y="91"/>
                      <a:pt x="105" y="78"/>
                      <a:pt x="105" y="65"/>
                    </a:cubicBezTo>
                    <a:cubicBezTo>
                      <a:pt x="105" y="53"/>
                      <a:pt x="104" y="40"/>
                      <a:pt x="101" y="29"/>
                    </a:cubicBezTo>
                    <a:close/>
                    <a:moveTo>
                      <a:pt x="89" y="90"/>
                    </a:moveTo>
                    <a:cubicBezTo>
                      <a:pt x="78" y="91"/>
                      <a:pt x="65" y="92"/>
                      <a:pt x="53" y="92"/>
                    </a:cubicBezTo>
                    <a:cubicBezTo>
                      <a:pt x="40" y="92"/>
                      <a:pt x="27" y="91"/>
                      <a:pt x="16" y="90"/>
                    </a:cubicBezTo>
                    <a:cubicBezTo>
                      <a:pt x="14" y="82"/>
                      <a:pt x="13" y="74"/>
                      <a:pt x="13" y="65"/>
                    </a:cubicBezTo>
                    <a:cubicBezTo>
                      <a:pt x="13" y="57"/>
                      <a:pt x="14" y="49"/>
                      <a:pt x="16" y="41"/>
                    </a:cubicBezTo>
                    <a:cubicBezTo>
                      <a:pt x="27" y="40"/>
                      <a:pt x="40" y="39"/>
                      <a:pt x="53" y="39"/>
                    </a:cubicBezTo>
                    <a:cubicBezTo>
                      <a:pt x="65" y="39"/>
                      <a:pt x="78" y="40"/>
                      <a:pt x="89" y="41"/>
                    </a:cubicBezTo>
                    <a:cubicBezTo>
                      <a:pt x="91" y="49"/>
                      <a:pt x="92" y="57"/>
                      <a:pt x="92" y="65"/>
                    </a:cubicBezTo>
                    <a:cubicBezTo>
                      <a:pt x="92" y="74"/>
                      <a:pt x="91" y="82"/>
                      <a:pt x="89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>
                <a:extLst>
                  <a:ext uri="{FF2B5EF4-FFF2-40B4-BE49-F238E27FC236}">
                    <a16:creationId xmlns:a16="http://schemas.microsoft.com/office/drawing/2014/main" id="{300C0DEE-25B6-4C79-8601-B527EB44F898}"/>
                  </a:ext>
                </a:extLst>
              </p:cNvPr>
              <p:cNvSpPr/>
              <p:nvPr/>
            </p:nvSpPr>
            <p:spPr bwMode="auto">
              <a:xfrm>
                <a:off x="9274168" y="2775125"/>
                <a:ext cx="428657" cy="348404"/>
              </a:xfrm>
              <a:custGeom>
                <a:avLst/>
                <a:gdLst>
                  <a:gd name="T0" fmla="*/ 134 w 134"/>
                  <a:gd name="T1" fmla="*/ 13 h 109"/>
                  <a:gd name="T2" fmla="*/ 118 w 134"/>
                  <a:gd name="T3" fmla="*/ 17 h 109"/>
                  <a:gd name="T4" fmla="*/ 130 w 134"/>
                  <a:gd name="T5" fmla="*/ 2 h 109"/>
                  <a:gd name="T6" fmla="*/ 113 w 134"/>
                  <a:gd name="T7" fmla="*/ 9 h 109"/>
                  <a:gd name="T8" fmla="*/ 93 w 134"/>
                  <a:gd name="T9" fmla="*/ 0 h 109"/>
                  <a:gd name="T10" fmla="*/ 65 w 134"/>
                  <a:gd name="T11" fmla="*/ 28 h 109"/>
                  <a:gd name="T12" fmla="*/ 66 w 134"/>
                  <a:gd name="T13" fmla="*/ 34 h 109"/>
                  <a:gd name="T14" fmla="*/ 10 w 134"/>
                  <a:gd name="T15" fmla="*/ 5 h 109"/>
                  <a:gd name="T16" fmla="*/ 6 w 134"/>
                  <a:gd name="T17" fmla="*/ 19 h 109"/>
                  <a:gd name="T18" fmla="*/ 18 w 134"/>
                  <a:gd name="T19" fmla="*/ 42 h 109"/>
                  <a:gd name="T20" fmla="*/ 6 w 134"/>
                  <a:gd name="T21" fmla="*/ 38 h 109"/>
                  <a:gd name="T22" fmla="*/ 6 w 134"/>
                  <a:gd name="T23" fmla="*/ 39 h 109"/>
                  <a:gd name="T24" fmla="*/ 28 w 134"/>
                  <a:gd name="T25" fmla="*/ 66 h 109"/>
                  <a:gd name="T26" fmla="*/ 20 w 134"/>
                  <a:gd name="T27" fmla="*/ 67 h 109"/>
                  <a:gd name="T28" fmla="*/ 15 w 134"/>
                  <a:gd name="T29" fmla="*/ 66 h 109"/>
                  <a:gd name="T30" fmla="*/ 41 w 134"/>
                  <a:gd name="T31" fmla="*/ 85 h 109"/>
                  <a:gd name="T32" fmla="*/ 7 w 134"/>
                  <a:gd name="T33" fmla="*/ 97 h 109"/>
                  <a:gd name="T34" fmla="*/ 0 w 134"/>
                  <a:gd name="T35" fmla="*/ 96 h 109"/>
                  <a:gd name="T36" fmla="*/ 42 w 134"/>
                  <a:gd name="T37" fmla="*/ 109 h 109"/>
                  <a:gd name="T38" fmla="*/ 120 w 134"/>
                  <a:gd name="T39" fmla="*/ 31 h 109"/>
                  <a:gd name="T40" fmla="*/ 120 w 134"/>
                  <a:gd name="T41" fmla="*/ 27 h 109"/>
                  <a:gd name="T42" fmla="*/ 134 w 134"/>
                  <a:gd name="T43" fmla="*/ 1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4" h="109">
                    <a:moveTo>
                      <a:pt x="134" y="13"/>
                    </a:moveTo>
                    <a:cubicBezTo>
                      <a:pt x="129" y="15"/>
                      <a:pt x="124" y="17"/>
                      <a:pt x="118" y="17"/>
                    </a:cubicBezTo>
                    <a:cubicBezTo>
                      <a:pt x="124" y="14"/>
                      <a:pt x="128" y="9"/>
                      <a:pt x="130" y="2"/>
                    </a:cubicBezTo>
                    <a:cubicBezTo>
                      <a:pt x="125" y="5"/>
                      <a:pt x="119" y="8"/>
                      <a:pt x="113" y="9"/>
                    </a:cubicBezTo>
                    <a:cubicBezTo>
                      <a:pt x="108" y="3"/>
                      <a:pt x="101" y="0"/>
                      <a:pt x="93" y="0"/>
                    </a:cubicBezTo>
                    <a:cubicBezTo>
                      <a:pt x="78" y="0"/>
                      <a:pt x="65" y="12"/>
                      <a:pt x="65" y="28"/>
                    </a:cubicBezTo>
                    <a:cubicBezTo>
                      <a:pt x="65" y="30"/>
                      <a:pt x="66" y="32"/>
                      <a:pt x="66" y="34"/>
                    </a:cubicBezTo>
                    <a:cubicBezTo>
                      <a:pt x="43" y="33"/>
                      <a:pt x="23" y="22"/>
                      <a:pt x="10" y="5"/>
                    </a:cubicBezTo>
                    <a:cubicBezTo>
                      <a:pt x="7" y="9"/>
                      <a:pt x="6" y="14"/>
                      <a:pt x="6" y="19"/>
                    </a:cubicBezTo>
                    <a:cubicBezTo>
                      <a:pt x="6" y="28"/>
                      <a:pt x="11" y="37"/>
                      <a:pt x="18" y="42"/>
                    </a:cubicBezTo>
                    <a:cubicBezTo>
                      <a:pt x="14" y="42"/>
                      <a:pt x="9" y="40"/>
                      <a:pt x="6" y="38"/>
                    </a:cubicBezTo>
                    <a:cubicBezTo>
                      <a:pt x="6" y="38"/>
                      <a:pt x="6" y="39"/>
                      <a:pt x="6" y="39"/>
                    </a:cubicBezTo>
                    <a:cubicBezTo>
                      <a:pt x="6" y="52"/>
                      <a:pt x="15" y="63"/>
                      <a:pt x="28" y="66"/>
                    </a:cubicBezTo>
                    <a:cubicBezTo>
                      <a:pt x="25" y="66"/>
                      <a:pt x="23" y="67"/>
                      <a:pt x="20" y="67"/>
                    </a:cubicBezTo>
                    <a:cubicBezTo>
                      <a:pt x="19" y="67"/>
                      <a:pt x="17" y="66"/>
                      <a:pt x="15" y="66"/>
                    </a:cubicBezTo>
                    <a:cubicBezTo>
                      <a:pt x="19" y="77"/>
                      <a:pt x="29" y="85"/>
                      <a:pt x="41" y="85"/>
                    </a:cubicBezTo>
                    <a:cubicBezTo>
                      <a:pt x="31" y="92"/>
                      <a:pt x="20" y="97"/>
                      <a:pt x="7" y="97"/>
                    </a:cubicBezTo>
                    <a:cubicBezTo>
                      <a:pt x="5" y="97"/>
                      <a:pt x="2" y="97"/>
                      <a:pt x="0" y="96"/>
                    </a:cubicBezTo>
                    <a:cubicBezTo>
                      <a:pt x="12" y="104"/>
                      <a:pt x="27" y="109"/>
                      <a:pt x="42" y="109"/>
                    </a:cubicBezTo>
                    <a:cubicBezTo>
                      <a:pt x="93" y="109"/>
                      <a:pt x="120" y="67"/>
                      <a:pt x="120" y="31"/>
                    </a:cubicBezTo>
                    <a:cubicBezTo>
                      <a:pt x="120" y="30"/>
                      <a:pt x="120" y="28"/>
                      <a:pt x="120" y="27"/>
                    </a:cubicBezTo>
                    <a:cubicBezTo>
                      <a:pt x="126" y="23"/>
                      <a:pt x="130" y="18"/>
                      <a:pt x="13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>
                <a:extLst>
                  <a:ext uri="{FF2B5EF4-FFF2-40B4-BE49-F238E27FC236}">
                    <a16:creationId xmlns:a16="http://schemas.microsoft.com/office/drawing/2014/main" id="{B7A93F74-B7FC-4D90-AE67-459833A39DBE}"/>
                  </a:ext>
                </a:extLst>
              </p:cNvPr>
              <p:cNvSpPr/>
              <p:nvPr/>
            </p:nvSpPr>
            <p:spPr bwMode="auto">
              <a:xfrm>
                <a:off x="9465987" y="4558254"/>
                <a:ext cx="414954" cy="391467"/>
              </a:xfrm>
              <a:custGeom>
                <a:avLst/>
                <a:gdLst>
                  <a:gd name="T0" fmla="*/ 93 w 212"/>
                  <a:gd name="T1" fmla="*/ 107 h 200"/>
                  <a:gd name="T2" fmla="*/ 119 w 212"/>
                  <a:gd name="T3" fmla="*/ 107 h 200"/>
                  <a:gd name="T4" fmla="*/ 119 w 212"/>
                  <a:gd name="T5" fmla="*/ 54 h 200"/>
                  <a:gd name="T6" fmla="*/ 158 w 212"/>
                  <a:gd name="T7" fmla="*/ 54 h 200"/>
                  <a:gd name="T8" fmla="*/ 106 w 212"/>
                  <a:gd name="T9" fmla="*/ 0 h 200"/>
                  <a:gd name="T10" fmla="*/ 52 w 212"/>
                  <a:gd name="T11" fmla="*/ 54 h 200"/>
                  <a:gd name="T12" fmla="*/ 93 w 212"/>
                  <a:gd name="T13" fmla="*/ 54 h 200"/>
                  <a:gd name="T14" fmla="*/ 93 w 212"/>
                  <a:gd name="T15" fmla="*/ 107 h 200"/>
                  <a:gd name="T16" fmla="*/ 132 w 212"/>
                  <a:gd name="T17" fmla="*/ 77 h 200"/>
                  <a:gd name="T18" fmla="*/ 132 w 212"/>
                  <a:gd name="T19" fmla="*/ 97 h 200"/>
                  <a:gd name="T20" fmla="*/ 192 w 212"/>
                  <a:gd name="T21" fmla="*/ 120 h 200"/>
                  <a:gd name="T22" fmla="*/ 106 w 212"/>
                  <a:gd name="T23" fmla="*/ 152 h 200"/>
                  <a:gd name="T24" fmla="*/ 18 w 212"/>
                  <a:gd name="T25" fmla="*/ 120 h 200"/>
                  <a:gd name="T26" fmla="*/ 78 w 212"/>
                  <a:gd name="T27" fmla="*/ 97 h 200"/>
                  <a:gd name="T28" fmla="*/ 78 w 212"/>
                  <a:gd name="T29" fmla="*/ 77 h 200"/>
                  <a:gd name="T30" fmla="*/ 0 w 212"/>
                  <a:gd name="T31" fmla="*/ 107 h 200"/>
                  <a:gd name="T32" fmla="*/ 0 w 212"/>
                  <a:gd name="T33" fmla="*/ 160 h 200"/>
                  <a:gd name="T34" fmla="*/ 106 w 212"/>
                  <a:gd name="T35" fmla="*/ 200 h 200"/>
                  <a:gd name="T36" fmla="*/ 212 w 212"/>
                  <a:gd name="T37" fmla="*/ 160 h 200"/>
                  <a:gd name="T38" fmla="*/ 212 w 212"/>
                  <a:gd name="T39" fmla="*/ 107 h 200"/>
                  <a:gd name="T40" fmla="*/ 132 w 212"/>
                  <a:gd name="T41" fmla="*/ 77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2" h="200">
                    <a:moveTo>
                      <a:pt x="93" y="107"/>
                    </a:moveTo>
                    <a:lnTo>
                      <a:pt x="119" y="107"/>
                    </a:lnTo>
                    <a:lnTo>
                      <a:pt x="119" y="54"/>
                    </a:lnTo>
                    <a:lnTo>
                      <a:pt x="158" y="54"/>
                    </a:lnTo>
                    <a:lnTo>
                      <a:pt x="106" y="0"/>
                    </a:lnTo>
                    <a:lnTo>
                      <a:pt x="52" y="54"/>
                    </a:lnTo>
                    <a:lnTo>
                      <a:pt x="93" y="54"/>
                    </a:lnTo>
                    <a:lnTo>
                      <a:pt x="93" y="107"/>
                    </a:lnTo>
                    <a:close/>
                    <a:moveTo>
                      <a:pt x="132" y="77"/>
                    </a:moveTo>
                    <a:lnTo>
                      <a:pt x="132" y="97"/>
                    </a:lnTo>
                    <a:lnTo>
                      <a:pt x="192" y="120"/>
                    </a:lnTo>
                    <a:lnTo>
                      <a:pt x="106" y="152"/>
                    </a:lnTo>
                    <a:lnTo>
                      <a:pt x="18" y="120"/>
                    </a:lnTo>
                    <a:lnTo>
                      <a:pt x="78" y="97"/>
                    </a:lnTo>
                    <a:lnTo>
                      <a:pt x="78" y="77"/>
                    </a:lnTo>
                    <a:lnTo>
                      <a:pt x="0" y="107"/>
                    </a:lnTo>
                    <a:lnTo>
                      <a:pt x="0" y="160"/>
                    </a:lnTo>
                    <a:lnTo>
                      <a:pt x="106" y="200"/>
                    </a:lnTo>
                    <a:lnTo>
                      <a:pt x="212" y="160"/>
                    </a:lnTo>
                    <a:lnTo>
                      <a:pt x="212" y="107"/>
                    </a:lnTo>
                    <a:lnTo>
                      <a:pt x="132" y="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>
                <a:extLst>
                  <a:ext uri="{FF2B5EF4-FFF2-40B4-BE49-F238E27FC236}">
                    <a16:creationId xmlns:a16="http://schemas.microsoft.com/office/drawing/2014/main" id="{B9B473D2-8707-412E-AC26-8A5012AE5E24}"/>
                  </a:ext>
                </a:extLst>
              </p:cNvPr>
              <p:cNvSpPr/>
              <p:nvPr/>
            </p:nvSpPr>
            <p:spPr bwMode="auto">
              <a:xfrm>
                <a:off x="9446413" y="4981038"/>
                <a:ext cx="317087" cy="240751"/>
              </a:xfrm>
              <a:custGeom>
                <a:avLst/>
                <a:gdLst>
                  <a:gd name="T0" fmla="*/ 37 w 99"/>
                  <a:gd name="T1" fmla="*/ 16 h 75"/>
                  <a:gd name="T2" fmla="*/ 53 w 99"/>
                  <a:gd name="T3" fmla="*/ 31 h 75"/>
                  <a:gd name="T4" fmla="*/ 68 w 99"/>
                  <a:gd name="T5" fmla="*/ 16 h 75"/>
                  <a:gd name="T6" fmla="*/ 53 w 99"/>
                  <a:gd name="T7" fmla="*/ 0 h 75"/>
                  <a:gd name="T8" fmla="*/ 37 w 99"/>
                  <a:gd name="T9" fmla="*/ 16 h 75"/>
                  <a:gd name="T10" fmla="*/ 0 w 99"/>
                  <a:gd name="T11" fmla="*/ 16 h 75"/>
                  <a:gd name="T12" fmla="*/ 16 w 99"/>
                  <a:gd name="T13" fmla="*/ 31 h 75"/>
                  <a:gd name="T14" fmla="*/ 31 w 99"/>
                  <a:gd name="T15" fmla="*/ 16 h 75"/>
                  <a:gd name="T16" fmla="*/ 16 w 99"/>
                  <a:gd name="T17" fmla="*/ 0 h 75"/>
                  <a:gd name="T18" fmla="*/ 0 w 99"/>
                  <a:gd name="T19" fmla="*/ 16 h 75"/>
                  <a:gd name="T20" fmla="*/ 74 w 99"/>
                  <a:gd name="T21" fmla="*/ 47 h 75"/>
                  <a:gd name="T22" fmla="*/ 74 w 99"/>
                  <a:gd name="T23" fmla="*/ 37 h 75"/>
                  <a:gd name="T24" fmla="*/ 68 w 99"/>
                  <a:gd name="T25" fmla="*/ 31 h 75"/>
                  <a:gd name="T26" fmla="*/ 53 w 99"/>
                  <a:gd name="T27" fmla="*/ 31 h 75"/>
                  <a:gd name="T28" fmla="*/ 16 w 99"/>
                  <a:gd name="T29" fmla="*/ 31 h 75"/>
                  <a:gd name="T30" fmla="*/ 6 w 99"/>
                  <a:gd name="T31" fmla="*/ 31 h 75"/>
                  <a:gd name="T32" fmla="*/ 0 w 99"/>
                  <a:gd name="T33" fmla="*/ 37 h 75"/>
                  <a:gd name="T34" fmla="*/ 0 w 99"/>
                  <a:gd name="T35" fmla="*/ 68 h 75"/>
                  <a:gd name="T36" fmla="*/ 6 w 99"/>
                  <a:gd name="T37" fmla="*/ 75 h 75"/>
                  <a:gd name="T38" fmla="*/ 68 w 99"/>
                  <a:gd name="T39" fmla="*/ 75 h 75"/>
                  <a:gd name="T40" fmla="*/ 74 w 99"/>
                  <a:gd name="T41" fmla="*/ 68 h 75"/>
                  <a:gd name="T42" fmla="*/ 74 w 99"/>
                  <a:gd name="T43" fmla="*/ 59 h 75"/>
                  <a:gd name="T44" fmla="*/ 99 w 99"/>
                  <a:gd name="T45" fmla="*/ 75 h 75"/>
                  <a:gd name="T46" fmla="*/ 99 w 99"/>
                  <a:gd name="T47" fmla="*/ 31 h 75"/>
                  <a:gd name="T48" fmla="*/ 74 w 99"/>
                  <a:gd name="T49" fmla="*/ 47 h 75"/>
                  <a:gd name="T50" fmla="*/ 62 w 99"/>
                  <a:gd name="T51" fmla="*/ 62 h 75"/>
                  <a:gd name="T52" fmla="*/ 13 w 99"/>
                  <a:gd name="T53" fmla="*/ 62 h 75"/>
                  <a:gd name="T54" fmla="*/ 13 w 99"/>
                  <a:gd name="T55" fmla="*/ 44 h 75"/>
                  <a:gd name="T56" fmla="*/ 62 w 99"/>
                  <a:gd name="T57" fmla="*/ 44 h 75"/>
                  <a:gd name="T58" fmla="*/ 62 w 99"/>
                  <a:gd name="T59" fmla="*/ 6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9" h="75">
                    <a:moveTo>
                      <a:pt x="37" y="16"/>
                    </a:moveTo>
                    <a:cubicBezTo>
                      <a:pt x="37" y="24"/>
                      <a:pt x="44" y="31"/>
                      <a:pt x="53" y="31"/>
                    </a:cubicBezTo>
                    <a:cubicBezTo>
                      <a:pt x="61" y="31"/>
                      <a:pt x="68" y="24"/>
                      <a:pt x="68" y="16"/>
                    </a:cubicBezTo>
                    <a:cubicBezTo>
                      <a:pt x="68" y="7"/>
                      <a:pt x="61" y="0"/>
                      <a:pt x="53" y="0"/>
                    </a:cubicBezTo>
                    <a:cubicBezTo>
                      <a:pt x="44" y="0"/>
                      <a:pt x="37" y="7"/>
                      <a:pt x="37" y="16"/>
                    </a:cubicBezTo>
                    <a:close/>
                    <a:moveTo>
                      <a:pt x="0" y="16"/>
                    </a:moveTo>
                    <a:cubicBezTo>
                      <a:pt x="0" y="24"/>
                      <a:pt x="7" y="31"/>
                      <a:pt x="16" y="31"/>
                    </a:cubicBezTo>
                    <a:cubicBezTo>
                      <a:pt x="24" y="31"/>
                      <a:pt x="31" y="24"/>
                      <a:pt x="31" y="16"/>
                    </a:cubicBezTo>
                    <a:cubicBezTo>
                      <a:pt x="31" y="7"/>
                      <a:pt x="24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lose/>
                    <a:moveTo>
                      <a:pt x="74" y="47"/>
                    </a:moveTo>
                    <a:cubicBezTo>
                      <a:pt x="74" y="37"/>
                      <a:pt x="74" y="37"/>
                      <a:pt x="74" y="37"/>
                    </a:cubicBezTo>
                    <a:cubicBezTo>
                      <a:pt x="74" y="34"/>
                      <a:pt x="72" y="31"/>
                      <a:pt x="68" y="31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3" y="31"/>
                      <a:pt x="0" y="34"/>
                      <a:pt x="0" y="37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2"/>
                      <a:pt x="3" y="75"/>
                      <a:pt x="6" y="75"/>
                    </a:cubicBezTo>
                    <a:cubicBezTo>
                      <a:pt x="68" y="75"/>
                      <a:pt x="68" y="75"/>
                      <a:pt x="68" y="75"/>
                    </a:cubicBezTo>
                    <a:cubicBezTo>
                      <a:pt x="72" y="75"/>
                      <a:pt x="74" y="72"/>
                      <a:pt x="74" y="68"/>
                    </a:cubicBezTo>
                    <a:cubicBezTo>
                      <a:pt x="74" y="59"/>
                      <a:pt x="74" y="59"/>
                      <a:pt x="74" y="59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99" y="31"/>
                      <a:pt x="99" y="31"/>
                      <a:pt x="99" y="31"/>
                    </a:cubicBezTo>
                    <a:lnTo>
                      <a:pt x="74" y="47"/>
                    </a:lnTo>
                    <a:close/>
                    <a:moveTo>
                      <a:pt x="62" y="62"/>
                    </a:moveTo>
                    <a:cubicBezTo>
                      <a:pt x="13" y="62"/>
                      <a:pt x="13" y="62"/>
                      <a:pt x="13" y="62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62" y="44"/>
                      <a:pt x="62" y="44"/>
                      <a:pt x="62" y="44"/>
                    </a:cubicBezTo>
                    <a:lnTo>
                      <a:pt x="62" y="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6D0B011F-D76B-4B2C-BC00-12D607E27136}"/>
                  </a:ext>
                </a:extLst>
              </p:cNvPr>
              <p:cNvSpPr/>
              <p:nvPr/>
            </p:nvSpPr>
            <p:spPr bwMode="auto">
              <a:xfrm>
                <a:off x="9372034" y="4200063"/>
                <a:ext cx="336661" cy="340575"/>
              </a:xfrm>
              <a:custGeom>
                <a:avLst/>
                <a:gdLst>
                  <a:gd name="T0" fmla="*/ 53 w 105"/>
                  <a:gd name="T1" fmla="*/ 0 h 106"/>
                  <a:gd name="T2" fmla="*/ 0 w 105"/>
                  <a:gd name="T3" fmla="*/ 53 h 106"/>
                  <a:gd name="T4" fmla="*/ 53 w 105"/>
                  <a:gd name="T5" fmla="*/ 106 h 106"/>
                  <a:gd name="T6" fmla="*/ 105 w 105"/>
                  <a:gd name="T7" fmla="*/ 53 h 106"/>
                  <a:gd name="T8" fmla="*/ 53 w 105"/>
                  <a:gd name="T9" fmla="*/ 0 h 106"/>
                  <a:gd name="T10" fmla="*/ 84 w 105"/>
                  <a:gd name="T11" fmla="*/ 45 h 106"/>
                  <a:gd name="T12" fmla="*/ 55 w 105"/>
                  <a:gd name="T13" fmla="*/ 85 h 106"/>
                  <a:gd name="T14" fmla="*/ 41 w 105"/>
                  <a:gd name="T15" fmla="*/ 80 h 106"/>
                  <a:gd name="T16" fmla="*/ 31 w 105"/>
                  <a:gd name="T17" fmla="*/ 48 h 106"/>
                  <a:gd name="T18" fmla="*/ 24 w 105"/>
                  <a:gd name="T19" fmla="*/ 50 h 106"/>
                  <a:gd name="T20" fmla="*/ 21 w 105"/>
                  <a:gd name="T21" fmla="*/ 47 h 106"/>
                  <a:gd name="T22" fmla="*/ 40 w 105"/>
                  <a:gd name="T23" fmla="*/ 33 h 106"/>
                  <a:gd name="T24" fmla="*/ 51 w 105"/>
                  <a:gd name="T25" fmla="*/ 54 h 106"/>
                  <a:gd name="T26" fmla="*/ 56 w 105"/>
                  <a:gd name="T27" fmla="*/ 67 h 106"/>
                  <a:gd name="T28" fmla="*/ 64 w 105"/>
                  <a:gd name="T29" fmla="*/ 55 h 106"/>
                  <a:gd name="T30" fmla="*/ 57 w 105"/>
                  <a:gd name="T31" fmla="*/ 47 h 106"/>
                  <a:gd name="T32" fmla="*/ 84 w 105"/>
                  <a:gd name="T33" fmla="*/ 4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5" h="106">
                    <a:moveTo>
                      <a:pt x="53" y="0"/>
                    </a:moveTo>
                    <a:cubicBezTo>
                      <a:pt x="23" y="0"/>
                      <a:pt x="0" y="24"/>
                      <a:pt x="0" y="53"/>
                    </a:cubicBezTo>
                    <a:cubicBezTo>
                      <a:pt x="0" y="82"/>
                      <a:pt x="23" y="106"/>
                      <a:pt x="53" y="106"/>
                    </a:cubicBezTo>
                    <a:cubicBezTo>
                      <a:pt x="82" y="106"/>
                      <a:pt x="105" y="82"/>
                      <a:pt x="105" y="53"/>
                    </a:cubicBezTo>
                    <a:cubicBezTo>
                      <a:pt x="105" y="24"/>
                      <a:pt x="82" y="0"/>
                      <a:pt x="53" y="0"/>
                    </a:cubicBezTo>
                    <a:close/>
                    <a:moveTo>
                      <a:pt x="84" y="45"/>
                    </a:moveTo>
                    <a:cubicBezTo>
                      <a:pt x="80" y="65"/>
                      <a:pt x="61" y="82"/>
                      <a:pt x="55" y="85"/>
                    </a:cubicBezTo>
                    <a:cubicBezTo>
                      <a:pt x="49" y="89"/>
                      <a:pt x="43" y="84"/>
                      <a:pt x="41" y="80"/>
                    </a:cubicBezTo>
                    <a:cubicBezTo>
                      <a:pt x="39" y="75"/>
                      <a:pt x="33" y="50"/>
                      <a:pt x="31" y="48"/>
                    </a:cubicBezTo>
                    <a:cubicBezTo>
                      <a:pt x="29" y="46"/>
                      <a:pt x="24" y="50"/>
                      <a:pt x="24" y="50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7"/>
                      <a:pt x="32" y="34"/>
                      <a:pt x="40" y="33"/>
                    </a:cubicBezTo>
                    <a:cubicBezTo>
                      <a:pt x="49" y="31"/>
                      <a:pt x="49" y="46"/>
                      <a:pt x="51" y="54"/>
                    </a:cubicBezTo>
                    <a:cubicBezTo>
                      <a:pt x="53" y="62"/>
                      <a:pt x="54" y="67"/>
                      <a:pt x="56" y="67"/>
                    </a:cubicBezTo>
                    <a:cubicBezTo>
                      <a:pt x="58" y="67"/>
                      <a:pt x="61" y="62"/>
                      <a:pt x="64" y="55"/>
                    </a:cubicBezTo>
                    <a:cubicBezTo>
                      <a:pt x="68" y="49"/>
                      <a:pt x="64" y="43"/>
                      <a:pt x="57" y="47"/>
                    </a:cubicBezTo>
                    <a:cubicBezTo>
                      <a:pt x="60" y="30"/>
                      <a:pt x="87" y="26"/>
                      <a:pt x="84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83A948C0-2DF2-47C4-9164-8ADBBF8E0AE7}"/>
                  </a:ext>
                </a:extLst>
              </p:cNvPr>
              <p:cNvSpPr/>
              <p:nvPr/>
            </p:nvSpPr>
            <p:spPr bwMode="auto">
              <a:xfrm>
                <a:off x="9266339" y="3900591"/>
                <a:ext cx="326874" cy="277942"/>
              </a:xfrm>
              <a:custGeom>
                <a:avLst/>
                <a:gdLst>
                  <a:gd name="T0" fmla="*/ 84 w 102"/>
                  <a:gd name="T1" fmla="*/ 82 h 87"/>
                  <a:gd name="T2" fmla="*/ 81 w 102"/>
                  <a:gd name="T3" fmla="*/ 81 h 87"/>
                  <a:gd name="T4" fmla="*/ 81 w 102"/>
                  <a:gd name="T5" fmla="*/ 74 h 87"/>
                  <a:gd name="T6" fmla="*/ 93 w 102"/>
                  <a:gd name="T7" fmla="*/ 44 h 87"/>
                  <a:gd name="T8" fmla="*/ 81 w 102"/>
                  <a:gd name="T9" fmla="*/ 13 h 87"/>
                  <a:gd name="T10" fmla="*/ 81 w 102"/>
                  <a:gd name="T11" fmla="*/ 6 h 87"/>
                  <a:gd name="T12" fmla="*/ 87 w 102"/>
                  <a:gd name="T13" fmla="*/ 6 h 87"/>
                  <a:gd name="T14" fmla="*/ 102 w 102"/>
                  <a:gd name="T15" fmla="*/ 44 h 87"/>
                  <a:gd name="T16" fmla="*/ 87 w 102"/>
                  <a:gd name="T17" fmla="*/ 81 h 87"/>
                  <a:gd name="T18" fmla="*/ 84 w 102"/>
                  <a:gd name="T19" fmla="*/ 82 h 87"/>
                  <a:gd name="T20" fmla="*/ 68 w 102"/>
                  <a:gd name="T21" fmla="*/ 74 h 87"/>
                  <a:gd name="T22" fmla="*/ 65 w 102"/>
                  <a:gd name="T23" fmla="*/ 72 h 87"/>
                  <a:gd name="T24" fmla="*/ 65 w 102"/>
                  <a:gd name="T25" fmla="*/ 66 h 87"/>
                  <a:gd name="T26" fmla="*/ 65 w 102"/>
                  <a:gd name="T27" fmla="*/ 21 h 87"/>
                  <a:gd name="T28" fmla="*/ 65 w 102"/>
                  <a:gd name="T29" fmla="*/ 15 h 87"/>
                  <a:gd name="T30" fmla="*/ 71 w 102"/>
                  <a:gd name="T31" fmla="*/ 15 h 87"/>
                  <a:gd name="T32" fmla="*/ 83 w 102"/>
                  <a:gd name="T33" fmla="*/ 44 h 87"/>
                  <a:gd name="T34" fmla="*/ 71 w 102"/>
                  <a:gd name="T35" fmla="*/ 72 h 87"/>
                  <a:gd name="T36" fmla="*/ 68 w 102"/>
                  <a:gd name="T37" fmla="*/ 74 h 87"/>
                  <a:gd name="T38" fmla="*/ 52 w 102"/>
                  <a:gd name="T39" fmla="*/ 65 h 87"/>
                  <a:gd name="T40" fmla="*/ 49 w 102"/>
                  <a:gd name="T41" fmla="*/ 64 h 87"/>
                  <a:gd name="T42" fmla="*/ 49 w 102"/>
                  <a:gd name="T43" fmla="*/ 57 h 87"/>
                  <a:gd name="T44" fmla="*/ 49 w 102"/>
                  <a:gd name="T45" fmla="*/ 30 h 87"/>
                  <a:gd name="T46" fmla="*/ 49 w 102"/>
                  <a:gd name="T47" fmla="*/ 23 h 87"/>
                  <a:gd name="T48" fmla="*/ 55 w 102"/>
                  <a:gd name="T49" fmla="*/ 23 h 87"/>
                  <a:gd name="T50" fmla="*/ 55 w 102"/>
                  <a:gd name="T51" fmla="*/ 64 h 87"/>
                  <a:gd name="T52" fmla="*/ 52 w 102"/>
                  <a:gd name="T53" fmla="*/ 65 h 87"/>
                  <a:gd name="T54" fmla="*/ 38 w 102"/>
                  <a:gd name="T55" fmla="*/ 3 h 87"/>
                  <a:gd name="T56" fmla="*/ 42 w 102"/>
                  <a:gd name="T57" fmla="*/ 5 h 87"/>
                  <a:gd name="T58" fmla="*/ 42 w 102"/>
                  <a:gd name="T59" fmla="*/ 82 h 87"/>
                  <a:gd name="T60" fmla="*/ 38 w 102"/>
                  <a:gd name="T61" fmla="*/ 84 h 87"/>
                  <a:gd name="T62" fmla="*/ 15 w 102"/>
                  <a:gd name="T63" fmla="*/ 62 h 87"/>
                  <a:gd name="T64" fmla="*/ 0 w 102"/>
                  <a:gd name="T65" fmla="*/ 62 h 87"/>
                  <a:gd name="T66" fmla="*/ 0 w 102"/>
                  <a:gd name="T67" fmla="*/ 25 h 87"/>
                  <a:gd name="T68" fmla="*/ 15 w 102"/>
                  <a:gd name="T69" fmla="*/ 25 h 87"/>
                  <a:gd name="T70" fmla="*/ 38 w 102"/>
                  <a:gd name="T71" fmla="*/ 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2" h="87">
                    <a:moveTo>
                      <a:pt x="84" y="82"/>
                    </a:moveTo>
                    <a:cubicBezTo>
                      <a:pt x="83" y="82"/>
                      <a:pt x="81" y="82"/>
                      <a:pt x="81" y="81"/>
                    </a:cubicBezTo>
                    <a:cubicBezTo>
                      <a:pt x="79" y="79"/>
                      <a:pt x="79" y="76"/>
                      <a:pt x="81" y="74"/>
                    </a:cubicBezTo>
                    <a:cubicBezTo>
                      <a:pt x="89" y="66"/>
                      <a:pt x="93" y="55"/>
                      <a:pt x="93" y="44"/>
                    </a:cubicBezTo>
                    <a:cubicBezTo>
                      <a:pt x="93" y="32"/>
                      <a:pt x="89" y="21"/>
                      <a:pt x="81" y="13"/>
                    </a:cubicBezTo>
                    <a:cubicBezTo>
                      <a:pt x="79" y="11"/>
                      <a:pt x="79" y="8"/>
                      <a:pt x="81" y="6"/>
                    </a:cubicBezTo>
                    <a:cubicBezTo>
                      <a:pt x="82" y="4"/>
                      <a:pt x="85" y="4"/>
                      <a:pt x="87" y="6"/>
                    </a:cubicBezTo>
                    <a:cubicBezTo>
                      <a:pt x="97" y="16"/>
                      <a:pt x="102" y="29"/>
                      <a:pt x="102" y="44"/>
                    </a:cubicBezTo>
                    <a:cubicBezTo>
                      <a:pt x="102" y="58"/>
                      <a:pt x="97" y="71"/>
                      <a:pt x="87" y="81"/>
                    </a:cubicBezTo>
                    <a:cubicBezTo>
                      <a:pt x="86" y="82"/>
                      <a:pt x="85" y="82"/>
                      <a:pt x="84" y="82"/>
                    </a:cubicBezTo>
                    <a:close/>
                    <a:moveTo>
                      <a:pt x="68" y="74"/>
                    </a:moveTo>
                    <a:cubicBezTo>
                      <a:pt x="67" y="74"/>
                      <a:pt x="65" y="73"/>
                      <a:pt x="65" y="72"/>
                    </a:cubicBezTo>
                    <a:cubicBezTo>
                      <a:pt x="63" y="70"/>
                      <a:pt x="63" y="68"/>
                      <a:pt x="65" y="66"/>
                    </a:cubicBezTo>
                    <a:cubicBezTo>
                      <a:pt x="77" y="54"/>
                      <a:pt x="77" y="33"/>
                      <a:pt x="65" y="21"/>
                    </a:cubicBezTo>
                    <a:cubicBezTo>
                      <a:pt x="63" y="19"/>
                      <a:pt x="63" y="17"/>
                      <a:pt x="65" y="15"/>
                    </a:cubicBezTo>
                    <a:cubicBezTo>
                      <a:pt x="66" y="13"/>
                      <a:pt x="69" y="13"/>
                      <a:pt x="71" y="15"/>
                    </a:cubicBezTo>
                    <a:cubicBezTo>
                      <a:pt x="79" y="22"/>
                      <a:pt x="83" y="33"/>
                      <a:pt x="83" y="44"/>
                    </a:cubicBezTo>
                    <a:cubicBezTo>
                      <a:pt x="83" y="54"/>
                      <a:pt x="79" y="65"/>
                      <a:pt x="71" y="72"/>
                    </a:cubicBezTo>
                    <a:cubicBezTo>
                      <a:pt x="70" y="73"/>
                      <a:pt x="69" y="74"/>
                      <a:pt x="68" y="74"/>
                    </a:cubicBezTo>
                    <a:close/>
                    <a:moveTo>
                      <a:pt x="52" y="65"/>
                    </a:moveTo>
                    <a:cubicBezTo>
                      <a:pt x="51" y="65"/>
                      <a:pt x="49" y="65"/>
                      <a:pt x="49" y="64"/>
                    </a:cubicBezTo>
                    <a:cubicBezTo>
                      <a:pt x="47" y="62"/>
                      <a:pt x="47" y="59"/>
                      <a:pt x="49" y="57"/>
                    </a:cubicBezTo>
                    <a:cubicBezTo>
                      <a:pt x="56" y="50"/>
                      <a:pt x="56" y="37"/>
                      <a:pt x="49" y="30"/>
                    </a:cubicBezTo>
                    <a:cubicBezTo>
                      <a:pt x="47" y="28"/>
                      <a:pt x="47" y="25"/>
                      <a:pt x="49" y="23"/>
                    </a:cubicBezTo>
                    <a:cubicBezTo>
                      <a:pt x="50" y="22"/>
                      <a:pt x="53" y="22"/>
                      <a:pt x="55" y="23"/>
                    </a:cubicBezTo>
                    <a:cubicBezTo>
                      <a:pt x="66" y="34"/>
                      <a:pt x="66" y="53"/>
                      <a:pt x="55" y="64"/>
                    </a:cubicBezTo>
                    <a:cubicBezTo>
                      <a:pt x="54" y="65"/>
                      <a:pt x="53" y="65"/>
                      <a:pt x="52" y="65"/>
                    </a:cubicBezTo>
                    <a:close/>
                    <a:moveTo>
                      <a:pt x="38" y="3"/>
                    </a:moveTo>
                    <a:cubicBezTo>
                      <a:pt x="40" y="0"/>
                      <a:pt x="42" y="1"/>
                      <a:pt x="42" y="5"/>
                    </a:cubicBezTo>
                    <a:cubicBezTo>
                      <a:pt x="42" y="82"/>
                      <a:pt x="42" y="82"/>
                      <a:pt x="42" y="82"/>
                    </a:cubicBezTo>
                    <a:cubicBezTo>
                      <a:pt x="42" y="86"/>
                      <a:pt x="40" y="87"/>
                      <a:pt x="38" y="84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5" y="25"/>
                      <a:pt x="15" y="25"/>
                      <a:pt x="15" y="25"/>
                    </a:cubicBezTo>
                    <a:lnTo>
                      <a:pt x="38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D6CF85A3-8797-47D3-8114-4CB3C4DB785A}"/>
                  </a:ext>
                </a:extLst>
              </p:cNvPr>
              <p:cNvSpPr/>
              <p:nvPr/>
            </p:nvSpPr>
            <p:spPr bwMode="auto">
              <a:xfrm>
                <a:off x="8986440" y="3544356"/>
                <a:ext cx="369936" cy="326873"/>
              </a:xfrm>
              <a:custGeom>
                <a:avLst/>
                <a:gdLst>
                  <a:gd name="T0" fmla="*/ 124 w 189"/>
                  <a:gd name="T1" fmla="*/ 23 h 167"/>
                  <a:gd name="T2" fmla="*/ 65 w 189"/>
                  <a:gd name="T3" fmla="*/ 0 h 167"/>
                  <a:gd name="T4" fmla="*/ 0 w 189"/>
                  <a:gd name="T5" fmla="*/ 23 h 167"/>
                  <a:gd name="T6" fmla="*/ 0 w 189"/>
                  <a:gd name="T7" fmla="*/ 167 h 167"/>
                  <a:gd name="T8" fmla="*/ 65 w 189"/>
                  <a:gd name="T9" fmla="*/ 142 h 167"/>
                  <a:gd name="T10" fmla="*/ 124 w 189"/>
                  <a:gd name="T11" fmla="*/ 167 h 167"/>
                  <a:gd name="T12" fmla="*/ 189 w 189"/>
                  <a:gd name="T13" fmla="*/ 142 h 167"/>
                  <a:gd name="T14" fmla="*/ 189 w 189"/>
                  <a:gd name="T15" fmla="*/ 0 h 167"/>
                  <a:gd name="T16" fmla="*/ 124 w 189"/>
                  <a:gd name="T17" fmla="*/ 23 h 167"/>
                  <a:gd name="T18" fmla="*/ 70 w 189"/>
                  <a:gd name="T19" fmla="*/ 15 h 167"/>
                  <a:gd name="T20" fmla="*/ 119 w 189"/>
                  <a:gd name="T21" fmla="*/ 35 h 167"/>
                  <a:gd name="T22" fmla="*/ 119 w 189"/>
                  <a:gd name="T23" fmla="*/ 152 h 167"/>
                  <a:gd name="T24" fmla="*/ 70 w 189"/>
                  <a:gd name="T25" fmla="*/ 133 h 167"/>
                  <a:gd name="T26" fmla="*/ 70 w 189"/>
                  <a:gd name="T27" fmla="*/ 15 h 167"/>
                  <a:gd name="T28" fmla="*/ 11 w 189"/>
                  <a:gd name="T29" fmla="*/ 31 h 167"/>
                  <a:gd name="T30" fmla="*/ 58 w 189"/>
                  <a:gd name="T31" fmla="*/ 15 h 167"/>
                  <a:gd name="T32" fmla="*/ 58 w 189"/>
                  <a:gd name="T33" fmla="*/ 133 h 167"/>
                  <a:gd name="T34" fmla="*/ 11 w 189"/>
                  <a:gd name="T35" fmla="*/ 151 h 167"/>
                  <a:gd name="T36" fmla="*/ 11 w 189"/>
                  <a:gd name="T37" fmla="*/ 31 h 167"/>
                  <a:gd name="T38" fmla="*/ 178 w 189"/>
                  <a:gd name="T39" fmla="*/ 134 h 167"/>
                  <a:gd name="T40" fmla="*/ 130 w 189"/>
                  <a:gd name="T41" fmla="*/ 152 h 167"/>
                  <a:gd name="T42" fmla="*/ 130 w 189"/>
                  <a:gd name="T43" fmla="*/ 35 h 167"/>
                  <a:gd name="T44" fmla="*/ 178 w 189"/>
                  <a:gd name="T45" fmla="*/ 17 h 167"/>
                  <a:gd name="T46" fmla="*/ 178 w 189"/>
                  <a:gd name="T47" fmla="*/ 134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9" h="167">
                    <a:moveTo>
                      <a:pt x="124" y="23"/>
                    </a:moveTo>
                    <a:lnTo>
                      <a:pt x="65" y="0"/>
                    </a:lnTo>
                    <a:lnTo>
                      <a:pt x="0" y="23"/>
                    </a:lnTo>
                    <a:lnTo>
                      <a:pt x="0" y="167"/>
                    </a:lnTo>
                    <a:lnTo>
                      <a:pt x="65" y="142"/>
                    </a:lnTo>
                    <a:lnTo>
                      <a:pt x="124" y="167"/>
                    </a:lnTo>
                    <a:lnTo>
                      <a:pt x="189" y="142"/>
                    </a:lnTo>
                    <a:lnTo>
                      <a:pt x="189" y="0"/>
                    </a:lnTo>
                    <a:lnTo>
                      <a:pt x="124" y="23"/>
                    </a:lnTo>
                    <a:close/>
                    <a:moveTo>
                      <a:pt x="70" y="15"/>
                    </a:moveTo>
                    <a:lnTo>
                      <a:pt x="119" y="35"/>
                    </a:lnTo>
                    <a:lnTo>
                      <a:pt x="119" y="152"/>
                    </a:lnTo>
                    <a:lnTo>
                      <a:pt x="70" y="133"/>
                    </a:lnTo>
                    <a:lnTo>
                      <a:pt x="70" y="15"/>
                    </a:lnTo>
                    <a:close/>
                    <a:moveTo>
                      <a:pt x="11" y="31"/>
                    </a:moveTo>
                    <a:lnTo>
                      <a:pt x="58" y="15"/>
                    </a:lnTo>
                    <a:lnTo>
                      <a:pt x="58" y="133"/>
                    </a:lnTo>
                    <a:lnTo>
                      <a:pt x="11" y="151"/>
                    </a:lnTo>
                    <a:lnTo>
                      <a:pt x="11" y="31"/>
                    </a:lnTo>
                    <a:close/>
                    <a:moveTo>
                      <a:pt x="178" y="134"/>
                    </a:moveTo>
                    <a:lnTo>
                      <a:pt x="130" y="152"/>
                    </a:lnTo>
                    <a:lnTo>
                      <a:pt x="130" y="35"/>
                    </a:lnTo>
                    <a:lnTo>
                      <a:pt x="178" y="17"/>
                    </a:lnTo>
                    <a:lnTo>
                      <a:pt x="178" y="1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F32E354D-590B-41EA-BAFB-700EE0E25ACD}"/>
                  </a:ext>
                </a:extLst>
              </p:cNvPr>
              <p:cNvSpPr/>
              <p:nvPr/>
            </p:nvSpPr>
            <p:spPr bwMode="auto">
              <a:xfrm>
                <a:off x="9078435" y="2322980"/>
                <a:ext cx="405168" cy="409082"/>
              </a:xfrm>
              <a:custGeom>
                <a:avLst/>
                <a:gdLst>
                  <a:gd name="T0" fmla="*/ 63 w 127"/>
                  <a:gd name="T1" fmla="*/ 0 h 128"/>
                  <a:gd name="T2" fmla="*/ 0 w 127"/>
                  <a:gd name="T3" fmla="*/ 64 h 128"/>
                  <a:gd name="T4" fmla="*/ 63 w 127"/>
                  <a:gd name="T5" fmla="*/ 128 h 128"/>
                  <a:gd name="T6" fmla="*/ 127 w 127"/>
                  <a:gd name="T7" fmla="*/ 64 h 128"/>
                  <a:gd name="T8" fmla="*/ 63 w 127"/>
                  <a:gd name="T9" fmla="*/ 0 h 128"/>
                  <a:gd name="T10" fmla="*/ 52 w 127"/>
                  <a:gd name="T11" fmla="*/ 104 h 128"/>
                  <a:gd name="T12" fmla="*/ 25 w 127"/>
                  <a:gd name="T13" fmla="*/ 69 h 128"/>
                  <a:gd name="T14" fmla="*/ 37 w 127"/>
                  <a:gd name="T15" fmla="*/ 57 h 128"/>
                  <a:gd name="T16" fmla="*/ 52 w 127"/>
                  <a:gd name="T17" fmla="*/ 76 h 128"/>
                  <a:gd name="T18" fmla="*/ 98 w 127"/>
                  <a:gd name="T19" fmla="*/ 38 h 128"/>
                  <a:gd name="T20" fmla="*/ 103 w 127"/>
                  <a:gd name="T21" fmla="*/ 44 h 128"/>
                  <a:gd name="T22" fmla="*/ 52 w 127"/>
                  <a:gd name="T23" fmla="*/ 104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7" h="128">
                    <a:moveTo>
                      <a:pt x="63" y="0"/>
                    </a:moveTo>
                    <a:cubicBezTo>
                      <a:pt x="28" y="0"/>
                      <a:pt x="0" y="29"/>
                      <a:pt x="0" y="64"/>
                    </a:cubicBezTo>
                    <a:cubicBezTo>
                      <a:pt x="0" y="99"/>
                      <a:pt x="28" y="128"/>
                      <a:pt x="63" y="128"/>
                    </a:cubicBezTo>
                    <a:cubicBezTo>
                      <a:pt x="99" y="128"/>
                      <a:pt x="127" y="99"/>
                      <a:pt x="127" y="64"/>
                    </a:cubicBezTo>
                    <a:cubicBezTo>
                      <a:pt x="127" y="29"/>
                      <a:pt x="99" y="0"/>
                      <a:pt x="63" y="0"/>
                    </a:cubicBezTo>
                    <a:close/>
                    <a:moveTo>
                      <a:pt x="52" y="104"/>
                    </a:moveTo>
                    <a:cubicBezTo>
                      <a:pt x="25" y="69"/>
                      <a:pt x="25" y="69"/>
                      <a:pt x="25" y="69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103" y="44"/>
                      <a:pt x="103" y="44"/>
                      <a:pt x="103" y="44"/>
                    </a:cubicBezTo>
                    <a:lnTo>
                      <a:pt x="52" y="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15DEBE0B-1D22-4187-BD9D-21ED74209342}"/>
                  </a:ext>
                </a:extLst>
              </p:cNvPr>
              <p:cNvSpPr/>
              <p:nvPr/>
            </p:nvSpPr>
            <p:spPr bwMode="auto">
              <a:xfrm>
                <a:off x="10258703" y="5188516"/>
                <a:ext cx="307301" cy="307301"/>
              </a:xfrm>
              <a:custGeom>
                <a:avLst/>
                <a:gdLst>
                  <a:gd name="T0" fmla="*/ 0 w 157"/>
                  <a:gd name="T1" fmla="*/ 74 h 157"/>
                  <a:gd name="T2" fmla="*/ 0 w 157"/>
                  <a:gd name="T3" fmla="*/ 23 h 157"/>
                  <a:gd name="T4" fmla="*/ 64 w 157"/>
                  <a:gd name="T5" fmla="*/ 13 h 157"/>
                  <a:gd name="T6" fmla="*/ 64 w 157"/>
                  <a:gd name="T7" fmla="*/ 74 h 157"/>
                  <a:gd name="T8" fmla="*/ 0 w 157"/>
                  <a:gd name="T9" fmla="*/ 74 h 157"/>
                  <a:gd name="T10" fmla="*/ 73 w 157"/>
                  <a:gd name="T11" fmla="*/ 12 h 157"/>
                  <a:gd name="T12" fmla="*/ 157 w 157"/>
                  <a:gd name="T13" fmla="*/ 0 h 157"/>
                  <a:gd name="T14" fmla="*/ 157 w 157"/>
                  <a:gd name="T15" fmla="*/ 74 h 157"/>
                  <a:gd name="T16" fmla="*/ 73 w 157"/>
                  <a:gd name="T17" fmla="*/ 74 h 157"/>
                  <a:gd name="T18" fmla="*/ 73 w 157"/>
                  <a:gd name="T19" fmla="*/ 12 h 157"/>
                  <a:gd name="T20" fmla="*/ 157 w 157"/>
                  <a:gd name="T21" fmla="*/ 84 h 157"/>
                  <a:gd name="T22" fmla="*/ 157 w 157"/>
                  <a:gd name="T23" fmla="*/ 157 h 157"/>
                  <a:gd name="T24" fmla="*/ 73 w 157"/>
                  <a:gd name="T25" fmla="*/ 146 h 157"/>
                  <a:gd name="T26" fmla="*/ 73 w 157"/>
                  <a:gd name="T27" fmla="*/ 84 h 157"/>
                  <a:gd name="T28" fmla="*/ 157 w 157"/>
                  <a:gd name="T29" fmla="*/ 84 h 157"/>
                  <a:gd name="T30" fmla="*/ 64 w 157"/>
                  <a:gd name="T31" fmla="*/ 144 h 157"/>
                  <a:gd name="T32" fmla="*/ 0 w 157"/>
                  <a:gd name="T33" fmla="*/ 136 h 157"/>
                  <a:gd name="T34" fmla="*/ 0 w 157"/>
                  <a:gd name="T35" fmla="*/ 84 h 157"/>
                  <a:gd name="T36" fmla="*/ 64 w 157"/>
                  <a:gd name="T37" fmla="*/ 84 h 157"/>
                  <a:gd name="T38" fmla="*/ 64 w 157"/>
                  <a:gd name="T39" fmla="*/ 144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7" h="157">
                    <a:moveTo>
                      <a:pt x="0" y="74"/>
                    </a:moveTo>
                    <a:lnTo>
                      <a:pt x="0" y="23"/>
                    </a:lnTo>
                    <a:lnTo>
                      <a:pt x="64" y="13"/>
                    </a:lnTo>
                    <a:lnTo>
                      <a:pt x="64" y="74"/>
                    </a:lnTo>
                    <a:lnTo>
                      <a:pt x="0" y="74"/>
                    </a:lnTo>
                    <a:close/>
                    <a:moveTo>
                      <a:pt x="73" y="12"/>
                    </a:moveTo>
                    <a:lnTo>
                      <a:pt x="157" y="0"/>
                    </a:lnTo>
                    <a:lnTo>
                      <a:pt x="157" y="74"/>
                    </a:lnTo>
                    <a:lnTo>
                      <a:pt x="73" y="74"/>
                    </a:lnTo>
                    <a:lnTo>
                      <a:pt x="73" y="12"/>
                    </a:lnTo>
                    <a:close/>
                    <a:moveTo>
                      <a:pt x="157" y="84"/>
                    </a:moveTo>
                    <a:lnTo>
                      <a:pt x="157" y="157"/>
                    </a:lnTo>
                    <a:lnTo>
                      <a:pt x="73" y="146"/>
                    </a:lnTo>
                    <a:lnTo>
                      <a:pt x="73" y="84"/>
                    </a:lnTo>
                    <a:lnTo>
                      <a:pt x="157" y="84"/>
                    </a:lnTo>
                    <a:close/>
                    <a:moveTo>
                      <a:pt x="64" y="144"/>
                    </a:moveTo>
                    <a:lnTo>
                      <a:pt x="0" y="136"/>
                    </a:lnTo>
                    <a:lnTo>
                      <a:pt x="0" y="84"/>
                    </a:lnTo>
                    <a:lnTo>
                      <a:pt x="64" y="84"/>
                    </a:lnTo>
                    <a:lnTo>
                      <a:pt x="64" y="1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ACA484D1-D9D9-4836-B038-466AB71BF873}"/>
                  </a:ext>
                </a:extLst>
              </p:cNvPr>
              <p:cNvSpPr/>
              <p:nvPr/>
            </p:nvSpPr>
            <p:spPr bwMode="auto">
              <a:xfrm>
                <a:off x="9922044" y="5121966"/>
                <a:ext cx="272069" cy="272069"/>
              </a:xfrm>
              <a:custGeom>
                <a:avLst/>
                <a:gdLst>
                  <a:gd name="T0" fmla="*/ 11 w 85"/>
                  <a:gd name="T1" fmla="*/ 42 h 85"/>
                  <a:gd name="T2" fmla="*/ 29 w 85"/>
                  <a:gd name="T3" fmla="*/ 70 h 85"/>
                  <a:gd name="T4" fmla="*/ 14 w 85"/>
                  <a:gd name="T5" fmla="*/ 30 h 85"/>
                  <a:gd name="T6" fmla="*/ 11 w 85"/>
                  <a:gd name="T7" fmla="*/ 42 h 85"/>
                  <a:gd name="T8" fmla="*/ 64 w 85"/>
                  <a:gd name="T9" fmla="*/ 41 h 85"/>
                  <a:gd name="T10" fmla="*/ 62 w 85"/>
                  <a:gd name="T11" fmla="*/ 32 h 85"/>
                  <a:gd name="T12" fmla="*/ 59 w 85"/>
                  <a:gd name="T13" fmla="*/ 25 h 85"/>
                  <a:gd name="T14" fmla="*/ 64 w 85"/>
                  <a:gd name="T15" fmla="*/ 20 h 85"/>
                  <a:gd name="T16" fmla="*/ 64 w 85"/>
                  <a:gd name="T17" fmla="*/ 20 h 85"/>
                  <a:gd name="T18" fmla="*/ 43 w 85"/>
                  <a:gd name="T19" fmla="*/ 11 h 85"/>
                  <a:gd name="T20" fmla="*/ 16 w 85"/>
                  <a:gd name="T21" fmla="*/ 25 h 85"/>
                  <a:gd name="T22" fmla="*/ 18 w 85"/>
                  <a:gd name="T23" fmla="*/ 25 h 85"/>
                  <a:gd name="T24" fmla="*/ 27 w 85"/>
                  <a:gd name="T25" fmla="*/ 25 h 85"/>
                  <a:gd name="T26" fmla="*/ 27 w 85"/>
                  <a:gd name="T27" fmla="*/ 28 h 85"/>
                  <a:gd name="T28" fmla="*/ 23 w 85"/>
                  <a:gd name="T29" fmla="*/ 28 h 85"/>
                  <a:gd name="T30" fmla="*/ 35 w 85"/>
                  <a:gd name="T31" fmla="*/ 61 h 85"/>
                  <a:gd name="T32" fmla="*/ 42 w 85"/>
                  <a:gd name="T33" fmla="*/ 41 h 85"/>
                  <a:gd name="T34" fmla="*/ 37 w 85"/>
                  <a:gd name="T35" fmla="*/ 28 h 85"/>
                  <a:gd name="T36" fmla="*/ 34 w 85"/>
                  <a:gd name="T37" fmla="*/ 28 h 85"/>
                  <a:gd name="T38" fmla="*/ 34 w 85"/>
                  <a:gd name="T39" fmla="*/ 25 h 85"/>
                  <a:gd name="T40" fmla="*/ 42 w 85"/>
                  <a:gd name="T41" fmla="*/ 25 h 85"/>
                  <a:gd name="T42" fmla="*/ 51 w 85"/>
                  <a:gd name="T43" fmla="*/ 25 h 85"/>
                  <a:gd name="T44" fmla="*/ 51 w 85"/>
                  <a:gd name="T45" fmla="*/ 28 h 85"/>
                  <a:gd name="T46" fmla="*/ 47 w 85"/>
                  <a:gd name="T47" fmla="*/ 28 h 85"/>
                  <a:gd name="T48" fmla="*/ 59 w 85"/>
                  <a:gd name="T49" fmla="*/ 61 h 85"/>
                  <a:gd name="T50" fmla="*/ 62 w 85"/>
                  <a:gd name="T51" fmla="*/ 51 h 85"/>
                  <a:gd name="T52" fmla="*/ 64 w 85"/>
                  <a:gd name="T53" fmla="*/ 41 h 85"/>
                  <a:gd name="T54" fmla="*/ 43 w 85"/>
                  <a:gd name="T55" fmla="*/ 45 h 85"/>
                  <a:gd name="T56" fmla="*/ 34 w 85"/>
                  <a:gd name="T57" fmla="*/ 72 h 85"/>
                  <a:gd name="T58" fmla="*/ 43 w 85"/>
                  <a:gd name="T59" fmla="*/ 73 h 85"/>
                  <a:gd name="T60" fmla="*/ 53 w 85"/>
                  <a:gd name="T61" fmla="*/ 72 h 85"/>
                  <a:gd name="T62" fmla="*/ 53 w 85"/>
                  <a:gd name="T63" fmla="*/ 71 h 85"/>
                  <a:gd name="T64" fmla="*/ 43 w 85"/>
                  <a:gd name="T65" fmla="*/ 45 h 85"/>
                  <a:gd name="T66" fmla="*/ 71 w 85"/>
                  <a:gd name="T67" fmla="*/ 28 h 85"/>
                  <a:gd name="T68" fmla="*/ 71 w 85"/>
                  <a:gd name="T69" fmla="*/ 31 h 85"/>
                  <a:gd name="T70" fmla="*/ 69 w 85"/>
                  <a:gd name="T71" fmla="*/ 42 h 85"/>
                  <a:gd name="T72" fmla="*/ 59 w 85"/>
                  <a:gd name="T73" fmla="*/ 69 h 85"/>
                  <a:gd name="T74" fmla="*/ 75 w 85"/>
                  <a:gd name="T75" fmla="*/ 42 h 85"/>
                  <a:gd name="T76" fmla="*/ 71 w 85"/>
                  <a:gd name="T77" fmla="*/ 28 h 85"/>
                  <a:gd name="T78" fmla="*/ 43 w 85"/>
                  <a:gd name="T79" fmla="*/ 0 h 85"/>
                  <a:gd name="T80" fmla="*/ 0 w 85"/>
                  <a:gd name="T81" fmla="*/ 42 h 85"/>
                  <a:gd name="T82" fmla="*/ 43 w 85"/>
                  <a:gd name="T83" fmla="*/ 85 h 85"/>
                  <a:gd name="T84" fmla="*/ 85 w 85"/>
                  <a:gd name="T85" fmla="*/ 42 h 85"/>
                  <a:gd name="T86" fmla="*/ 43 w 85"/>
                  <a:gd name="T87" fmla="*/ 0 h 85"/>
                  <a:gd name="T88" fmla="*/ 43 w 85"/>
                  <a:gd name="T89" fmla="*/ 79 h 85"/>
                  <a:gd name="T90" fmla="*/ 6 w 85"/>
                  <a:gd name="T91" fmla="*/ 42 h 85"/>
                  <a:gd name="T92" fmla="*/ 43 w 85"/>
                  <a:gd name="T93" fmla="*/ 5 h 85"/>
                  <a:gd name="T94" fmla="*/ 80 w 85"/>
                  <a:gd name="T95" fmla="*/ 42 h 85"/>
                  <a:gd name="T96" fmla="*/ 43 w 85"/>
                  <a:gd name="T97" fmla="*/ 7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5" h="85">
                    <a:moveTo>
                      <a:pt x="11" y="42"/>
                    </a:moveTo>
                    <a:cubicBezTo>
                      <a:pt x="11" y="55"/>
                      <a:pt x="18" y="65"/>
                      <a:pt x="29" y="7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2" y="34"/>
                      <a:pt x="11" y="38"/>
                      <a:pt x="11" y="42"/>
                    </a:cubicBezTo>
                    <a:close/>
                    <a:moveTo>
                      <a:pt x="64" y="41"/>
                    </a:moveTo>
                    <a:cubicBezTo>
                      <a:pt x="64" y="37"/>
                      <a:pt x="63" y="34"/>
                      <a:pt x="62" y="32"/>
                    </a:cubicBezTo>
                    <a:cubicBezTo>
                      <a:pt x="60" y="30"/>
                      <a:pt x="59" y="28"/>
                      <a:pt x="59" y="25"/>
                    </a:cubicBezTo>
                    <a:cubicBezTo>
                      <a:pt x="59" y="22"/>
                      <a:pt x="61" y="20"/>
                      <a:pt x="64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59" y="15"/>
                      <a:pt x="51" y="11"/>
                      <a:pt x="43" y="11"/>
                    </a:cubicBezTo>
                    <a:cubicBezTo>
                      <a:pt x="32" y="11"/>
                      <a:pt x="22" y="17"/>
                      <a:pt x="16" y="25"/>
                    </a:cubicBezTo>
                    <a:cubicBezTo>
                      <a:pt x="17" y="25"/>
                      <a:pt x="18" y="25"/>
                      <a:pt x="18" y="25"/>
                    </a:cubicBezTo>
                    <a:cubicBezTo>
                      <a:pt x="22" y="25"/>
                      <a:pt x="27" y="25"/>
                      <a:pt x="27" y="25"/>
                    </a:cubicBezTo>
                    <a:cubicBezTo>
                      <a:pt x="29" y="25"/>
                      <a:pt x="29" y="27"/>
                      <a:pt x="27" y="28"/>
                    </a:cubicBezTo>
                    <a:cubicBezTo>
                      <a:pt x="27" y="28"/>
                      <a:pt x="25" y="28"/>
                      <a:pt x="23" y="28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5" y="28"/>
                      <a:pt x="34" y="28"/>
                      <a:pt x="34" y="28"/>
                    </a:cubicBezTo>
                    <a:cubicBezTo>
                      <a:pt x="32" y="27"/>
                      <a:pt x="32" y="25"/>
                      <a:pt x="34" y="25"/>
                    </a:cubicBezTo>
                    <a:cubicBezTo>
                      <a:pt x="34" y="25"/>
                      <a:pt x="39" y="25"/>
                      <a:pt x="42" y="25"/>
                    </a:cubicBezTo>
                    <a:cubicBezTo>
                      <a:pt x="46" y="25"/>
                      <a:pt x="51" y="25"/>
                      <a:pt x="51" y="25"/>
                    </a:cubicBezTo>
                    <a:cubicBezTo>
                      <a:pt x="52" y="25"/>
                      <a:pt x="53" y="27"/>
                      <a:pt x="51" y="28"/>
                    </a:cubicBezTo>
                    <a:cubicBezTo>
                      <a:pt x="51" y="28"/>
                      <a:pt x="49" y="28"/>
                      <a:pt x="47" y="28"/>
                    </a:cubicBezTo>
                    <a:cubicBezTo>
                      <a:pt x="59" y="61"/>
                      <a:pt x="59" y="61"/>
                      <a:pt x="59" y="61"/>
                    </a:cubicBezTo>
                    <a:cubicBezTo>
                      <a:pt x="62" y="51"/>
                      <a:pt x="62" y="51"/>
                      <a:pt x="62" y="51"/>
                    </a:cubicBezTo>
                    <a:cubicBezTo>
                      <a:pt x="63" y="47"/>
                      <a:pt x="64" y="43"/>
                      <a:pt x="64" y="41"/>
                    </a:cubicBezTo>
                    <a:close/>
                    <a:moveTo>
                      <a:pt x="43" y="45"/>
                    </a:moveTo>
                    <a:cubicBezTo>
                      <a:pt x="34" y="72"/>
                      <a:pt x="34" y="72"/>
                      <a:pt x="34" y="72"/>
                    </a:cubicBezTo>
                    <a:cubicBezTo>
                      <a:pt x="37" y="73"/>
                      <a:pt x="40" y="73"/>
                      <a:pt x="43" y="73"/>
                    </a:cubicBezTo>
                    <a:cubicBezTo>
                      <a:pt x="47" y="73"/>
                      <a:pt x="50" y="73"/>
                      <a:pt x="53" y="72"/>
                    </a:cubicBezTo>
                    <a:cubicBezTo>
                      <a:pt x="53" y="71"/>
                      <a:pt x="53" y="71"/>
                      <a:pt x="53" y="71"/>
                    </a:cubicBezTo>
                    <a:lnTo>
                      <a:pt x="43" y="45"/>
                    </a:lnTo>
                    <a:close/>
                    <a:moveTo>
                      <a:pt x="71" y="28"/>
                    </a:moveTo>
                    <a:cubicBezTo>
                      <a:pt x="71" y="29"/>
                      <a:pt x="71" y="30"/>
                      <a:pt x="71" y="31"/>
                    </a:cubicBezTo>
                    <a:cubicBezTo>
                      <a:pt x="71" y="34"/>
                      <a:pt x="70" y="37"/>
                      <a:pt x="69" y="42"/>
                    </a:cubicBezTo>
                    <a:cubicBezTo>
                      <a:pt x="59" y="69"/>
                      <a:pt x="59" y="69"/>
                      <a:pt x="59" y="69"/>
                    </a:cubicBezTo>
                    <a:cubicBezTo>
                      <a:pt x="68" y="64"/>
                      <a:pt x="75" y="54"/>
                      <a:pt x="75" y="42"/>
                    </a:cubicBezTo>
                    <a:cubicBezTo>
                      <a:pt x="75" y="37"/>
                      <a:pt x="73" y="32"/>
                      <a:pt x="71" y="28"/>
                    </a:cubicBezTo>
                    <a:close/>
                    <a:moveTo>
                      <a:pt x="43" y="0"/>
                    </a:moveTo>
                    <a:cubicBezTo>
                      <a:pt x="19" y="0"/>
                      <a:pt x="0" y="19"/>
                      <a:pt x="0" y="42"/>
                    </a:cubicBezTo>
                    <a:cubicBezTo>
                      <a:pt x="0" y="66"/>
                      <a:pt x="19" y="85"/>
                      <a:pt x="43" y="85"/>
                    </a:cubicBezTo>
                    <a:cubicBezTo>
                      <a:pt x="66" y="85"/>
                      <a:pt x="85" y="66"/>
                      <a:pt x="85" y="42"/>
                    </a:cubicBezTo>
                    <a:cubicBezTo>
                      <a:pt x="85" y="19"/>
                      <a:pt x="66" y="0"/>
                      <a:pt x="43" y="0"/>
                    </a:cubicBezTo>
                    <a:close/>
                    <a:moveTo>
                      <a:pt x="43" y="79"/>
                    </a:moveTo>
                    <a:cubicBezTo>
                      <a:pt x="22" y="79"/>
                      <a:pt x="6" y="63"/>
                      <a:pt x="6" y="42"/>
                    </a:cubicBezTo>
                    <a:cubicBezTo>
                      <a:pt x="6" y="22"/>
                      <a:pt x="22" y="5"/>
                      <a:pt x="43" y="5"/>
                    </a:cubicBezTo>
                    <a:cubicBezTo>
                      <a:pt x="63" y="5"/>
                      <a:pt x="80" y="22"/>
                      <a:pt x="80" y="42"/>
                    </a:cubicBezTo>
                    <a:cubicBezTo>
                      <a:pt x="80" y="63"/>
                      <a:pt x="63" y="79"/>
                      <a:pt x="43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315BC3A4-A962-450D-977E-CF4883E5EB62}"/>
                  </a:ext>
                </a:extLst>
              </p:cNvPr>
              <p:cNvSpPr/>
              <p:nvPr/>
            </p:nvSpPr>
            <p:spPr bwMode="auto">
              <a:xfrm>
                <a:off x="10258702" y="5621088"/>
                <a:ext cx="364063" cy="360149"/>
              </a:xfrm>
              <a:custGeom>
                <a:avLst/>
                <a:gdLst>
                  <a:gd name="T0" fmla="*/ 110 w 114"/>
                  <a:gd name="T1" fmla="*/ 90 h 113"/>
                  <a:gd name="T2" fmla="*/ 60 w 114"/>
                  <a:gd name="T3" fmla="*/ 47 h 113"/>
                  <a:gd name="T4" fmla="*/ 64 w 114"/>
                  <a:gd name="T5" fmla="*/ 32 h 113"/>
                  <a:gd name="T6" fmla="*/ 32 w 114"/>
                  <a:gd name="T7" fmla="*/ 0 h 113"/>
                  <a:gd name="T8" fmla="*/ 23 w 114"/>
                  <a:gd name="T9" fmla="*/ 1 h 113"/>
                  <a:gd name="T10" fmla="*/ 41 w 114"/>
                  <a:gd name="T11" fmla="*/ 20 h 113"/>
                  <a:gd name="T12" fmla="*/ 41 w 114"/>
                  <a:gd name="T13" fmla="*/ 30 h 113"/>
                  <a:gd name="T14" fmla="*/ 30 w 114"/>
                  <a:gd name="T15" fmla="*/ 41 h 113"/>
                  <a:gd name="T16" fmla="*/ 20 w 114"/>
                  <a:gd name="T17" fmla="*/ 41 h 113"/>
                  <a:gd name="T18" fmla="*/ 1 w 114"/>
                  <a:gd name="T19" fmla="*/ 23 h 113"/>
                  <a:gd name="T20" fmla="*/ 0 w 114"/>
                  <a:gd name="T21" fmla="*/ 32 h 113"/>
                  <a:gd name="T22" fmla="*/ 32 w 114"/>
                  <a:gd name="T23" fmla="*/ 63 h 113"/>
                  <a:gd name="T24" fmla="*/ 47 w 114"/>
                  <a:gd name="T25" fmla="*/ 60 h 113"/>
                  <a:gd name="T26" fmla="*/ 90 w 114"/>
                  <a:gd name="T27" fmla="*/ 110 h 113"/>
                  <a:gd name="T28" fmla="*/ 100 w 114"/>
                  <a:gd name="T29" fmla="*/ 111 h 113"/>
                  <a:gd name="T30" fmla="*/ 111 w 114"/>
                  <a:gd name="T31" fmla="*/ 100 h 113"/>
                  <a:gd name="T32" fmla="*/ 110 w 114"/>
                  <a:gd name="T33" fmla="*/ 9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4" h="113">
                    <a:moveTo>
                      <a:pt x="110" y="90"/>
                    </a:moveTo>
                    <a:cubicBezTo>
                      <a:pt x="60" y="47"/>
                      <a:pt x="60" y="47"/>
                      <a:pt x="60" y="47"/>
                    </a:cubicBezTo>
                    <a:cubicBezTo>
                      <a:pt x="62" y="42"/>
                      <a:pt x="64" y="37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ubicBezTo>
                      <a:pt x="29" y="0"/>
                      <a:pt x="26" y="0"/>
                      <a:pt x="23" y="1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4" y="22"/>
                      <a:pt x="44" y="27"/>
                      <a:pt x="41" y="3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4"/>
                      <a:pt x="23" y="44"/>
                      <a:pt x="20" y="41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1" y="25"/>
                      <a:pt x="0" y="29"/>
                      <a:pt x="0" y="32"/>
                    </a:cubicBezTo>
                    <a:cubicBezTo>
                      <a:pt x="0" y="49"/>
                      <a:pt x="14" y="63"/>
                      <a:pt x="32" y="63"/>
                    </a:cubicBezTo>
                    <a:cubicBezTo>
                      <a:pt x="37" y="63"/>
                      <a:pt x="42" y="62"/>
                      <a:pt x="47" y="6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3" y="113"/>
                      <a:pt x="97" y="113"/>
                      <a:pt x="100" y="111"/>
                    </a:cubicBezTo>
                    <a:cubicBezTo>
                      <a:pt x="111" y="100"/>
                      <a:pt x="111" y="100"/>
                      <a:pt x="111" y="100"/>
                    </a:cubicBezTo>
                    <a:cubicBezTo>
                      <a:pt x="114" y="97"/>
                      <a:pt x="113" y="93"/>
                      <a:pt x="110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091DB2C9-E787-4DA7-8BFC-3F4A9BE3A773}"/>
                  </a:ext>
                </a:extLst>
              </p:cNvPr>
              <p:cNvSpPr/>
              <p:nvPr/>
            </p:nvSpPr>
            <p:spPr bwMode="auto">
              <a:xfrm>
                <a:off x="9160642" y="5274638"/>
                <a:ext cx="358192" cy="550010"/>
              </a:xfrm>
              <a:custGeom>
                <a:avLst/>
                <a:gdLst>
                  <a:gd name="T0" fmla="*/ 84 w 112"/>
                  <a:gd name="T1" fmla="*/ 3 h 172"/>
                  <a:gd name="T2" fmla="*/ 111 w 112"/>
                  <a:gd name="T3" fmla="*/ 19 h 172"/>
                  <a:gd name="T4" fmla="*/ 110 w 112"/>
                  <a:gd name="T5" fmla="*/ 33 h 172"/>
                  <a:gd name="T6" fmla="*/ 103 w 112"/>
                  <a:gd name="T7" fmla="*/ 44 h 172"/>
                  <a:gd name="T8" fmla="*/ 65 w 112"/>
                  <a:gd name="T9" fmla="*/ 21 h 172"/>
                  <a:gd name="T10" fmla="*/ 72 w 112"/>
                  <a:gd name="T11" fmla="*/ 10 h 172"/>
                  <a:gd name="T12" fmla="*/ 84 w 112"/>
                  <a:gd name="T13" fmla="*/ 3 h 172"/>
                  <a:gd name="T14" fmla="*/ 0 w 112"/>
                  <a:gd name="T15" fmla="*/ 130 h 172"/>
                  <a:gd name="T16" fmla="*/ 1 w 112"/>
                  <a:gd name="T17" fmla="*/ 172 h 172"/>
                  <a:gd name="T18" fmla="*/ 38 w 112"/>
                  <a:gd name="T19" fmla="*/ 153 h 172"/>
                  <a:gd name="T20" fmla="*/ 98 w 112"/>
                  <a:gd name="T21" fmla="*/ 52 h 172"/>
                  <a:gd name="T22" fmla="*/ 60 w 112"/>
                  <a:gd name="T23" fmla="*/ 29 h 172"/>
                  <a:gd name="T24" fmla="*/ 0 w 112"/>
                  <a:gd name="T25" fmla="*/ 130 h 172"/>
                  <a:gd name="T26" fmla="*/ 76 w 112"/>
                  <a:gd name="T27" fmla="*/ 57 h 172"/>
                  <a:gd name="T28" fmla="*/ 30 w 112"/>
                  <a:gd name="T29" fmla="*/ 134 h 172"/>
                  <a:gd name="T30" fmla="*/ 20 w 112"/>
                  <a:gd name="T31" fmla="*/ 128 h 172"/>
                  <a:gd name="T32" fmla="*/ 66 w 112"/>
                  <a:gd name="T33" fmla="*/ 52 h 172"/>
                  <a:gd name="T34" fmla="*/ 76 w 112"/>
                  <a:gd name="T35" fmla="*/ 57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2" h="172">
                    <a:moveTo>
                      <a:pt x="84" y="3"/>
                    </a:moveTo>
                    <a:cubicBezTo>
                      <a:pt x="96" y="0"/>
                      <a:pt x="108" y="7"/>
                      <a:pt x="111" y="19"/>
                    </a:cubicBezTo>
                    <a:cubicBezTo>
                      <a:pt x="112" y="24"/>
                      <a:pt x="112" y="29"/>
                      <a:pt x="110" y="3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72" y="10"/>
                      <a:pt x="72" y="10"/>
                      <a:pt x="72" y="10"/>
                    </a:cubicBezTo>
                    <a:cubicBezTo>
                      <a:pt x="75" y="7"/>
                      <a:pt x="79" y="4"/>
                      <a:pt x="84" y="3"/>
                    </a:cubicBezTo>
                    <a:close/>
                    <a:moveTo>
                      <a:pt x="0" y="130"/>
                    </a:moveTo>
                    <a:cubicBezTo>
                      <a:pt x="1" y="172"/>
                      <a:pt x="1" y="172"/>
                      <a:pt x="1" y="172"/>
                    </a:cubicBezTo>
                    <a:cubicBezTo>
                      <a:pt x="38" y="153"/>
                      <a:pt x="38" y="153"/>
                      <a:pt x="38" y="153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60" y="29"/>
                      <a:pt x="60" y="29"/>
                      <a:pt x="60" y="29"/>
                    </a:cubicBezTo>
                    <a:lnTo>
                      <a:pt x="0" y="130"/>
                    </a:lnTo>
                    <a:close/>
                    <a:moveTo>
                      <a:pt x="76" y="57"/>
                    </a:moveTo>
                    <a:cubicBezTo>
                      <a:pt x="30" y="134"/>
                      <a:pt x="30" y="134"/>
                      <a:pt x="30" y="134"/>
                    </a:cubicBezTo>
                    <a:cubicBezTo>
                      <a:pt x="20" y="128"/>
                      <a:pt x="20" y="128"/>
                      <a:pt x="20" y="128"/>
                    </a:cubicBezTo>
                    <a:cubicBezTo>
                      <a:pt x="66" y="52"/>
                      <a:pt x="66" y="52"/>
                      <a:pt x="66" y="52"/>
                    </a:cubicBezTo>
                    <a:lnTo>
                      <a:pt x="76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46154EE2-A6EF-49EF-A6C9-693BB58A3E1C}"/>
                  </a:ext>
                </a:extLst>
              </p:cNvPr>
              <p:cNvSpPr/>
              <p:nvPr/>
            </p:nvSpPr>
            <p:spPr bwMode="auto">
              <a:xfrm>
                <a:off x="9589295" y="5294212"/>
                <a:ext cx="305342" cy="348404"/>
              </a:xfrm>
              <a:custGeom>
                <a:avLst/>
                <a:gdLst>
                  <a:gd name="T0" fmla="*/ 40 w 95"/>
                  <a:gd name="T1" fmla="*/ 61 h 109"/>
                  <a:gd name="T2" fmla="*/ 34 w 95"/>
                  <a:gd name="T3" fmla="*/ 54 h 109"/>
                  <a:gd name="T4" fmla="*/ 13 w 95"/>
                  <a:gd name="T5" fmla="*/ 75 h 109"/>
                  <a:gd name="T6" fmla="*/ 34 w 95"/>
                  <a:gd name="T7" fmla="*/ 95 h 109"/>
                  <a:gd name="T8" fmla="*/ 40 w 95"/>
                  <a:gd name="T9" fmla="*/ 88 h 109"/>
                  <a:gd name="T10" fmla="*/ 27 w 95"/>
                  <a:gd name="T11" fmla="*/ 75 h 109"/>
                  <a:gd name="T12" fmla="*/ 40 w 95"/>
                  <a:gd name="T13" fmla="*/ 61 h 109"/>
                  <a:gd name="T14" fmla="*/ 54 w 95"/>
                  <a:gd name="T15" fmla="*/ 88 h 109"/>
                  <a:gd name="T16" fmla="*/ 61 w 95"/>
                  <a:gd name="T17" fmla="*/ 95 h 109"/>
                  <a:gd name="T18" fmla="*/ 81 w 95"/>
                  <a:gd name="T19" fmla="*/ 75 h 109"/>
                  <a:gd name="T20" fmla="*/ 61 w 95"/>
                  <a:gd name="T21" fmla="*/ 54 h 109"/>
                  <a:gd name="T22" fmla="*/ 54 w 95"/>
                  <a:gd name="T23" fmla="*/ 61 h 109"/>
                  <a:gd name="T24" fmla="*/ 68 w 95"/>
                  <a:gd name="T25" fmla="*/ 75 h 109"/>
                  <a:gd name="T26" fmla="*/ 54 w 95"/>
                  <a:gd name="T27" fmla="*/ 88 h 109"/>
                  <a:gd name="T28" fmla="*/ 89 w 95"/>
                  <a:gd name="T29" fmla="*/ 21 h 109"/>
                  <a:gd name="T30" fmla="*/ 74 w 95"/>
                  <a:gd name="T31" fmla="*/ 6 h 109"/>
                  <a:gd name="T32" fmla="*/ 59 w 95"/>
                  <a:gd name="T33" fmla="*/ 0 h 109"/>
                  <a:gd name="T34" fmla="*/ 8 w 95"/>
                  <a:gd name="T35" fmla="*/ 0 h 109"/>
                  <a:gd name="T36" fmla="*/ 0 w 95"/>
                  <a:gd name="T37" fmla="*/ 8 h 109"/>
                  <a:gd name="T38" fmla="*/ 0 w 95"/>
                  <a:gd name="T39" fmla="*/ 100 h 109"/>
                  <a:gd name="T40" fmla="*/ 8 w 95"/>
                  <a:gd name="T41" fmla="*/ 109 h 109"/>
                  <a:gd name="T42" fmla="*/ 86 w 95"/>
                  <a:gd name="T43" fmla="*/ 109 h 109"/>
                  <a:gd name="T44" fmla="*/ 95 w 95"/>
                  <a:gd name="T45" fmla="*/ 100 h 109"/>
                  <a:gd name="T46" fmla="*/ 95 w 95"/>
                  <a:gd name="T47" fmla="*/ 36 h 109"/>
                  <a:gd name="T48" fmla="*/ 89 w 95"/>
                  <a:gd name="T49" fmla="*/ 21 h 109"/>
                  <a:gd name="T50" fmla="*/ 84 w 95"/>
                  <a:gd name="T51" fmla="*/ 26 h 109"/>
                  <a:gd name="T52" fmla="*/ 85 w 95"/>
                  <a:gd name="T53" fmla="*/ 27 h 109"/>
                  <a:gd name="T54" fmla="*/ 68 w 95"/>
                  <a:gd name="T55" fmla="*/ 27 h 109"/>
                  <a:gd name="T56" fmla="*/ 68 w 95"/>
                  <a:gd name="T57" fmla="*/ 10 h 109"/>
                  <a:gd name="T58" fmla="*/ 69 w 95"/>
                  <a:gd name="T59" fmla="*/ 11 h 109"/>
                  <a:gd name="T60" fmla="*/ 84 w 95"/>
                  <a:gd name="T61" fmla="*/ 26 h 109"/>
                  <a:gd name="T62" fmla="*/ 88 w 95"/>
                  <a:gd name="T63" fmla="*/ 100 h 109"/>
                  <a:gd name="T64" fmla="*/ 86 w 95"/>
                  <a:gd name="T65" fmla="*/ 102 h 109"/>
                  <a:gd name="T66" fmla="*/ 8 w 95"/>
                  <a:gd name="T67" fmla="*/ 102 h 109"/>
                  <a:gd name="T68" fmla="*/ 6 w 95"/>
                  <a:gd name="T69" fmla="*/ 100 h 109"/>
                  <a:gd name="T70" fmla="*/ 6 w 95"/>
                  <a:gd name="T71" fmla="*/ 8 h 109"/>
                  <a:gd name="T72" fmla="*/ 8 w 95"/>
                  <a:gd name="T73" fmla="*/ 7 h 109"/>
                  <a:gd name="T74" fmla="*/ 59 w 95"/>
                  <a:gd name="T75" fmla="*/ 7 h 109"/>
                  <a:gd name="T76" fmla="*/ 61 w 95"/>
                  <a:gd name="T77" fmla="*/ 7 h 109"/>
                  <a:gd name="T78" fmla="*/ 61 w 95"/>
                  <a:gd name="T79" fmla="*/ 34 h 109"/>
                  <a:gd name="T80" fmla="*/ 88 w 95"/>
                  <a:gd name="T81" fmla="*/ 34 h 109"/>
                  <a:gd name="T82" fmla="*/ 88 w 95"/>
                  <a:gd name="T83" fmla="*/ 36 h 109"/>
                  <a:gd name="T84" fmla="*/ 88 w 95"/>
                  <a:gd name="T85" fmla="*/ 10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5" h="109">
                    <a:moveTo>
                      <a:pt x="40" y="61"/>
                    </a:moveTo>
                    <a:cubicBezTo>
                      <a:pt x="34" y="54"/>
                      <a:pt x="34" y="54"/>
                      <a:pt x="34" y="54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27" y="75"/>
                      <a:pt x="27" y="75"/>
                      <a:pt x="27" y="75"/>
                    </a:cubicBezTo>
                    <a:lnTo>
                      <a:pt x="40" y="61"/>
                    </a:lnTo>
                    <a:close/>
                    <a:moveTo>
                      <a:pt x="54" y="88"/>
                    </a:moveTo>
                    <a:cubicBezTo>
                      <a:pt x="61" y="95"/>
                      <a:pt x="61" y="95"/>
                      <a:pt x="61" y="95"/>
                    </a:cubicBezTo>
                    <a:cubicBezTo>
                      <a:pt x="81" y="75"/>
                      <a:pt x="81" y="75"/>
                      <a:pt x="81" y="75"/>
                    </a:cubicBezTo>
                    <a:cubicBezTo>
                      <a:pt x="61" y="54"/>
                      <a:pt x="61" y="54"/>
                      <a:pt x="61" y="54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68" y="75"/>
                      <a:pt x="68" y="75"/>
                      <a:pt x="68" y="75"/>
                    </a:cubicBezTo>
                    <a:lnTo>
                      <a:pt x="54" y="88"/>
                    </a:lnTo>
                    <a:close/>
                    <a:moveTo>
                      <a:pt x="89" y="21"/>
                    </a:moveTo>
                    <a:cubicBezTo>
                      <a:pt x="74" y="6"/>
                      <a:pt x="74" y="6"/>
                      <a:pt x="74" y="6"/>
                    </a:cubicBezTo>
                    <a:cubicBezTo>
                      <a:pt x="70" y="3"/>
                      <a:pt x="64" y="0"/>
                      <a:pt x="5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0" y="105"/>
                      <a:pt x="3" y="109"/>
                      <a:pt x="8" y="109"/>
                    </a:cubicBezTo>
                    <a:cubicBezTo>
                      <a:pt x="86" y="109"/>
                      <a:pt x="86" y="109"/>
                      <a:pt x="86" y="109"/>
                    </a:cubicBezTo>
                    <a:cubicBezTo>
                      <a:pt x="91" y="109"/>
                      <a:pt x="95" y="105"/>
                      <a:pt x="95" y="100"/>
                    </a:cubicBezTo>
                    <a:cubicBezTo>
                      <a:pt x="95" y="36"/>
                      <a:pt x="95" y="36"/>
                      <a:pt x="95" y="36"/>
                    </a:cubicBezTo>
                    <a:cubicBezTo>
                      <a:pt x="95" y="31"/>
                      <a:pt x="92" y="24"/>
                      <a:pt x="89" y="21"/>
                    </a:cubicBezTo>
                    <a:close/>
                    <a:moveTo>
                      <a:pt x="84" y="26"/>
                    </a:moveTo>
                    <a:cubicBezTo>
                      <a:pt x="84" y="26"/>
                      <a:pt x="85" y="27"/>
                      <a:pt x="85" y="27"/>
                    </a:cubicBezTo>
                    <a:cubicBezTo>
                      <a:pt x="68" y="27"/>
                      <a:pt x="68" y="27"/>
                      <a:pt x="68" y="27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10"/>
                      <a:pt x="68" y="10"/>
                      <a:pt x="69" y="11"/>
                    </a:cubicBezTo>
                    <a:lnTo>
                      <a:pt x="84" y="26"/>
                    </a:lnTo>
                    <a:close/>
                    <a:moveTo>
                      <a:pt x="88" y="100"/>
                    </a:moveTo>
                    <a:cubicBezTo>
                      <a:pt x="88" y="101"/>
                      <a:pt x="87" y="102"/>
                      <a:pt x="86" y="102"/>
                    </a:cubicBezTo>
                    <a:cubicBezTo>
                      <a:pt x="8" y="102"/>
                      <a:pt x="8" y="102"/>
                      <a:pt x="8" y="102"/>
                    </a:cubicBezTo>
                    <a:cubicBezTo>
                      <a:pt x="7" y="102"/>
                      <a:pt x="6" y="101"/>
                      <a:pt x="6" y="100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7"/>
                      <a:pt x="7" y="7"/>
                      <a:pt x="8" y="7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60" y="7"/>
                      <a:pt x="60" y="7"/>
                      <a:pt x="61" y="7"/>
                    </a:cubicBezTo>
                    <a:cubicBezTo>
                      <a:pt x="61" y="34"/>
                      <a:pt x="61" y="34"/>
                      <a:pt x="61" y="34"/>
                    </a:cubicBezTo>
                    <a:cubicBezTo>
                      <a:pt x="88" y="34"/>
                      <a:pt x="88" y="34"/>
                      <a:pt x="88" y="34"/>
                    </a:cubicBezTo>
                    <a:cubicBezTo>
                      <a:pt x="88" y="34"/>
                      <a:pt x="88" y="35"/>
                      <a:pt x="88" y="36"/>
                    </a:cubicBezTo>
                    <a:lnTo>
                      <a:pt x="88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E6625882-2A86-4D53-99C8-34D2B16F29EA}"/>
                  </a:ext>
                </a:extLst>
              </p:cNvPr>
              <p:cNvSpPr/>
              <p:nvPr/>
            </p:nvSpPr>
            <p:spPr bwMode="auto">
              <a:xfrm>
                <a:off x="9029500" y="1945216"/>
                <a:ext cx="401253" cy="297514"/>
              </a:xfrm>
              <a:custGeom>
                <a:avLst/>
                <a:gdLst>
                  <a:gd name="T0" fmla="*/ 101 w 125"/>
                  <a:gd name="T1" fmla="*/ 0 h 93"/>
                  <a:gd name="T2" fmla="*/ 23 w 125"/>
                  <a:gd name="T3" fmla="*/ 0 h 93"/>
                  <a:gd name="T4" fmla="*/ 0 w 125"/>
                  <a:gd name="T5" fmla="*/ 23 h 93"/>
                  <a:gd name="T6" fmla="*/ 0 w 125"/>
                  <a:gd name="T7" fmla="*/ 70 h 93"/>
                  <a:gd name="T8" fmla="*/ 23 w 125"/>
                  <a:gd name="T9" fmla="*/ 93 h 93"/>
                  <a:gd name="T10" fmla="*/ 101 w 125"/>
                  <a:gd name="T11" fmla="*/ 93 h 93"/>
                  <a:gd name="T12" fmla="*/ 125 w 125"/>
                  <a:gd name="T13" fmla="*/ 70 h 93"/>
                  <a:gd name="T14" fmla="*/ 125 w 125"/>
                  <a:gd name="T15" fmla="*/ 23 h 93"/>
                  <a:gd name="T16" fmla="*/ 101 w 125"/>
                  <a:gd name="T17" fmla="*/ 0 h 93"/>
                  <a:gd name="T18" fmla="*/ 47 w 125"/>
                  <a:gd name="T19" fmla="*/ 78 h 93"/>
                  <a:gd name="T20" fmla="*/ 47 w 125"/>
                  <a:gd name="T21" fmla="*/ 15 h 93"/>
                  <a:gd name="T22" fmla="*/ 86 w 125"/>
                  <a:gd name="T23" fmla="*/ 46 h 93"/>
                  <a:gd name="T24" fmla="*/ 47 w 125"/>
                  <a:gd name="T25" fmla="*/ 78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93">
                    <a:moveTo>
                      <a:pt x="101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1" y="0"/>
                      <a:pt x="0" y="10"/>
                      <a:pt x="0" y="23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83"/>
                      <a:pt x="11" y="93"/>
                      <a:pt x="23" y="93"/>
                    </a:cubicBezTo>
                    <a:cubicBezTo>
                      <a:pt x="101" y="93"/>
                      <a:pt x="101" y="93"/>
                      <a:pt x="101" y="93"/>
                    </a:cubicBezTo>
                    <a:cubicBezTo>
                      <a:pt x="114" y="93"/>
                      <a:pt x="125" y="83"/>
                      <a:pt x="125" y="70"/>
                    </a:cubicBezTo>
                    <a:cubicBezTo>
                      <a:pt x="125" y="23"/>
                      <a:pt x="125" y="23"/>
                      <a:pt x="125" y="23"/>
                    </a:cubicBezTo>
                    <a:cubicBezTo>
                      <a:pt x="125" y="10"/>
                      <a:pt x="114" y="0"/>
                      <a:pt x="101" y="0"/>
                    </a:cubicBezTo>
                    <a:close/>
                    <a:moveTo>
                      <a:pt x="47" y="78"/>
                    </a:moveTo>
                    <a:cubicBezTo>
                      <a:pt x="47" y="15"/>
                      <a:pt x="47" y="15"/>
                      <a:pt x="47" y="15"/>
                    </a:cubicBezTo>
                    <a:cubicBezTo>
                      <a:pt x="86" y="46"/>
                      <a:pt x="86" y="46"/>
                      <a:pt x="86" y="46"/>
                    </a:cubicBezTo>
                    <a:lnTo>
                      <a:pt x="47" y="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>
                <a:extLst>
                  <a:ext uri="{FF2B5EF4-FFF2-40B4-BE49-F238E27FC236}">
                    <a16:creationId xmlns:a16="http://schemas.microsoft.com/office/drawing/2014/main" id="{F6F9FA05-B0F3-4BAB-BBFE-226DE2325CD6}"/>
                  </a:ext>
                </a:extLst>
              </p:cNvPr>
              <p:cNvSpPr/>
              <p:nvPr/>
            </p:nvSpPr>
            <p:spPr bwMode="auto">
              <a:xfrm>
                <a:off x="8534298" y="4360564"/>
                <a:ext cx="207476" cy="211392"/>
              </a:xfrm>
              <a:custGeom>
                <a:avLst/>
                <a:gdLst>
                  <a:gd name="T0" fmla="*/ 61 w 65"/>
                  <a:gd name="T1" fmla="*/ 19 h 66"/>
                  <a:gd name="T2" fmla="*/ 47 w 65"/>
                  <a:gd name="T3" fmla="*/ 4 h 66"/>
                  <a:gd name="T4" fmla="*/ 51 w 65"/>
                  <a:gd name="T5" fmla="*/ 0 h 66"/>
                  <a:gd name="T6" fmla="*/ 65 w 65"/>
                  <a:gd name="T7" fmla="*/ 15 h 66"/>
                  <a:gd name="T8" fmla="*/ 61 w 65"/>
                  <a:gd name="T9" fmla="*/ 19 h 66"/>
                  <a:gd name="T10" fmla="*/ 57 w 65"/>
                  <a:gd name="T11" fmla="*/ 23 h 66"/>
                  <a:gd name="T12" fmla="*/ 55 w 65"/>
                  <a:gd name="T13" fmla="*/ 46 h 66"/>
                  <a:gd name="T14" fmla="*/ 10 w 65"/>
                  <a:gd name="T15" fmla="*/ 66 h 66"/>
                  <a:gd name="T16" fmla="*/ 6 w 65"/>
                  <a:gd name="T17" fmla="*/ 63 h 66"/>
                  <a:gd name="T18" fmla="*/ 24 w 65"/>
                  <a:gd name="T19" fmla="*/ 45 h 66"/>
                  <a:gd name="T20" fmla="*/ 26 w 65"/>
                  <a:gd name="T21" fmla="*/ 46 h 66"/>
                  <a:gd name="T22" fmla="*/ 32 w 65"/>
                  <a:gd name="T23" fmla="*/ 39 h 66"/>
                  <a:gd name="T24" fmla="*/ 26 w 65"/>
                  <a:gd name="T25" fmla="*/ 33 h 66"/>
                  <a:gd name="T26" fmla="*/ 20 w 65"/>
                  <a:gd name="T27" fmla="*/ 39 h 66"/>
                  <a:gd name="T28" fmla="*/ 21 w 65"/>
                  <a:gd name="T29" fmla="*/ 42 h 66"/>
                  <a:gd name="T30" fmla="*/ 3 w 65"/>
                  <a:gd name="T31" fmla="*/ 59 h 66"/>
                  <a:gd name="T32" fmla="*/ 0 w 65"/>
                  <a:gd name="T33" fmla="*/ 56 h 66"/>
                  <a:gd name="T34" fmla="*/ 20 w 65"/>
                  <a:gd name="T35" fmla="*/ 10 h 66"/>
                  <a:gd name="T36" fmla="*/ 43 w 65"/>
                  <a:gd name="T37" fmla="*/ 8 h 66"/>
                  <a:gd name="T38" fmla="*/ 57 w 65"/>
                  <a:gd name="T39" fmla="*/ 2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5" h="66">
                    <a:moveTo>
                      <a:pt x="61" y="19"/>
                    </a:moveTo>
                    <a:cubicBezTo>
                      <a:pt x="47" y="4"/>
                      <a:pt x="47" y="4"/>
                      <a:pt x="47" y="4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65" y="15"/>
                      <a:pt x="65" y="15"/>
                      <a:pt x="65" y="15"/>
                    </a:cubicBezTo>
                    <a:lnTo>
                      <a:pt x="61" y="19"/>
                    </a:lnTo>
                    <a:close/>
                    <a:moveTo>
                      <a:pt x="57" y="23"/>
                    </a:moveTo>
                    <a:cubicBezTo>
                      <a:pt x="55" y="46"/>
                      <a:pt x="55" y="46"/>
                      <a:pt x="55" y="46"/>
                    </a:cubicBezTo>
                    <a:cubicBezTo>
                      <a:pt x="37" y="46"/>
                      <a:pt x="10" y="66"/>
                      <a:pt x="10" y="66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5" y="45"/>
                      <a:pt x="25" y="46"/>
                      <a:pt x="26" y="46"/>
                    </a:cubicBezTo>
                    <a:cubicBezTo>
                      <a:pt x="30" y="46"/>
                      <a:pt x="32" y="43"/>
                      <a:pt x="32" y="39"/>
                    </a:cubicBezTo>
                    <a:cubicBezTo>
                      <a:pt x="32" y="36"/>
                      <a:pt x="30" y="33"/>
                      <a:pt x="26" y="33"/>
                    </a:cubicBezTo>
                    <a:cubicBezTo>
                      <a:pt x="23" y="33"/>
                      <a:pt x="20" y="36"/>
                      <a:pt x="20" y="39"/>
                    </a:cubicBezTo>
                    <a:cubicBezTo>
                      <a:pt x="20" y="40"/>
                      <a:pt x="20" y="41"/>
                      <a:pt x="21" y="42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20" y="29"/>
                      <a:pt x="20" y="10"/>
                    </a:cubicBezTo>
                    <a:cubicBezTo>
                      <a:pt x="43" y="8"/>
                      <a:pt x="43" y="8"/>
                      <a:pt x="43" y="8"/>
                    </a:cubicBezTo>
                    <a:lnTo>
                      <a:pt x="57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97214A7C-67D5-4DA9-B52D-15CC02F6E1BF}"/>
                  </a:ext>
                </a:extLst>
              </p:cNvPr>
              <p:cNvSpPr/>
              <p:nvPr/>
            </p:nvSpPr>
            <p:spPr bwMode="auto">
              <a:xfrm>
                <a:off x="8890530" y="4113940"/>
                <a:ext cx="279899" cy="268154"/>
              </a:xfrm>
              <a:custGeom>
                <a:avLst/>
                <a:gdLst>
                  <a:gd name="T0" fmla="*/ 55 w 88"/>
                  <a:gd name="T1" fmla="*/ 59 h 84"/>
                  <a:gd name="T2" fmla="*/ 53 w 88"/>
                  <a:gd name="T3" fmla="*/ 53 h 84"/>
                  <a:gd name="T4" fmla="*/ 61 w 88"/>
                  <a:gd name="T5" fmla="*/ 38 h 84"/>
                  <a:gd name="T6" fmla="*/ 63 w 88"/>
                  <a:gd name="T7" fmla="*/ 26 h 84"/>
                  <a:gd name="T8" fmla="*/ 44 w 88"/>
                  <a:gd name="T9" fmla="*/ 0 h 84"/>
                  <a:gd name="T10" fmla="*/ 25 w 88"/>
                  <a:gd name="T11" fmla="*/ 26 h 84"/>
                  <a:gd name="T12" fmla="*/ 28 w 88"/>
                  <a:gd name="T13" fmla="*/ 38 h 84"/>
                  <a:gd name="T14" fmla="*/ 36 w 88"/>
                  <a:gd name="T15" fmla="*/ 53 h 84"/>
                  <a:gd name="T16" fmla="*/ 33 w 88"/>
                  <a:gd name="T17" fmla="*/ 59 h 84"/>
                  <a:gd name="T18" fmla="*/ 0 w 88"/>
                  <a:gd name="T19" fmla="*/ 84 h 84"/>
                  <a:gd name="T20" fmla="*/ 44 w 88"/>
                  <a:gd name="T21" fmla="*/ 84 h 84"/>
                  <a:gd name="T22" fmla="*/ 88 w 88"/>
                  <a:gd name="T23" fmla="*/ 84 h 84"/>
                  <a:gd name="T24" fmla="*/ 55 w 88"/>
                  <a:gd name="T25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4">
                    <a:moveTo>
                      <a:pt x="55" y="59"/>
                    </a:moveTo>
                    <a:cubicBezTo>
                      <a:pt x="53" y="59"/>
                      <a:pt x="53" y="53"/>
                      <a:pt x="53" y="53"/>
                    </a:cubicBezTo>
                    <a:cubicBezTo>
                      <a:pt x="53" y="53"/>
                      <a:pt x="59" y="46"/>
                      <a:pt x="61" y="38"/>
                    </a:cubicBezTo>
                    <a:cubicBezTo>
                      <a:pt x="64" y="38"/>
                      <a:pt x="67" y="29"/>
                      <a:pt x="63" y="26"/>
                    </a:cubicBezTo>
                    <a:cubicBezTo>
                      <a:pt x="63" y="22"/>
                      <a:pt x="68" y="0"/>
                      <a:pt x="44" y="0"/>
                    </a:cubicBezTo>
                    <a:cubicBezTo>
                      <a:pt x="21" y="0"/>
                      <a:pt x="25" y="22"/>
                      <a:pt x="25" y="26"/>
                    </a:cubicBezTo>
                    <a:cubicBezTo>
                      <a:pt x="22" y="29"/>
                      <a:pt x="24" y="38"/>
                      <a:pt x="28" y="38"/>
                    </a:cubicBezTo>
                    <a:cubicBezTo>
                      <a:pt x="29" y="46"/>
                      <a:pt x="36" y="53"/>
                      <a:pt x="36" y="53"/>
                    </a:cubicBezTo>
                    <a:cubicBezTo>
                      <a:pt x="36" y="53"/>
                      <a:pt x="35" y="59"/>
                      <a:pt x="33" y="59"/>
                    </a:cubicBezTo>
                    <a:cubicBezTo>
                      <a:pt x="26" y="60"/>
                      <a:pt x="0" y="72"/>
                      <a:pt x="0" y="84"/>
                    </a:cubicBezTo>
                    <a:cubicBezTo>
                      <a:pt x="44" y="84"/>
                      <a:pt x="44" y="84"/>
                      <a:pt x="44" y="84"/>
                    </a:cubicBezTo>
                    <a:cubicBezTo>
                      <a:pt x="88" y="84"/>
                      <a:pt x="88" y="84"/>
                      <a:pt x="88" y="84"/>
                    </a:cubicBezTo>
                    <a:cubicBezTo>
                      <a:pt x="88" y="72"/>
                      <a:pt x="62" y="60"/>
                      <a:pt x="55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E7C64501-ED8E-4268-83DB-A60F3C02CDFE}"/>
                  </a:ext>
                </a:extLst>
              </p:cNvPr>
              <p:cNvSpPr/>
              <p:nvPr/>
            </p:nvSpPr>
            <p:spPr bwMode="auto">
              <a:xfrm>
                <a:off x="8039093" y="4581743"/>
                <a:ext cx="262282" cy="262282"/>
              </a:xfrm>
              <a:custGeom>
                <a:avLst/>
                <a:gdLst>
                  <a:gd name="T0" fmla="*/ 0 w 82"/>
                  <a:gd name="T1" fmla="*/ 41 h 82"/>
                  <a:gd name="T2" fmla="*/ 82 w 82"/>
                  <a:gd name="T3" fmla="*/ 41 h 82"/>
                  <a:gd name="T4" fmla="*/ 64 w 82"/>
                  <a:gd name="T5" fmla="*/ 55 h 82"/>
                  <a:gd name="T6" fmla="*/ 77 w 82"/>
                  <a:gd name="T7" fmla="*/ 44 h 82"/>
                  <a:gd name="T8" fmla="*/ 64 w 82"/>
                  <a:gd name="T9" fmla="*/ 55 h 82"/>
                  <a:gd name="T10" fmla="*/ 16 w 82"/>
                  <a:gd name="T11" fmla="*/ 38 h 82"/>
                  <a:gd name="T12" fmla="*/ 8 w 82"/>
                  <a:gd name="T13" fmla="*/ 27 h 82"/>
                  <a:gd name="T14" fmla="*/ 59 w 82"/>
                  <a:gd name="T15" fmla="*/ 27 h 82"/>
                  <a:gd name="T16" fmla="*/ 44 w 82"/>
                  <a:gd name="T17" fmla="*/ 38 h 82"/>
                  <a:gd name="T18" fmla="*/ 59 w 82"/>
                  <a:gd name="T19" fmla="*/ 27 h 82"/>
                  <a:gd name="T20" fmla="*/ 44 w 82"/>
                  <a:gd name="T21" fmla="*/ 5 h 82"/>
                  <a:gd name="T22" fmla="*/ 54 w 82"/>
                  <a:gd name="T23" fmla="*/ 14 h 82"/>
                  <a:gd name="T24" fmla="*/ 44 w 82"/>
                  <a:gd name="T25" fmla="*/ 22 h 82"/>
                  <a:gd name="T26" fmla="*/ 35 w 82"/>
                  <a:gd name="T27" fmla="*/ 7 h 82"/>
                  <a:gd name="T28" fmla="*/ 38 w 82"/>
                  <a:gd name="T29" fmla="*/ 22 h 82"/>
                  <a:gd name="T30" fmla="*/ 28 w 82"/>
                  <a:gd name="T31" fmla="*/ 14 h 82"/>
                  <a:gd name="T32" fmla="*/ 38 w 82"/>
                  <a:gd name="T33" fmla="*/ 38 h 82"/>
                  <a:gd name="T34" fmla="*/ 23 w 82"/>
                  <a:gd name="T35" fmla="*/ 27 h 82"/>
                  <a:gd name="T36" fmla="*/ 8 w 82"/>
                  <a:gd name="T37" fmla="*/ 55 h 82"/>
                  <a:gd name="T38" fmla="*/ 16 w 82"/>
                  <a:gd name="T39" fmla="*/ 44 h 82"/>
                  <a:gd name="T40" fmla="*/ 8 w 82"/>
                  <a:gd name="T41" fmla="*/ 55 h 82"/>
                  <a:gd name="T42" fmla="*/ 38 w 82"/>
                  <a:gd name="T43" fmla="*/ 44 h 82"/>
                  <a:gd name="T44" fmla="*/ 23 w 82"/>
                  <a:gd name="T45" fmla="*/ 55 h 82"/>
                  <a:gd name="T46" fmla="*/ 38 w 82"/>
                  <a:gd name="T47" fmla="*/ 60 h 82"/>
                  <a:gd name="T48" fmla="*/ 35 w 82"/>
                  <a:gd name="T49" fmla="*/ 74 h 82"/>
                  <a:gd name="T50" fmla="*/ 25 w 82"/>
                  <a:gd name="T51" fmla="*/ 60 h 82"/>
                  <a:gd name="T52" fmla="*/ 54 w 82"/>
                  <a:gd name="T53" fmla="*/ 67 h 82"/>
                  <a:gd name="T54" fmla="*/ 44 w 82"/>
                  <a:gd name="T55" fmla="*/ 76 h 82"/>
                  <a:gd name="T56" fmla="*/ 57 w 82"/>
                  <a:gd name="T57" fmla="*/ 60 h 82"/>
                  <a:gd name="T58" fmla="*/ 44 w 82"/>
                  <a:gd name="T59" fmla="*/ 55 h 82"/>
                  <a:gd name="T60" fmla="*/ 60 w 82"/>
                  <a:gd name="T61" fmla="*/ 44 h 82"/>
                  <a:gd name="T62" fmla="*/ 44 w 82"/>
                  <a:gd name="T63" fmla="*/ 55 h 82"/>
                  <a:gd name="T64" fmla="*/ 64 w 82"/>
                  <a:gd name="T65" fmla="*/ 27 h 82"/>
                  <a:gd name="T66" fmla="*/ 77 w 82"/>
                  <a:gd name="T67" fmla="*/ 38 h 82"/>
                  <a:gd name="T68" fmla="*/ 71 w 82"/>
                  <a:gd name="T69" fmla="*/ 22 h 82"/>
                  <a:gd name="T70" fmla="*/ 57 w 82"/>
                  <a:gd name="T71" fmla="*/ 9 h 82"/>
                  <a:gd name="T72" fmla="*/ 71 w 82"/>
                  <a:gd name="T73" fmla="*/ 22 h 82"/>
                  <a:gd name="T74" fmla="*/ 26 w 82"/>
                  <a:gd name="T75" fmla="*/ 9 h 82"/>
                  <a:gd name="T76" fmla="*/ 11 w 82"/>
                  <a:gd name="T77" fmla="*/ 22 h 82"/>
                  <a:gd name="T78" fmla="*/ 11 w 82"/>
                  <a:gd name="T79" fmla="*/ 60 h 82"/>
                  <a:gd name="T80" fmla="*/ 26 w 82"/>
                  <a:gd name="T81" fmla="*/ 73 h 82"/>
                  <a:gd name="T82" fmla="*/ 11 w 82"/>
                  <a:gd name="T83" fmla="*/ 60 h 82"/>
                  <a:gd name="T84" fmla="*/ 57 w 82"/>
                  <a:gd name="T85" fmla="*/ 73 h 82"/>
                  <a:gd name="T86" fmla="*/ 71 w 82"/>
                  <a:gd name="T87" fmla="*/ 6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2" h="82">
                    <a:moveTo>
                      <a:pt x="41" y="0"/>
                    </a:move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64" y="82"/>
                      <a:pt x="82" y="64"/>
                      <a:pt x="82" y="41"/>
                    </a:cubicBezTo>
                    <a:cubicBezTo>
                      <a:pt x="82" y="18"/>
                      <a:pt x="64" y="0"/>
                      <a:pt x="41" y="0"/>
                    </a:cubicBezTo>
                    <a:close/>
                    <a:moveTo>
                      <a:pt x="64" y="55"/>
                    </a:moveTo>
                    <a:cubicBezTo>
                      <a:pt x="65" y="51"/>
                      <a:pt x="66" y="47"/>
                      <a:pt x="66" y="44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76" y="47"/>
                      <a:pt x="76" y="51"/>
                      <a:pt x="74" y="55"/>
                    </a:cubicBezTo>
                    <a:lnTo>
                      <a:pt x="64" y="55"/>
                    </a:lnTo>
                    <a:close/>
                    <a:moveTo>
                      <a:pt x="18" y="27"/>
                    </a:moveTo>
                    <a:cubicBezTo>
                      <a:pt x="17" y="31"/>
                      <a:pt x="17" y="34"/>
                      <a:pt x="16" y="38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6" y="34"/>
                      <a:pt x="7" y="31"/>
                      <a:pt x="8" y="27"/>
                    </a:cubicBezTo>
                    <a:lnTo>
                      <a:pt x="18" y="27"/>
                    </a:lnTo>
                    <a:close/>
                    <a:moveTo>
                      <a:pt x="59" y="27"/>
                    </a:moveTo>
                    <a:cubicBezTo>
                      <a:pt x="60" y="31"/>
                      <a:pt x="60" y="34"/>
                      <a:pt x="60" y="38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44" y="27"/>
                      <a:pt x="44" y="27"/>
                      <a:pt x="44" y="27"/>
                    </a:cubicBezTo>
                    <a:lnTo>
                      <a:pt x="59" y="27"/>
                    </a:lnTo>
                    <a:close/>
                    <a:moveTo>
                      <a:pt x="44" y="22"/>
                    </a:moveTo>
                    <a:cubicBezTo>
                      <a:pt x="44" y="5"/>
                      <a:pt x="44" y="5"/>
                      <a:pt x="44" y="5"/>
                    </a:cubicBezTo>
                    <a:cubicBezTo>
                      <a:pt x="45" y="6"/>
                      <a:pt x="46" y="6"/>
                      <a:pt x="48" y="7"/>
                    </a:cubicBezTo>
                    <a:cubicBezTo>
                      <a:pt x="50" y="9"/>
                      <a:pt x="52" y="11"/>
                      <a:pt x="54" y="14"/>
                    </a:cubicBezTo>
                    <a:cubicBezTo>
                      <a:pt x="55" y="17"/>
                      <a:pt x="56" y="19"/>
                      <a:pt x="57" y="22"/>
                    </a:cubicBezTo>
                    <a:cubicBezTo>
                      <a:pt x="44" y="22"/>
                      <a:pt x="44" y="22"/>
                      <a:pt x="44" y="22"/>
                    </a:cubicBezTo>
                    <a:close/>
                    <a:moveTo>
                      <a:pt x="28" y="14"/>
                    </a:moveTo>
                    <a:cubicBezTo>
                      <a:pt x="30" y="11"/>
                      <a:pt x="32" y="9"/>
                      <a:pt x="35" y="7"/>
                    </a:cubicBezTo>
                    <a:cubicBezTo>
                      <a:pt x="36" y="6"/>
                      <a:pt x="37" y="6"/>
                      <a:pt x="38" y="5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6" y="19"/>
                      <a:pt x="27" y="17"/>
                      <a:pt x="28" y="14"/>
                    </a:cubicBezTo>
                    <a:close/>
                    <a:moveTo>
                      <a:pt x="38" y="27"/>
                    </a:moveTo>
                    <a:cubicBezTo>
                      <a:pt x="38" y="38"/>
                      <a:pt x="38" y="38"/>
                      <a:pt x="38" y="38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22" y="34"/>
                      <a:pt x="23" y="31"/>
                      <a:pt x="23" y="27"/>
                    </a:cubicBezTo>
                    <a:lnTo>
                      <a:pt x="38" y="27"/>
                    </a:lnTo>
                    <a:close/>
                    <a:moveTo>
                      <a:pt x="8" y="55"/>
                    </a:moveTo>
                    <a:cubicBezTo>
                      <a:pt x="7" y="51"/>
                      <a:pt x="6" y="47"/>
                      <a:pt x="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7" y="47"/>
                      <a:pt x="17" y="51"/>
                      <a:pt x="18" y="55"/>
                    </a:cubicBezTo>
                    <a:lnTo>
                      <a:pt x="8" y="55"/>
                    </a:lnTo>
                    <a:close/>
                    <a:moveTo>
                      <a:pt x="22" y="44"/>
                    </a:moveTo>
                    <a:cubicBezTo>
                      <a:pt x="38" y="44"/>
                      <a:pt x="38" y="44"/>
                      <a:pt x="38" y="44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23" y="51"/>
                      <a:pt x="22" y="47"/>
                      <a:pt x="22" y="44"/>
                    </a:cubicBezTo>
                    <a:close/>
                    <a:moveTo>
                      <a:pt x="38" y="6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37" y="76"/>
                      <a:pt x="36" y="75"/>
                      <a:pt x="35" y="74"/>
                    </a:cubicBezTo>
                    <a:cubicBezTo>
                      <a:pt x="32" y="73"/>
                      <a:pt x="30" y="70"/>
                      <a:pt x="28" y="67"/>
                    </a:cubicBezTo>
                    <a:cubicBezTo>
                      <a:pt x="27" y="65"/>
                      <a:pt x="26" y="63"/>
                      <a:pt x="25" y="60"/>
                    </a:cubicBezTo>
                    <a:cubicBezTo>
                      <a:pt x="38" y="60"/>
                      <a:pt x="38" y="60"/>
                      <a:pt x="38" y="60"/>
                    </a:cubicBezTo>
                    <a:close/>
                    <a:moveTo>
                      <a:pt x="54" y="67"/>
                    </a:moveTo>
                    <a:cubicBezTo>
                      <a:pt x="52" y="70"/>
                      <a:pt x="50" y="73"/>
                      <a:pt x="48" y="74"/>
                    </a:cubicBezTo>
                    <a:cubicBezTo>
                      <a:pt x="46" y="75"/>
                      <a:pt x="45" y="76"/>
                      <a:pt x="44" y="76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6" y="63"/>
                      <a:pt x="55" y="65"/>
                      <a:pt x="54" y="67"/>
                    </a:cubicBezTo>
                    <a:close/>
                    <a:moveTo>
                      <a:pt x="44" y="55"/>
                    </a:moveTo>
                    <a:cubicBezTo>
                      <a:pt x="44" y="44"/>
                      <a:pt x="44" y="44"/>
                      <a:pt x="44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7"/>
                      <a:pt x="60" y="51"/>
                      <a:pt x="59" y="55"/>
                    </a:cubicBezTo>
                    <a:lnTo>
                      <a:pt x="44" y="55"/>
                    </a:lnTo>
                    <a:close/>
                    <a:moveTo>
                      <a:pt x="66" y="38"/>
                    </a:moveTo>
                    <a:cubicBezTo>
                      <a:pt x="66" y="34"/>
                      <a:pt x="65" y="31"/>
                      <a:pt x="64" y="27"/>
                    </a:cubicBezTo>
                    <a:cubicBezTo>
                      <a:pt x="74" y="27"/>
                      <a:pt x="74" y="27"/>
                      <a:pt x="74" y="27"/>
                    </a:cubicBezTo>
                    <a:cubicBezTo>
                      <a:pt x="76" y="31"/>
                      <a:pt x="76" y="34"/>
                      <a:pt x="77" y="38"/>
                    </a:cubicBezTo>
                    <a:lnTo>
                      <a:pt x="66" y="38"/>
                    </a:lnTo>
                    <a:close/>
                    <a:moveTo>
                      <a:pt x="71" y="22"/>
                    </a:moveTo>
                    <a:cubicBezTo>
                      <a:pt x="63" y="22"/>
                      <a:pt x="63" y="22"/>
                      <a:pt x="63" y="22"/>
                    </a:cubicBezTo>
                    <a:cubicBezTo>
                      <a:pt x="61" y="17"/>
                      <a:pt x="59" y="12"/>
                      <a:pt x="57" y="9"/>
                    </a:cubicBezTo>
                    <a:cubicBezTo>
                      <a:pt x="60" y="10"/>
                      <a:pt x="63" y="13"/>
                      <a:pt x="66" y="16"/>
                    </a:cubicBezTo>
                    <a:cubicBezTo>
                      <a:pt x="68" y="17"/>
                      <a:pt x="70" y="19"/>
                      <a:pt x="71" y="22"/>
                    </a:cubicBezTo>
                    <a:close/>
                    <a:moveTo>
                      <a:pt x="16" y="16"/>
                    </a:moveTo>
                    <a:cubicBezTo>
                      <a:pt x="19" y="13"/>
                      <a:pt x="22" y="10"/>
                      <a:pt x="26" y="9"/>
                    </a:cubicBezTo>
                    <a:cubicBezTo>
                      <a:pt x="23" y="12"/>
                      <a:pt x="21" y="17"/>
                      <a:pt x="19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19"/>
                      <a:pt x="14" y="17"/>
                      <a:pt x="16" y="16"/>
                    </a:cubicBezTo>
                    <a:close/>
                    <a:moveTo>
                      <a:pt x="11" y="60"/>
                    </a:moveTo>
                    <a:cubicBezTo>
                      <a:pt x="19" y="60"/>
                      <a:pt x="19" y="60"/>
                      <a:pt x="19" y="60"/>
                    </a:cubicBezTo>
                    <a:cubicBezTo>
                      <a:pt x="21" y="65"/>
                      <a:pt x="23" y="69"/>
                      <a:pt x="26" y="73"/>
                    </a:cubicBezTo>
                    <a:cubicBezTo>
                      <a:pt x="22" y="71"/>
                      <a:pt x="19" y="69"/>
                      <a:pt x="16" y="66"/>
                    </a:cubicBezTo>
                    <a:cubicBezTo>
                      <a:pt x="14" y="64"/>
                      <a:pt x="12" y="62"/>
                      <a:pt x="11" y="60"/>
                    </a:cubicBezTo>
                    <a:close/>
                    <a:moveTo>
                      <a:pt x="66" y="66"/>
                    </a:moveTo>
                    <a:cubicBezTo>
                      <a:pt x="63" y="69"/>
                      <a:pt x="60" y="71"/>
                      <a:pt x="57" y="73"/>
                    </a:cubicBezTo>
                    <a:cubicBezTo>
                      <a:pt x="59" y="69"/>
                      <a:pt x="61" y="65"/>
                      <a:pt x="63" y="60"/>
                    </a:cubicBezTo>
                    <a:cubicBezTo>
                      <a:pt x="71" y="60"/>
                      <a:pt x="71" y="60"/>
                      <a:pt x="71" y="60"/>
                    </a:cubicBezTo>
                    <a:cubicBezTo>
                      <a:pt x="70" y="62"/>
                      <a:pt x="68" y="64"/>
                      <a:pt x="66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CE951208-3016-4894-9ECF-53982D6162E8}"/>
                  </a:ext>
                </a:extLst>
              </p:cNvPr>
              <p:cNvSpPr/>
              <p:nvPr/>
            </p:nvSpPr>
            <p:spPr bwMode="auto">
              <a:xfrm>
                <a:off x="8820067" y="2931711"/>
                <a:ext cx="219221" cy="232922"/>
              </a:xfrm>
              <a:custGeom>
                <a:avLst/>
                <a:gdLst>
                  <a:gd name="T0" fmla="*/ 62 w 69"/>
                  <a:gd name="T1" fmla="*/ 0 h 73"/>
                  <a:gd name="T2" fmla="*/ 7 w 69"/>
                  <a:gd name="T3" fmla="*/ 0 h 73"/>
                  <a:gd name="T4" fmla="*/ 0 w 69"/>
                  <a:gd name="T5" fmla="*/ 7 h 73"/>
                  <a:gd name="T6" fmla="*/ 0 w 69"/>
                  <a:gd name="T7" fmla="*/ 66 h 73"/>
                  <a:gd name="T8" fmla="*/ 7 w 69"/>
                  <a:gd name="T9" fmla="*/ 73 h 73"/>
                  <a:gd name="T10" fmla="*/ 62 w 69"/>
                  <a:gd name="T11" fmla="*/ 73 h 73"/>
                  <a:gd name="T12" fmla="*/ 69 w 69"/>
                  <a:gd name="T13" fmla="*/ 66 h 73"/>
                  <a:gd name="T14" fmla="*/ 69 w 69"/>
                  <a:gd name="T15" fmla="*/ 7 h 73"/>
                  <a:gd name="T16" fmla="*/ 62 w 69"/>
                  <a:gd name="T17" fmla="*/ 0 h 73"/>
                  <a:gd name="T18" fmla="*/ 60 w 69"/>
                  <a:gd name="T19" fmla="*/ 64 h 73"/>
                  <a:gd name="T20" fmla="*/ 10 w 69"/>
                  <a:gd name="T21" fmla="*/ 64 h 73"/>
                  <a:gd name="T22" fmla="*/ 10 w 69"/>
                  <a:gd name="T23" fmla="*/ 9 h 73"/>
                  <a:gd name="T24" fmla="*/ 60 w 69"/>
                  <a:gd name="T25" fmla="*/ 9 h 73"/>
                  <a:gd name="T26" fmla="*/ 60 w 69"/>
                  <a:gd name="T27" fmla="*/ 64 h 73"/>
                  <a:gd name="T28" fmla="*/ 19 w 69"/>
                  <a:gd name="T29" fmla="*/ 32 h 73"/>
                  <a:gd name="T30" fmla="*/ 51 w 69"/>
                  <a:gd name="T31" fmla="*/ 32 h 73"/>
                  <a:gd name="T32" fmla="*/ 51 w 69"/>
                  <a:gd name="T33" fmla="*/ 37 h 73"/>
                  <a:gd name="T34" fmla="*/ 19 w 69"/>
                  <a:gd name="T35" fmla="*/ 37 h 73"/>
                  <a:gd name="T36" fmla="*/ 19 w 69"/>
                  <a:gd name="T37" fmla="*/ 32 h 73"/>
                  <a:gd name="T38" fmla="*/ 19 w 69"/>
                  <a:gd name="T39" fmla="*/ 41 h 73"/>
                  <a:gd name="T40" fmla="*/ 51 w 69"/>
                  <a:gd name="T41" fmla="*/ 41 h 73"/>
                  <a:gd name="T42" fmla="*/ 51 w 69"/>
                  <a:gd name="T43" fmla="*/ 46 h 73"/>
                  <a:gd name="T44" fmla="*/ 19 w 69"/>
                  <a:gd name="T45" fmla="*/ 46 h 73"/>
                  <a:gd name="T46" fmla="*/ 19 w 69"/>
                  <a:gd name="T47" fmla="*/ 41 h 73"/>
                  <a:gd name="T48" fmla="*/ 19 w 69"/>
                  <a:gd name="T49" fmla="*/ 50 h 73"/>
                  <a:gd name="T50" fmla="*/ 51 w 69"/>
                  <a:gd name="T51" fmla="*/ 50 h 73"/>
                  <a:gd name="T52" fmla="*/ 51 w 69"/>
                  <a:gd name="T53" fmla="*/ 55 h 73"/>
                  <a:gd name="T54" fmla="*/ 19 w 69"/>
                  <a:gd name="T55" fmla="*/ 55 h 73"/>
                  <a:gd name="T56" fmla="*/ 19 w 69"/>
                  <a:gd name="T57" fmla="*/ 50 h 73"/>
                  <a:gd name="T58" fmla="*/ 19 w 69"/>
                  <a:gd name="T59" fmla="*/ 23 h 73"/>
                  <a:gd name="T60" fmla="*/ 51 w 69"/>
                  <a:gd name="T61" fmla="*/ 23 h 73"/>
                  <a:gd name="T62" fmla="*/ 51 w 69"/>
                  <a:gd name="T63" fmla="*/ 27 h 73"/>
                  <a:gd name="T64" fmla="*/ 19 w 69"/>
                  <a:gd name="T65" fmla="*/ 27 h 73"/>
                  <a:gd name="T66" fmla="*/ 19 w 69"/>
                  <a:gd name="T67" fmla="*/ 2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9" h="73">
                    <a:moveTo>
                      <a:pt x="62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70"/>
                      <a:pt x="4" y="73"/>
                      <a:pt x="7" y="73"/>
                    </a:cubicBezTo>
                    <a:cubicBezTo>
                      <a:pt x="62" y="73"/>
                      <a:pt x="62" y="73"/>
                      <a:pt x="62" y="73"/>
                    </a:cubicBezTo>
                    <a:cubicBezTo>
                      <a:pt x="66" y="73"/>
                      <a:pt x="69" y="70"/>
                      <a:pt x="69" y="66"/>
                    </a:cubicBezTo>
                    <a:cubicBezTo>
                      <a:pt x="69" y="7"/>
                      <a:pt x="69" y="7"/>
                      <a:pt x="69" y="7"/>
                    </a:cubicBezTo>
                    <a:cubicBezTo>
                      <a:pt x="69" y="3"/>
                      <a:pt x="66" y="0"/>
                      <a:pt x="62" y="0"/>
                    </a:cubicBezTo>
                    <a:close/>
                    <a:moveTo>
                      <a:pt x="60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60" y="9"/>
                      <a:pt x="60" y="9"/>
                      <a:pt x="60" y="9"/>
                    </a:cubicBezTo>
                    <a:lnTo>
                      <a:pt x="60" y="64"/>
                    </a:lnTo>
                    <a:close/>
                    <a:moveTo>
                      <a:pt x="19" y="32"/>
                    </a:moveTo>
                    <a:cubicBezTo>
                      <a:pt x="51" y="32"/>
                      <a:pt x="51" y="32"/>
                      <a:pt x="51" y="32"/>
                    </a:cubicBezTo>
                    <a:cubicBezTo>
                      <a:pt x="51" y="37"/>
                      <a:pt x="51" y="37"/>
                      <a:pt x="51" y="37"/>
                    </a:cubicBezTo>
                    <a:cubicBezTo>
                      <a:pt x="19" y="37"/>
                      <a:pt x="19" y="37"/>
                      <a:pt x="19" y="37"/>
                    </a:cubicBezTo>
                    <a:lnTo>
                      <a:pt x="19" y="32"/>
                    </a:lnTo>
                    <a:close/>
                    <a:moveTo>
                      <a:pt x="19" y="41"/>
                    </a:move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19" y="46"/>
                      <a:pt x="19" y="46"/>
                      <a:pt x="19" y="46"/>
                    </a:cubicBezTo>
                    <a:lnTo>
                      <a:pt x="19" y="41"/>
                    </a:lnTo>
                    <a:close/>
                    <a:moveTo>
                      <a:pt x="19" y="50"/>
                    </a:move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19" y="55"/>
                      <a:pt x="19" y="55"/>
                      <a:pt x="19" y="55"/>
                    </a:cubicBezTo>
                    <a:lnTo>
                      <a:pt x="19" y="50"/>
                    </a:lnTo>
                    <a:close/>
                    <a:moveTo>
                      <a:pt x="19" y="23"/>
                    </a:move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19" y="27"/>
                      <a:pt x="19" y="27"/>
                      <a:pt x="19" y="27"/>
                    </a:cubicBezTo>
                    <a:lnTo>
                      <a:pt x="19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5AB8D7D3-ED2D-4B34-B33C-3A11639168FD}"/>
                  </a:ext>
                </a:extLst>
              </p:cNvPr>
              <p:cNvSpPr/>
              <p:nvPr/>
            </p:nvSpPr>
            <p:spPr bwMode="auto">
              <a:xfrm>
                <a:off x="8998183" y="1536132"/>
                <a:ext cx="242709" cy="281856"/>
              </a:xfrm>
              <a:custGeom>
                <a:avLst/>
                <a:gdLst>
                  <a:gd name="T0" fmla="*/ 54 w 76"/>
                  <a:gd name="T1" fmla="*/ 0 h 88"/>
                  <a:gd name="T2" fmla="*/ 14 w 76"/>
                  <a:gd name="T3" fmla="*/ 28 h 88"/>
                  <a:gd name="T4" fmla="*/ 17 w 76"/>
                  <a:gd name="T5" fmla="*/ 65 h 88"/>
                  <a:gd name="T6" fmla="*/ 49 w 76"/>
                  <a:gd name="T7" fmla="*/ 27 h 88"/>
                  <a:gd name="T8" fmla="*/ 33 w 76"/>
                  <a:gd name="T9" fmla="*/ 74 h 88"/>
                  <a:gd name="T10" fmla="*/ 70 w 76"/>
                  <a:gd name="T11" fmla="*/ 57 h 88"/>
                  <a:gd name="T12" fmla="*/ 54 w 76"/>
                  <a:gd name="T13" fmla="*/ 0 h 88"/>
                  <a:gd name="T14" fmla="*/ 4 w 76"/>
                  <a:gd name="T15" fmla="*/ 78 h 88"/>
                  <a:gd name="T16" fmla="*/ 10 w 76"/>
                  <a:gd name="T17" fmla="*/ 83 h 88"/>
                  <a:gd name="T18" fmla="*/ 47 w 76"/>
                  <a:gd name="T19" fmla="*/ 41 h 88"/>
                  <a:gd name="T20" fmla="*/ 4 w 76"/>
                  <a:gd name="T21" fmla="*/ 7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8">
                    <a:moveTo>
                      <a:pt x="54" y="0"/>
                    </a:moveTo>
                    <a:cubicBezTo>
                      <a:pt x="41" y="23"/>
                      <a:pt x="30" y="12"/>
                      <a:pt x="14" y="28"/>
                    </a:cubicBezTo>
                    <a:cubicBezTo>
                      <a:pt x="0" y="42"/>
                      <a:pt x="5" y="59"/>
                      <a:pt x="17" y="65"/>
                    </a:cubicBezTo>
                    <a:cubicBezTo>
                      <a:pt x="28" y="59"/>
                      <a:pt x="40" y="46"/>
                      <a:pt x="49" y="27"/>
                    </a:cubicBezTo>
                    <a:cubicBezTo>
                      <a:pt x="49" y="27"/>
                      <a:pt x="57" y="51"/>
                      <a:pt x="33" y="74"/>
                    </a:cubicBezTo>
                    <a:cubicBezTo>
                      <a:pt x="45" y="88"/>
                      <a:pt x="64" y="79"/>
                      <a:pt x="70" y="57"/>
                    </a:cubicBezTo>
                    <a:cubicBezTo>
                      <a:pt x="76" y="33"/>
                      <a:pt x="60" y="9"/>
                      <a:pt x="54" y="0"/>
                    </a:cubicBezTo>
                    <a:close/>
                    <a:moveTo>
                      <a:pt x="4" y="78"/>
                    </a:moveTo>
                    <a:cubicBezTo>
                      <a:pt x="4" y="78"/>
                      <a:pt x="5" y="83"/>
                      <a:pt x="10" y="83"/>
                    </a:cubicBezTo>
                    <a:cubicBezTo>
                      <a:pt x="15" y="83"/>
                      <a:pt x="36" y="71"/>
                      <a:pt x="47" y="41"/>
                    </a:cubicBezTo>
                    <a:cubicBezTo>
                      <a:pt x="30" y="70"/>
                      <a:pt x="6" y="78"/>
                      <a:pt x="4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AA2665A-27D2-4063-BCE1-B22DB3E079F6}"/>
                  </a:ext>
                </a:extLst>
              </p:cNvPr>
              <p:cNvSpPr/>
              <p:nvPr/>
            </p:nvSpPr>
            <p:spPr bwMode="auto">
              <a:xfrm>
                <a:off x="8685011" y="3366239"/>
                <a:ext cx="246623" cy="246624"/>
              </a:xfrm>
              <a:custGeom>
                <a:avLst/>
                <a:gdLst>
                  <a:gd name="T0" fmla="*/ 53 w 77"/>
                  <a:gd name="T1" fmla="*/ 30 h 77"/>
                  <a:gd name="T2" fmla="*/ 25 w 77"/>
                  <a:gd name="T3" fmla="*/ 2 h 77"/>
                  <a:gd name="T4" fmla="*/ 38 w 77"/>
                  <a:gd name="T5" fmla="*/ 0 h 77"/>
                  <a:gd name="T6" fmla="*/ 53 w 77"/>
                  <a:gd name="T7" fmla="*/ 3 h 77"/>
                  <a:gd name="T8" fmla="*/ 53 w 77"/>
                  <a:gd name="T9" fmla="*/ 30 h 77"/>
                  <a:gd name="T10" fmla="*/ 58 w 77"/>
                  <a:gd name="T11" fmla="*/ 53 h 77"/>
                  <a:gd name="T12" fmla="*/ 58 w 77"/>
                  <a:gd name="T13" fmla="*/ 5 h 77"/>
                  <a:gd name="T14" fmla="*/ 77 w 77"/>
                  <a:gd name="T15" fmla="*/ 39 h 77"/>
                  <a:gd name="T16" fmla="*/ 74 w 77"/>
                  <a:gd name="T17" fmla="*/ 53 h 77"/>
                  <a:gd name="T18" fmla="*/ 58 w 77"/>
                  <a:gd name="T19" fmla="*/ 53 h 77"/>
                  <a:gd name="T20" fmla="*/ 24 w 77"/>
                  <a:gd name="T21" fmla="*/ 58 h 77"/>
                  <a:gd name="T22" fmla="*/ 72 w 77"/>
                  <a:gd name="T23" fmla="*/ 58 h 77"/>
                  <a:gd name="T24" fmla="*/ 38 w 77"/>
                  <a:gd name="T25" fmla="*/ 77 h 77"/>
                  <a:gd name="T26" fmla="*/ 24 w 77"/>
                  <a:gd name="T27" fmla="*/ 74 h 77"/>
                  <a:gd name="T28" fmla="*/ 24 w 77"/>
                  <a:gd name="T29" fmla="*/ 58 h 77"/>
                  <a:gd name="T30" fmla="*/ 32 w 77"/>
                  <a:gd name="T31" fmla="*/ 17 h 77"/>
                  <a:gd name="T32" fmla="*/ 1 w 77"/>
                  <a:gd name="T33" fmla="*/ 48 h 77"/>
                  <a:gd name="T34" fmla="*/ 0 w 77"/>
                  <a:gd name="T35" fmla="*/ 39 h 77"/>
                  <a:gd name="T36" fmla="*/ 20 w 77"/>
                  <a:gd name="T37" fmla="*/ 5 h 77"/>
                  <a:gd name="T38" fmla="*/ 32 w 77"/>
                  <a:gd name="T39" fmla="*/ 17 h 77"/>
                  <a:gd name="T40" fmla="*/ 19 w 77"/>
                  <a:gd name="T41" fmla="*/ 38 h 77"/>
                  <a:gd name="T42" fmla="*/ 19 w 77"/>
                  <a:gd name="T43" fmla="*/ 72 h 77"/>
                  <a:gd name="T44" fmla="*/ 3 w 77"/>
                  <a:gd name="T45" fmla="*/ 54 h 77"/>
                  <a:gd name="T46" fmla="*/ 19 w 77"/>
                  <a:gd name="T47" fmla="*/ 3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7" h="77">
                    <a:moveTo>
                      <a:pt x="53" y="30"/>
                    </a:moveTo>
                    <a:cubicBezTo>
                      <a:pt x="25" y="2"/>
                      <a:pt x="25" y="2"/>
                      <a:pt x="25" y="2"/>
                    </a:cubicBezTo>
                    <a:cubicBezTo>
                      <a:pt x="29" y="1"/>
                      <a:pt x="34" y="0"/>
                      <a:pt x="38" y="0"/>
                    </a:cubicBezTo>
                    <a:cubicBezTo>
                      <a:pt x="43" y="0"/>
                      <a:pt x="48" y="1"/>
                      <a:pt x="53" y="3"/>
                    </a:cubicBezTo>
                    <a:lnTo>
                      <a:pt x="53" y="30"/>
                    </a:lnTo>
                    <a:close/>
                    <a:moveTo>
                      <a:pt x="58" y="53"/>
                    </a:moveTo>
                    <a:cubicBezTo>
                      <a:pt x="58" y="5"/>
                      <a:pt x="58" y="5"/>
                      <a:pt x="58" y="5"/>
                    </a:cubicBezTo>
                    <a:cubicBezTo>
                      <a:pt x="69" y="12"/>
                      <a:pt x="77" y="24"/>
                      <a:pt x="77" y="39"/>
                    </a:cubicBezTo>
                    <a:cubicBezTo>
                      <a:pt x="77" y="44"/>
                      <a:pt x="76" y="49"/>
                      <a:pt x="74" y="53"/>
                    </a:cubicBezTo>
                    <a:lnTo>
                      <a:pt x="58" y="53"/>
                    </a:lnTo>
                    <a:close/>
                    <a:moveTo>
                      <a:pt x="24" y="58"/>
                    </a:moveTo>
                    <a:cubicBezTo>
                      <a:pt x="72" y="58"/>
                      <a:pt x="72" y="58"/>
                      <a:pt x="72" y="58"/>
                    </a:cubicBezTo>
                    <a:cubicBezTo>
                      <a:pt x="65" y="69"/>
                      <a:pt x="53" y="77"/>
                      <a:pt x="38" y="77"/>
                    </a:cubicBezTo>
                    <a:cubicBezTo>
                      <a:pt x="33" y="77"/>
                      <a:pt x="28" y="76"/>
                      <a:pt x="24" y="74"/>
                    </a:cubicBezTo>
                    <a:lnTo>
                      <a:pt x="24" y="58"/>
                    </a:lnTo>
                    <a:close/>
                    <a:moveTo>
                      <a:pt x="32" y="17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0" y="45"/>
                      <a:pt x="0" y="42"/>
                      <a:pt x="0" y="39"/>
                    </a:cubicBezTo>
                    <a:cubicBezTo>
                      <a:pt x="0" y="24"/>
                      <a:pt x="8" y="12"/>
                      <a:pt x="20" y="5"/>
                    </a:cubicBezTo>
                    <a:lnTo>
                      <a:pt x="32" y="17"/>
                    </a:lnTo>
                    <a:close/>
                    <a:moveTo>
                      <a:pt x="19" y="38"/>
                    </a:moveTo>
                    <a:cubicBezTo>
                      <a:pt x="19" y="72"/>
                      <a:pt x="19" y="72"/>
                      <a:pt x="19" y="72"/>
                    </a:cubicBezTo>
                    <a:cubicBezTo>
                      <a:pt x="12" y="68"/>
                      <a:pt x="6" y="62"/>
                      <a:pt x="3" y="54"/>
                    </a:cubicBezTo>
                    <a:lnTo>
                      <a:pt x="1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ABA7E80B-F665-422A-89E3-28E127982AA8}"/>
                  </a:ext>
                </a:extLst>
              </p:cNvPr>
              <p:cNvSpPr/>
              <p:nvPr/>
            </p:nvSpPr>
            <p:spPr bwMode="auto">
              <a:xfrm>
                <a:off x="8260272" y="4031732"/>
                <a:ext cx="229008" cy="197690"/>
              </a:xfrm>
              <a:custGeom>
                <a:avLst/>
                <a:gdLst>
                  <a:gd name="T0" fmla="*/ 18 w 72"/>
                  <a:gd name="T1" fmla="*/ 0 h 62"/>
                  <a:gd name="T2" fmla="*/ 54 w 72"/>
                  <a:gd name="T3" fmla="*/ 0 h 62"/>
                  <a:gd name="T4" fmla="*/ 54 w 72"/>
                  <a:gd name="T5" fmla="*/ 9 h 62"/>
                  <a:gd name="T6" fmla="*/ 18 w 72"/>
                  <a:gd name="T7" fmla="*/ 9 h 62"/>
                  <a:gd name="T8" fmla="*/ 18 w 72"/>
                  <a:gd name="T9" fmla="*/ 0 h 62"/>
                  <a:gd name="T10" fmla="*/ 67 w 72"/>
                  <a:gd name="T11" fmla="*/ 13 h 62"/>
                  <a:gd name="T12" fmla="*/ 4 w 72"/>
                  <a:gd name="T13" fmla="*/ 13 h 62"/>
                  <a:gd name="T14" fmla="*/ 0 w 72"/>
                  <a:gd name="T15" fmla="*/ 18 h 62"/>
                  <a:gd name="T16" fmla="*/ 0 w 72"/>
                  <a:gd name="T17" fmla="*/ 40 h 62"/>
                  <a:gd name="T18" fmla="*/ 4 w 72"/>
                  <a:gd name="T19" fmla="*/ 44 h 62"/>
                  <a:gd name="T20" fmla="*/ 18 w 72"/>
                  <a:gd name="T21" fmla="*/ 44 h 62"/>
                  <a:gd name="T22" fmla="*/ 18 w 72"/>
                  <a:gd name="T23" fmla="*/ 62 h 62"/>
                  <a:gd name="T24" fmla="*/ 54 w 72"/>
                  <a:gd name="T25" fmla="*/ 62 h 62"/>
                  <a:gd name="T26" fmla="*/ 54 w 72"/>
                  <a:gd name="T27" fmla="*/ 44 h 62"/>
                  <a:gd name="T28" fmla="*/ 67 w 72"/>
                  <a:gd name="T29" fmla="*/ 44 h 62"/>
                  <a:gd name="T30" fmla="*/ 72 w 72"/>
                  <a:gd name="T31" fmla="*/ 40 h 62"/>
                  <a:gd name="T32" fmla="*/ 72 w 72"/>
                  <a:gd name="T33" fmla="*/ 18 h 62"/>
                  <a:gd name="T34" fmla="*/ 67 w 72"/>
                  <a:gd name="T35" fmla="*/ 13 h 62"/>
                  <a:gd name="T36" fmla="*/ 49 w 72"/>
                  <a:gd name="T37" fmla="*/ 58 h 62"/>
                  <a:gd name="T38" fmla="*/ 22 w 72"/>
                  <a:gd name="T39" fmla="*/ 58 h 62"/>
                  <a:gd name="T40" fmla="*/ 22 w 72"/>
                  <a:gd name="T41" fmla="*/ 35 h 62"/>
                  <a:gd name="T42" fmla="*/ 49 w 72"/>
                  <a:gd name="T43" fmla="*/ 35 h 62"/>
                  <a:gd name="T44" fmla="*/ 49 w 72"/>
                  <a:gd name="T45" fmla="*/ 58 h 62"/>
                  <a:gd name="T46" fmla="*/ 68 w 72"/>
                  <a:gd name="T47" fmla="*/ 20 h 62"/>
                  <a:gd name="T48" fmla="*/ 65 w 72"/>
                  <a:gd name="T49" fmla="*/ 23 h 62"/>
                  <a:gd name="T50" fmla="*/ 62 w 72"/>
                  <a:gd name="T51" fmla="*/ 20 h 62"/>
                  <a:gd name="T52" fmla="*/ 65 w 72"/>
                  <a:gd name="T53" fmla="*/ 17 h 62"/>
                  <a:gd name="T54" fmla="*/ 68 w 72"/>
                  <a:gd name="T55" fmla="*/ 2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2" h="62">
                    <a:moveTo>
                      <a:pt x="18" y="0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18" y="9"/>
                      <a:pt x="18" y="9"/>
                      <a:pt x="18" y="9"/>
                    </a:cubicBezTo>
                    <a:lnTo>
                      <a:pt x="18" y="0"/>
                    </a:lnTo>
                    <a:close/>
                    <a:moveTo>
                      <a:pt x="67" y="13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2" y="13"/>
                      <a:pt x="0" y="15"/>
                      <a:pt x="0" y="1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4" y="44"/>
                      <a:pt x="54" y="44"/>
                      <a:pt x="54" y="44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70" y="44"/>
                      <a:pt x="72" y="42"/>
                      <a:pt x="72" y="40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2" y="15"/>
                      <a:pt x="70" y="13"/>
                      <a:pt x="67" y="13"/>
                    </a:cubicBezTo>
                    <a:close/>
                    <a:moveTo>
                      <a:pt x="49" y="58"/>
                    </a:moveTo>
                    <a:cubicBezTo>
                      <a:pt x="22" y="58"/>
                      <a:pt x="22" y="58"/>
                      <a:pt x="22" y="58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49" y="35"/>
                      <a:pt x="49" y="35"/>
                      <a:pt x="49" y="35"/>
                    </a:cubicBezTo>
                    <a:lnTo>
                      <a:pt x="49" y="58"/>
                    </a:lnTo>
                    <a:close/>
                    <a:moveTo>
                      <a:pt x="68" y="20"/>
                    </a:moveTo>
                    <a:cubicBezTo>
                      <a:pt x="68" y="22"/>
                      <a:pt x="67" y="23"/>
                      <a:pt x="65" y="23"/>
                    </a:cubicBezTo>
                    <a:cubicBezTo>
                      <a:pt x="63" y="23"/>
                      <a:pt x="62" y="22"/>
                      <a:pt x="62" y="20"/>
                    </a:cubicBezTo>
                    <a:cubicBezTo>
                      <a:pt x="62" y="18"/>
                      <a:pt x="63" y="17"/>
                      <a:pt x="65" y="17"/>
                    </a:cubicBezTo>
                    <a:cubicBezTo>
                      <a:pt x="67" y="17"/>
                      <a:pt x="68" y="18"/>
                      <a:pt x="68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>
                <a:extLst>
                  <a:ext uri="{FF2B5EF4-FFF2-40B4-BE49-F238E27FC236}">
                    <a16:creationId xmlns:a16="http://schemas.microsoft.com/office/drawing/2014/main" id="{70E75D61-4AC2-4D13-98C6-48B5C6CDB81E}"/>
                  </a:ext>
                </a:extLst>
              </p:cNvPr>
              <p:cNvSpPr/>
              <p:nvPr/>
            </p:nvSpPr>
            <p:spPr bwMode="auto">
              <a:xfrm>
                <a:off x="8610632" y="3841870"/>
                <a:ext cx="230965" cy="230966"/>
              </a:xfrm>
              <a:custGeom>
                <a:avLst/>
                <a:gdLst>
                  <a:gd name="T0" fmla="*/ 13 w 72"/>
                  <a:gd name="T1" fmla="*/ 36 h 72"/>
                  <a:gd name="T2" fmla="*/ 13 w 72"/>
                  <a:gd name="T3" fmla="*/ 33 h 72"/>
                  <a:gd name="T4" fmla="*/ 1 w 72"/>
                  <a:gd name="T5" fmla="*/ 29 h 72"/>
                  <a:gd name="T6" fmla="*/ 0 w 72"/>
                  <a:gd name="T7" fmla="*/ 36 h 72"/>
                  <a:gd name="T8" fmla="*/ 11 w 72"/>
                  <a:gd name="T9" fmla="*/ 62 h 72"/>
                  <a:gd name="T10" fmla="*/ 19 w 72"/>
                  <a:gd name="T11" fmla="*/ 51 h 72"/>
                  <a:gd name="T12" fmla="*/ 13 w 72"/>
                  <a:gd name="T13" fmla="*/ 36 h 72"/>
                  <a:gd name="T14" fmla="*/ 58 w 72"/>
                  <a:gd name="T15" fmla="*/ 36 h 72"/>
                  <a:gd name="T16" fmla="*/ 52 w 72"/>
                  <a:gd name="T17" fmla="*/ 51 h 72"/>
                  <a:gd name="T18" fmla="*/ 60 w 72"/>
                  <a:gd name="T19" fmla="*/ 62 h 72"/>
                  <a:gd name="T20" fmla="*/ 72 w 72"/>
                  <a:gd name="T21" fmla="*/ 36 h 72"/>
                  <a:gd name="T22" fmla="*/ 71 w 72"/>
                  <a:gd name="T23" fmla="*/ 29 h 72"/>
                  <a:gd name="T24" fmla="*/ 58 w 72"/>
                  <a:gd name="T25" fmla="*/ 33 h 72"/>
                  <a:gd name="T26" fmla="*/ 58 w 72"/>
                  <a:gd name="T27" fmla="*/ 36 h 72"/>
                  <a:gd name="T28" fmla="*/ 40 w 72"/>
                  <a:gd name="T29" fmla="*/ 14 h 72"/>
                  <a:gd name="T30" fmla="*/ 55 w 72"/>
                  <a:gd name="T31" fmla="*/ 25 h 72"/>
                  <a:gd name="T32" fmla="*/ 68 w 72"/>
                  <a:gd name="T33" fmla="*/ 21 h 72"/>
                  <a:gd name="T34" fmla="*/ 40 w 72"/>
                  <a:gd name="T35" fmla="*/ 0 h 72"/>
                  <a:gd name="T36" fmla="*/ 40 w 72"/>
                  <a:gd name="T37" fmla="*/ 14 h 72"/>
                  <a:gd name="T38" fmla="*/ 16 w 72"/>
                  <a:gd name="T39" fmla="*/ 25 h 72"/>
                  <a:gd name="T40" fmla="*/ 31 w 72"/>
                  <a:gd name="T41" fmla="*/ 14 h 72"/>
                  <a:gd name="T42" fmla="*/ 31 w 72"/>
                  <a:gd name="T43" fmla="*/ 0 h 72"/>
                  <a:gd name="T44" fmla="*/ 3 w 72"/>
                  <a:gd name="T45" fmla="*/ 21 h 72"/>
                  <a:gd name="T46" fmla="*/ 16 w 72"/>
                  <a:gd name="T47" fmla="*/ 25 h 72"/>
                  <a:gd name="T48" fmla="*/ 45 w 72"/>
                  <a:gd name="T49" fmla="*/ 56 h 72"/>
                  <a:gd name="T50" fmla="*/ 36 w 72"/>
                  <a:gd name="T51" fmla="*/ 58 h 72"/>
                  <a:gd name="T52" fmla="*/ 26 w 72"/>
                  <a:gd name="T53" fmla="*/ 56 h 72"/>
                  <a:gd name="T54" fmla="*/ 18 w 72"/>
                  <a:gd name="T55" fmla="*/ 67 h 72"/>
                  <a:gd name="T56" fmla="*/ 36 w 72"/>
                  <a:gd name="T57" fmla="*/ 72 h 72"/>
                  <a:gd name="T58" fmla="*/ 53 w 72"/>
                  <a:gd name="T59" fmla="*/ 67 h 72"/>
                  <a:gd name="T60" fmla="*/ 45 w 72"/>
                  <a:gd name="T61" fmla="*/ 5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72">
                    <a:moveTo>
                      <a:pt x="13" y="36"/>
                    </a:moveTo>
                    <a:cubicBezTo>
                      <a:pt x="13" y="35"/>
                      <a:pt x="13" y="34"/>
                      <a:pt x="13" y="33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31"/>
                      <a:pt x="0" y="34"/>
                      <a:pt x="0" y="36"/>
                    </a:cubicBezTo>
                    <a:cubicBezTo>
                      <a:pt x="0" y="46"/>
                      <a:pt x="4" y="56"/>
                      <a:pt x="11" y="62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6" y="47"/>
                      <a:pt x="13" y="42"/>
                      <a:pt x="13" y="36"/>
                    </a:cubicBezTo>
                    <a:close/>
                    <a:moveTo>
                      <a:pt x="58" y="36"/>
                    </a:moveTo>
                    <a:cubicBezTo>
                      <a:pt x="58" y="42"/>
                      <a:pt x="56" y="47"/>
                      <a:pt x="52" y="51"/>
                    </a:cubicBezTo>
                    <a:cubicBezTo>
                      <a:pt x="60" y="62"/>
                      <a:pt x="60" y="62"/>
                      <a:pt x="60" y="62"/>
                    </a:cubicBezTo>
                    <a:cubicBezTo>
                      <a:pt x="67" y="56"/>
                      <a:pt x="72" y="46"/>
                      <a:pt x="72" y="36"/>
                    </a:cubicBezTo>
                    <a:cubicBezTo>
                      <a:pt x="72" y="34"/>
                      <a:pt x="71" y="31"/>
                      <a:pt x="71" y="29"/>
                    </a:cubicBezTo>
                    <a:cubicBezTo>
                      <a:pt x="58" y="33"/>
                      <a:pt x="58" y="33"/>
                      <a:pt x="58" y="33"/>
                    </a:cubicBezTo>
                    <a:cubicBezTo>
                      <a:pt x="58" y="34"/>
                      <a:pt x="58" y="35"/>
                      <a:pt x="58" y="36"/>
                    </a:cubicBezTo>
                    <a:close/>
                    <a:moveTo>
                      <a:pt x="40" y="14"/>
                    </a:moveTo>
                    <a:cubicBezTo>
                      <a:pt x="47" y="15"/>
                      <a:pt x="52" y="19"/>
                      <a:pt x="55" y="25"/>
                    </a:cubicBezTo>
                    <a:cubicBezTo>
                      <a:pt x="68" y="21"/>
                      <a:pt x="68" y="21"/>
                      <a:pt x="68" y="21"/>
                    </a:cubicBezTo>
                    <a:cubicBezTo>
                      <a:pt x="63" y="10"/>
                      <a:pt x="53" y="2"/>
                      <a:pt x="40" y="0"/>
                    </a:cubicBezTo>
                    <a:lnTo>
                      <a:pt x="40" y="14"/>
                    </a:lnTo>
                    <a:close/>
                    <a:moveTo>
                      <a:pt x="16" y="25"/>
                    </a:moveTo>
                    <a:cubicBezTo>
                      <a:pt x="19" y="19"/>
                      <a:pt x="25" y="15"/>
                      <a:pt x="31" y="14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9" y="2"/>
                      <a:pt x="8" y="10"/>
                      <a:pt x="3" y="21"/>
                    </a:cubicBezTo>
                    <a:lnTo>
                      <a:pt x="16" y="25"/>
                    </a:lnTo>
                    <a:close/>
                    <a:moveTo>
                      <a:pt x="45" y="56"/>
                    </a:moveTo>
                    <a:cubicBezTo>
                      <a:pt x="42" y="58"/>
                      <a:pt x="39" y="58"/>
                      <a:pt x="36" y="58"/>
                    </a:cubicBezTo>
                    <a:cubicBezTo>
                      <a:pt x="32" y="58"/>
                      <a:pt x="29" y="58"/>
                      <a:pt x="26" y="56"/>
                    </a:cubicBezTo>
                    <a:cubicBezTo>
                      <a:pt x="18" y="67"/>
                      <a:pt x="18" y="67"/>
                      <a:pt x="18" y="67"/>
                    </a:cubicBezTo>
                    <a:cubicBezTo>
                      <a:pt x="24" y="70"/>
                      <a:pt x="30" y="72"/>
                      <a:pt x="36" y="72"/>
                    </a:cubicBezTo>
                    <a:cubicBezTo>
                      <a:pt x="42" y="72"/>
                      <a:pt x="48" y="70"/>
                      <a:pt x="53" y="67"/>
                    </a:cubicBezTo>
                    <a:lnTo>
                      <a:pt x="4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04CA214F-D3ED-41E3-ADFF-16A783B049D2}"/>
                  </a:ext>
                </a:extLst>
              </p:cNvPr>
              <p:cNvSpPr/>
              <p:nvPr/>
            </p:nvSpPr>
            <p:spPr bwMode="auto">
              <a:xfrm>
                <a:off x="9078434" y="1082030"/>
                <a:ext cx="221179" cy="221178"/>
              </a:xfrm>
              <a:custGeom>
                <a:avLst/>
                <a:gdLst>
                  <a:gd name="T0" fmla="*/ 35 w 69"/>
                  <a:gd name="T1" fmla="*/ 0 h 69"/>
                  <a:gd name="T2" fmla="*/ 0 w 69"/>
                  <a:gd name="T3" fmla="*/ 35 h 69"/>
                  <a:gd name="T4" fmla="*/ 35 w 69"/>
                  <a:gd name="T5" fmla="*/ 69 h 69"/>
                  <a:gd name="T6" fmla="*/ 69 w 69"/>
                  <a:gd name="T7" fmla="*/ 35 h 69"/>
                  <a:gd name="T8" fmla="*/ 35 w 69"/>
                  <a:gd name="T9" fmla="*/ 0 h 69"/>
                  <a:gd name="T10" fmla="*/ 35 w 69"/>
                  <a:gd name="T11" fmla="*/ 62 h 69"/>
                  <a:gd name="T12" fmla="*/ 7 w 69"/>
                  <a:gd name="T13" fmla="*/ 35 h 69"/>
                  <a:gd name="T14" fmla="*/ 35 w 69"/>
                  <a:gd name="T15" fmla="*/ 7 h 69"/>
                  <a:gd name="T16" fmla="*/ 62 w 69"/>
                  <a:gd name="T17" fmla="*/ 35 h 69"/>
                  <a:gd name="T18" fmla="*/ 35 w 69"/>
                  <a:gd name="T19" fmla="*/ 62 h 69"/>
                  <a:gd name="T20" fmla="*/ 22 w 69"/>
                  <a:gd name="T21" fmla="*/ 24 h 69"/>
                  <a:gd name="T22" fmla="*/ 37 w 69"/>
                  <a:gd name="T23" fmla="*/ 35 h 69"/>
                  <a:gd name="T24" fmla="*/ 22 w 69"/>
                  <a:gd name="T25" fmla="*/ 45 h 69"/>
                  <a:gd name="T26" fmla="*/ 22 w 69"/>
                  <a:gd name="T27" fmla="*/ 24 h 69"/>
                  <a:gd name="T28" fmla="*/ 39 w 69"/>
                  <a:gd name="T29" fmla="*/ 24 h 69"/>
                  <a:gd name="T30" fmla="*/ 54 w 69"/>
                  <a:gd name="T31" fmla="*/ 35 h 69"/>
                  <a:gd name="T32" fmla="*/ 39 w 69"/>
                  <a:gd name="T33" fmla="*/ 45 h 69"/>
                  <a:gd name="T34" fmla="*/ 39 w 69"/>
                  <a:gd name="T35" fmla="*/ 2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69">
                    <a:moveTo>
                      <a:pt x="35" y="0"/>
                    </a:moveTo>
                    <a:cubicBezTo>
                      <a:pt x="16" y="0"/>
                      <a:pt x="0" y="16"/>
                      <a:pt x="0" y="35"/>
                    </a:cubicBezTo>
                    <a:cubicBezTo>
                      <a:pt x="0" y="53"/>
                      <a:pt x="16" y="69"/>
                      <a:pt x="35" y="69"/>
                    </a:cubicBezTo>
                    <a:cubicBezTo>
                      <a:pt x="53" y="69"/>
                      <a:pt x="69" y="53"/>
                      <a:pt x="69" y="35"/>
                    </a:cubicBezTo>
                    <a:cubicBezTo>
                      <a:pt x="69" y="16"/>
                      <a:pt x="53" y="0"/>
                      <a:pt x="35" y="0"/>
                    </a:cubicBezTo>
                    <a:close/>
                    <a:moveTo>
                      <a:pt x="35" y="62"/>
                    </a:moveTo>
                    <a:cubicBezTo>
                      <a:pt x="19" y="62"/>
                      <a:pt x="7" y="50"/>
                      <a:pt x="7" y="35"/>
                    </a:cubicBezTo>
                    <a:cubicBezTo>
                      <a:pt x="7" y="19"/>
                      <a:pt x="19" y="7"/>
                      <a:pt x="35" y="7"/>
                    </a:cubicBezTo>
                    <a:cubicBezTo>
                      <a:pt x="50" y="7"/>
                      <a:pt x="62" y="19"/>
                      <a:pt x="62" y="35"/>
                    </a:cubicBezTo>
                    <a:cubicBezTo>
                      <a:pt x="62" y="50"/>
                      <a:pt x="50" y="62"/>
                      <a:pt x="35" y="62"/>
                    </a:cubicBezTo>
                    <a:close/>
                    <a:moveTo>
                      <a:pt x="22" y="24"/>
                    </a:moveTo>
                    <a:cubicBezTo>
                      <a:pt x="37" y="35"/>
                      <a:pt x="37" y="35"/>
                      <a:pt x="37" y="35"/>
                    </a:cubicBezTo>
                    <a:cubicBezTo>
                      <a:pt x="22" y="45"/>
                      <a:pt x="22" y="45"/>
                      <a:pt x="22" y="45"/>
                    </a:cubicBezTo>
                    <a:lnTo>
                      <a:pt x="22" y="24"/>
                    </a:lnTo>
                    <a:close/>
                    <a:moveTo>
                      <a:pt x="39" y="24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39" y="45"/>
                      <a:pt x="39" y="45"/>
                      <a:pt x="39" y="45"/>
                    </a:cubicBezTo>
                    <a:lnTo>
                      <a:pt x="3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" name="任意多边形: 形状 140">
                <a:extLst>
                  <a:ext uri="{FF2B5EF4-FFF2-40B4-BE49-F238E27FC236}">
                    <a16:creationId xmlns:a16="http://schemas.microsoft.com/office/drawing/2014/main" id="{7B208304-36B3-447E-9BBC-30759B2FA4E9}"/>
                  </a:ext>
                </a:extLst>
              </p:cNvPr>
              <p:cNvSpPr/>
              <p:nvPr/>
            </p:nvSpPr>
            <p:spPr bwMode="auto">
              <a:xfrm>
                <a:off x="8342478" y="3088297"/>
                <a:ext cx="242709" cy="252496"/>
              </a:xfrm>
              <a:custGeom>
                <a:avLst/>
                <a:gdLst>
                  <a:gd name="T0" fmla="*/ 59 w 124"/>
                  <a:gd name="T1" fmla="*/ 129 h 129"/>
                  <a:gd name="T2" fmla="*/ 59 w 124"/>
                  <a:gd name="T3" fmla="*/ 70 h 129"/>
                  <a:gd name="T4" fmla="*/ 0 w 124"/>
                  <a:gd name="T5" fmla="*/ 129 h 129"/>
                  <a:gd name="T6" fmla="*/ 0 w 124"/>
                  <a:gd name="T7" fmla="*/ 0 h 129"/>
                  <a:gd name="T8" fmla="*/ 59 w 124"/>
                  <a:gd name="T9" fmla="*/ 58 h 129"/>
                  <a:gd name="T10" fmla="*/ 59 w 124"/>
                  <a:gd name="T11" fmla="*/ 0 h 129"/>
                  <a:gd name="T12" fmla="*/ 124 w 124"/>
                  <a:gd name="T13" fmla="*/ 65 h 129"/>
                  <a:gd name="T14" fmla="*/ 59 w 124"/>
                  <a:gd name="T15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129">
                    <a:moveTo>
                      <a:pt x="59" y="129"/>
                    </a:moveTo>
                    <a:lnTo>
                      <a:pt x="59" y="70"/>
                    </a:lnTo>
                    <a:lnTo>
                      <a:pt x="0" y="129"/>
                    </a:lnTo>
                    <a:lnTo>
                      <a:pt x="0" y="0"/>
                    </a:lnTo>
                    <a:lnTo>
                      <a:pt x="59" y="58"/>
                    </a:lnTo>
                    <a:lnTo>
                      <a:pt x="59" y="0"/>
                    </a:lnTo>
                    <a:lnTo>
                      <a:pt x="124" y="65"/>
                    </a:lnTo>
                    <a:lnTo>
                      <a:pt x="59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3C2B1485-319A-4785-B3FC-B6BD621121D6}"/>
                  </a:ext>
                </a:extLst>
              </p:cNvPr>
              <p:cNvSpPr/>
              <p:nvPr/>
            </p:nvSpPr>
            <p:spPr bwMode="auto">
              <a:xfrm>
                <a:off x="8575400" y="2205539"/>
                <a:ext cx="256411" cy="254453"/>
              </a:xfrm>
              <a:custGeom>
                <a:avLst/>
                <a:gdLst>
                  <a:gd name="T0" fmla="*/ 0 w 131"/>
                  <a:gd name="T1" fmla="*/ 130 h 130"/>
                  <a:gd name="T2" fmla="*/ 66 w 131"/>
                  <a:gd name="T3" fmla="*/ 130 h 130"/>
                  <a:gd name="T4" fmla="*/ 66 w 131"/>
                  <a:gd name="T5" fmla="*/ 0 h 130"/>
                  <a:gd name="T6" fmla="*/ 0 w 131"/>
                  <a:gd name="T7" fmla="*/ 0 h 130"/>
                  <a:gd name="T8" fmla="*/ 0 w 131"/>
                  <a:gd name="T9" fmla="*/ 130 h 130"/>
                  <a:gd name="T10" fmla="*/ 41 w 131"/>
                  <a:gd name="T11" fmla="*/ 16 h 130"/>
                  <a:gd name="T12" fmla="*/ 58 w 131"/>
                  <a:gd name="T13" fmla="*/ 16 h 130"/>
                  <a:gd name="T14" fmla="*/ 58 w 131"/>
                  <a:gd name="T15" fmla="*/ 32 h 130"/>
                  <a:gd name="T16" fmla="*/ 41 w 131"/>
                  <a:gd name="T17" fmla="*/ 32 h 130"/>
                  <a:gd name="T18" fmla="*/ 41 w 131"/>
                  <a:gd name="T19" fmla="*/ 16 h 130"/>
                  <a:gd name="T20" fmla="*/ 41 w 131"/>
                  <a:gd name="T21" fmla="*/ 49 h 130"/>
                  <a:gd name="T22" fmla="*/ 58 w 131"/>
                  <a:gd name="T23" fmla="*/ 49 h 130"/>
                  <a:gd name="T24" fmla="*/ 58 w 131"/>
                  <a:gd name="T25" fmla="*/ 65 h 130"/>
                  <a:gd name="T26" fmla="*/ 41 w 131"/>
                  <a:gd name="T27" fmla="*/ 65 h 130"/>
                  <a:gd name="T28" fmla="*/ 41 w 131"/>
                  <a:gd name="T29" fmla="*/ 49 h 130"/>
                  <a:gd name="T30" fmla="*/ 41 w 131"/>
                  <a:gd name="T31" fmla="*/ 81 h 130"/>
                  <a:gd name="T32" fmla="*/ 58 w 131"/>
                  <a:gd name="T33" fmla="*/ 81 h 130"/>
                  <a:gd name="T34" fmla="*/ 58 w 131"/>
                  <a:gd name="T35" fmla="*/ 98 h 130"/>
                  <a:gd name="T36" fmla="*/ 41 w 131"/>
                  <a:gd name="T37" fmla="*/ 98 h 130"/>
                  <a:gd name="T38" fmla="*/ 41 w 131"/>
                  <a:gd name="T39" fmla="*/ 81 h 130"/>
                  <a:gd name="T40" fmla="*/ 9 w 131"/>
                  <a:gd name="T41" fmla="*/ 16 h 130"/>
                  <a:gd name="T42" fmla="*/ 25 w 131"/>
                  <a:gd name="T43" fmla="*/ 16 h 130"/>
                  <a:gd name="T44" fmla="*/ 25 w 131"/>
                  <a:gd name="T45" fmla="*/ 32 h 130"/>
                  <a:gd name="T46" fmla="*/ 9 w 131"/>
                  <a:gd name="T47" fmla="*/ 32 h 130"/>
                  <a:gd name="T48" fmla="*/ 9 w 131"/>
                  <a:gd name="T49" fmla="*/ 16 h 130"/>
                  <a:gd name="T50" fmla="*/ 9 w 131"/>
                  <a:gd name="T51" fmla="*/ 49 h 130"/>
                  <a:gd name="T52" fmla="*/ 25 w 131"/>
                  <a:gd name="T53" fmla="*/ 49 h 130"/>
                  <a:gd name="T54" fmla="*/ 25 w 131"/>
                  <a:gd name="T55" fmla="*/ 65 h 130"/>
                  <a:gd name="T56" fmla="*/ 9 w 131"/>
                  <a:gd name="T57" fmla="*/ 65 h 130"/>
                  <a:gd name="T58" fmla="*/ 9 w 131"/>
                  <a:gd name="T59" fmla="*/ 49 h 130"/>
                  <a:gd name="T60" fmla="*/ 9 w 131"/>
                  <a:gd name="T61" fmla="*/ 81 h 130"/>
                  <a:gd name="T62" fmla="*/ 25 w 131"/>
                  <a:gd name="T63" fmla="*/ 81 h 130"/>
                  <a:gd name="T64" fmla="*/ 25 w 131"/>
                  <a:gd name="T65" fmla="*/ 98 h 130"/>
                  <a:gd name="T66" fmla="*/ 9 w 131"/>
                  <a:gd name="T67" fmla="*/ 98 h 130"/>
                  <a:gd name="T68" fmla="*/ 9 w 131"/>
                  <a:gd name="T69" fmla="*/ 81 h 130"/>
                  <a:gd name="T70" fmla="*/ 74 w 131"/>
                  <a:gd name="T71" fmla="*/ 41 h 130"/>
                  <a:gd name="T72" fmla="*/ 131 w 131"/>
                  <a:gd name="T73" fmla="*/ 41 h 130"/>
                  <a:gd name="T74" fmla="*/ 131 w 131"/>
                  <a:gd name="T75" fmla="*/ 49 h 130"/>
                  <a:gd name="T76" fmla="*/ 74 w 131"/>
                  <a:gd name="T77" fmla="*/ 49 h 130"/>
                  <a:gd name="T78" fmla="*/ 74 w 131"/>
                  <a:gd name="T79" fmla="*/ 41 h 130"/>
                  <a:gd name="T80" fmla="*/ 74 w 131"/>
                  <a:gd name="T81" fmla="*/ 130 h 130"/>
                  <a:gd name="T82" fmla="*/ 90 w 131"/>
                  <a:gd name="T83" fmla="*/ 130 h 130"/>
                  <a:gd name="T84" fmla="*/ 90 w 131"/>
                  <a:gd name="T85" fmla="*/ 98 h 130"/>
                  <a:gd name="T86" fmla="*/ 115 w 131"/>
                  <a:gd name="T87" fmla="*/ 98 h 130"/>
                  <a:gd name="T88" fmla="*/ 115 w 131"/>
                  <a:gd name="T89" fmla="*/ 130 h 130"/>
                  <a:gd name="T90" fmla="*/ 131 w 131"/>
                  <a:gd name="T91" fmla="*/ 130 h 130"/>
                  <a:gd name="T92" fmla="*/ 131 w 131"/>
                  <a:gd name="T93" fmla="*/ 57 h 130"/>
                  <a:gd name="T94" fmla="*/ 74 w 131"/>
                  <a:gd name="T95" fmla="*/ 57 h 130"/>
                  <a:gd name="T96" fmla="*/ 74 w 131"/>
                  <a:gd name="T9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1" h="130">
                    <a:moveTo>
                      <a:pt x="0" y="130"/>
                    </a:moveTo>
                    <a:lnTo>
                      <a:pt x="66" y="130"/>
                    </a:lnTo>
                    <a:lnTo>
                      <a:pt x="66" y="0"/>
                    </a:lnTo>
                    <a:lnTo>
                      <a:pt x="0" y="0"/>
                    </a:lnTo>
                    <a:lnTo>
                      <a:pt x="0" y="130"/>
                    </a:lnTo>
                    <a:close/>
                    <a:moveTo>
                      <a:pt x="41" y="16"/>
                    </a:moveTo>
                    <a:lnTo>
                      <a:pt x="58" y="16"/>
                    </a:lnTo>
                    <a:lnTo>
                      <a:pt x="58" y="32"/>
                    </a:lnTo>
                    <a:lnTo>
                      <a:pt x="41" y="32"/>
                    </a:lnTo>
                    <a:lnTo>
                      <a:pt x="41" y="16"/>
                    </a:lnTo>
                    <a:close/>
                    <a:moveTo>
                      <a:pt x="41" y="49"/>
                    </a:moveTo>
                    <a:lnTo>
                      <a:pt x="58" y="49"/>
                    </a:lnTo>
                    <a:lnTo>
                      <a:pt x="58" y="65"/>
                    </a:lnTo>
                    <a:lnTo>
                      <a:pt x="41" y="65"/>
                    </a:lnTo>
                    <a:lnTo>
                      <a:pt x="41" y="49"/>
                    </a:lnTo>
                    <a:close/>
                    <a:moveTo>
                      <a:pt x="41" y="81"/>
                    </a:moveTo>
                    <a:lnTo>
                      <a:pt x="58" y="81"/>
                    </a:lnTo>
                    <a:lnTo>
                      <a:pt x="58" y="98"/>
                    </a:lnTo>
                    <a:lnTo>
                      <a:pt x="41" y="98"/>
                    </a:lnTo>
                    <a:lnTo>
                      <a:pt x="41" y="81"/>
                    </a:lnTo>
                    <a:close/>
                    <a:moveTo>
                      <a:pt x="9" y="16"/>
                    </a:moveTo>
                    <a:lnTo>
                      <a:pt x="25" y="16"/>
                    </a:lnTo>
                    <a:lnTo>
                      <a:pt x="25" y="32"/>
                    </a:lnTo>
                    <a:lnTo>
                      <a:pt x="9" y="32"/>
                    </a:lnTo>
                    <a:lnTo>
                      <a:pt x="9" y="16"/>
                    </a:lnTo>
                    <a:close/>
                    <a:moveTo>
                      <a:pt x="9" y="49"/>
                    </a:moveTo>
                    <a:lnTo>
                      <a:pt x="25" y="49"/>
                    </a:lnTo>
                    <a:lnTo>
                      <a:pt x="25" y="65"/>
                    </a:lnTo>
                    <a:lnTo>
                      <a:pt x="9" y="65"/>
                    </a:lnTo>
                    <a:lnTo>
                      <a:pt x="9" y="49"/>
                    </a:lnTo>
                    <a:close/>
                    <a:moveTo>
                      <a:pt x="9" y="81"/>
                    </a:moveTo>
                    <a:lnTo>
                      <a:pt x="25" y="81"/>
                    </a:lnTo>
                    <a:lnTo>
                      <a:pt x="25" y="98"/>
                    </a:lnTo>
                    <a:lnTo>
                      <a:pt x="9" y="98"/>
                    </a:lnTo>
                    <a:lnTo>
                      <a:pt x="9" y="81"/>
                    </a:lnTo>
                    <a:close/>
                    <a:moveTo>
                      <a:pt x="74" y="41"/>
                    </a:moveTo>
                    <a:lnTo>
                      <a:pt x="131" y="41"/>
                    </a:lnTo>
                    <a:lnTo>
                      <a:pt x="131" y="49"/>
                    </a:lnTo>
                    <a:lnTo>
                      <a:pt x="74" y="49"/>
                    </a:lnTo>
                    <a:lnTo>
                      <a:pt x="74" y="41"/>
                    </a:lnTo>
                    <a:close/>
                    <a:moveTo>
                      <a:pt x="74" y="130"/>
                    </a:moveTo>
                    <a:lnTo>
                      <a:pt x="90" y="130"/>
                    </a:lnTo>
                    <a:lnTo>
                      <a:pt x="90" y="98"/>
                    </a:lnTo>
                    <a:lnTo>
                      <a:pt x="115" y="98"/>
                    </a:lnTo>
                    <a:lnTo>
                      <a:pt x="115" y="130"/>
                    </a:lnTo>
                    <a:lnTo>
                      <a:pt x="131" y="130"/>
                    </a:lnTo>
                    <a:lnTo>
                      <a:pt x="131" y="57"/>
                    </a:lnTo>
                    <a:lnTo>
                      <a:pt x="74" y="57"/>
                    </a:lnTo>
                    <a:lnTo>
                      <a:pt x="74" y="1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AB5F173A-51D3-4D90-8081-2BC5FACD29F4}"/>
                  </a:ext>
                </a:extLst>
              </p:cNvPr>
              <p:cNvSpPr/>
              <p:nvPr/>
            </p:nvSpPr>
            <p:spPr bwMode="auto">
              <a:xfrm>
                <a:off x="8688925" y="2636154"/>
                <a:ext cx="146800" cy="154629"/>
              </a:xfrm>
              <a:custGeom>
                <a:avLst/>
                <a:gdLst>
                  <a:gd name="T0" fmla="*/ 43 w 46"/>
                  <a:gd name="T1" fmla="*/ 29 h 48"/>
                  <a:gd name="T2" fmla="*/ 46 w 46"/>
                  <a:gd name="T3" fmla="*/ 16 h 48"/>
                  <a:gd name="T4" fmla="*/ 41 w 46"/>
                  <a:gd name="T5" fmla="*/ 8 h 48"/>
                  <a:gd name="T6" fmla="*/ 37 w 46"/>
                  <a:gd name="T7" fmla="*/ 9 h 48"/>
                  <a:gd name="T8" fmla="*/ 28 w 46"/>
                  <a:gd name="T9" fmla="*/ 0 h 48"/>
                  <a:gd name="T10" fmla="*/ 18 w 46"/>
                  <a:gd name="T11" fmla="*/ 0 h 48"/>
                  <a:gd name="T12" fmla="*/ 17 w 46"/>
                  <a:gd name="T13" fmla="*/ 4 h 48"/>
                  <a:gd name="T14" fmla="*/ 4 w 46"/>
                  <a:gd name="T15" fmla="*/ 8 h 48"/>
                  <a:gd name="T16" fmla="*/ 0 w 46"/>
                  <a:gd name="T17" fmla="*/ 16 h 48"/>
                  <a:gd name="T18" fmla="*/ 3 w 46"/>
                  <a:gd name="T19" fmla="*/ 19 h 48"/>
                  <a:gd name="T20" fmla="*/ 0 w 46"/>
                  <a:gd name="T21" fmla="*/ 32 h 48"/>
                  <a:gd name="T22" fmla="*/ 4 w 46"/>
                  <a:gd name="T23" fmla="*/ 40 h 48"/>
                  <a:gd name="T24" fmla="*/ 9 w 46"/>
                  <a:gd name="T25" fmla="*/ 39 h 48"/>
                  <a:gd name="T26" fmla="*/ 18 w 46"/>
                  <a:gd name="T27" fmla="*/ 48 h 48"/>
                  <a:gd name="T28" fmla="*/ 28 w 46"/>
                  <a:gd name="T29" fmla="*/ 48 h 48"/>
                  <a:gd name="T30" fmla="*/ 29 w 46"/>
                  <a:gd name="T31" fmla="*/ 44 h 48"/>
                  <a:gd name="T32" fmla="*/ 41 w 46"/>
                  <a:gd name="T33" fmla="*/ 40 h 48"/>
                  <a:gd name="T34" fmla="*/ 46 w 46"/>
                  <a:gd name="T35" fmla="*/ 32 h 48"/>
                  <a:gd name="T36" fmla="*/ 43 w 46"/>
                  <a:gd name="T37" fmla="*/ 29 h 48"/>
                  <a:gd name="T38" fmla="*/ 23 w 46"/>
                  <a:gd name="T39" fmla="*/ 34 h 48"/>
                  <a:gd name="T40" fmla="*/ 13 w 46"/>
                  <a:gd name="T41" fmla="*/ 24 h 48"/>
                  <a:gd name="T42" fmla="*/ 23 w 46"/>
                  <a:gd name="T43" fmla="*/ 14 h 48"/>
                  <a:gd name="T44" fmla="*/ 33 w 46"/>
                  <a:gd name="T45" fmla="*/ 24 h 48"/>
                  <a:gd name="T46" fmla="*/ 23 w 46"/>
                  <a:gd name="T47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6" h="48">
                    <a:moveTo>
                      <a:pt x="43" y="29"/>
                    </a:moveTo>
                    <a:cubicBezTo>
                      <a:pt x="40" y="24"/>
                      <a:pt x="42" y="19"/>
                      <a:pt x="46" y="16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0" y="9"/>
                      <a:pt x="39" y="9"/>
                      <a:pt x="37" y="9"/>
                    </a:cubicBezTo>
                    <a:cubicBezTo>
                      <a:pt x="32" y="9"/>
                      <a:pt x="28" y="5"/>
                      <a:pt x="2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3"/>
                      <a:pt x="17" y="4"/>
                    </a:cubicBezTo>
                    <a:cubicBezTo>
                      <a:pt x="14" y="9"/>
                      <a:pt x="9" y="10"/>
                      <a:pt x="4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7"/>
                      <a:pt x="2" y="18"/>
                      <a:pt x="3" y="19"/>
                    </a:cubicBezTo>
                    <a:cubicBezTo>
                      <a:pt x="6" y="24"/>
                      <a:pt x="4" y="29"/>
                      <a:pt x="0" y="32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6" y="39"/>
                      <a:pt x="7" y="39"/>
                      <a:pt x="9" y="39"/>
                    </a:cubicBezTo>
                    <a:cubicBezTo>
                      <a:pt x="14" y="39"/>
                      <a:pt x="18" y="43"/>
                      <a:pt x="1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5"/>
                      <a:pt x="29" y="44"/>
                    </a:cubicBezTo>
                    <a:cubicBezTo>
                      <a:pt x="31" y="39"/>
                      <a:pt x="37" y="38"/>
                      <a:pt x="41" y="40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5" y="31"/>
                      <a:pt x="44" y="30"/>
                      <a:pt x="43" y="29"/>
                    </a:cubicBezTo>
                    <a:close/>
                    <a:moveTo>
                      <a:pt x="23" y="34"/>
                    </a:moveTo>
                    <a:cubicBezTo>
                      <a:pt x="18" y="34"/>
                      <a:pt x="13" y="29"/>
                      <a:pt x="13" y="24"/>
                    </a:cubicBezTo>
                    <a:cubicBezTo>
                      <a:pt x="13" y="19"/>
                      <a:pt x="18" y="14"/>
                      <a:pt x="23" y="14"/>
                    </a:cubicBezTo>
                    <a:cubicBezTo>
                      <a:pt x="28" y="14"/>
                      <a:pt x="33" y="19"/>
                      <a:pt x="33" y="24"/>
                    </a:cubicBezTo>
                    <a:cubicBezTo>
                      <a:pt x="33" y="29"/>
                      <a:pt x="28" y="34"/>
                      <a:pt x="2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" name="任意多边形: 形状 143">
                <a:extLst>
                  <a:ext uri="{FF2B5EF4-FFF2-40B4-BE49-F238E27FC236}">
                    <a16:creationId xmlns:a16="http://schemas.microsoft.com/office/drawing/2014/main" id="{9167561B-ABEB-428F-A04A-7C7C7141A8D5}"/>
                  </a:ext>
                </a:extLst>
              </p:cNvPr>
              <p:cNvSpPr/>
              <p:nvPr/>
            </p:nvSpPr>
            <p:spPr bwMode="auto">
              <a:xfrm>
                <a:off x="8371838" y="3567843"/>
                <a:ext cx="107653" cy="207478"/>
              </a:xfrm>
              <a:custGeom>
                <a:avLst/>
                <a:gdLst>
                  <a:gd name="T0" fmla="*/ 23 w 34"/>
                  <a:gd name="T1" fmla="*/ 64 h 65"/>
                  <a:gd name="T2" fmla="*/ 23 w 34"/>
                  <a:gd name="T3" fmla="*/ 64 h 65"/>
                  <a:gd name="T4" fmla="*/ 33 w 34"/>
                  <a:gd name="T5" fmla="*/ 50 h 65"/>
                  <a:gd name="T6" fmla="*/ 30 w 34"/>
                  <a:gd name="T7" fmla="*/ 34 h 65"/>
                  <a:gd name="T8" fmla="*/ 15 w 34"/>
                  <a:gd name="T9" fmla="*/ 24 h 65"/>
                  <a:gd name="T10" fmla="*/ 15 w 34"/>
                  <a:gd name="T11" fmla="*/ 24 h 65"/>
                  <a:gd name="T12" fmla="*/ 14 w 34"/>
                  <a:gd name="T13" fmla="*/ 25 h 65"/>
                  <a:gd name="T14" fmla="*/ 15 w 34"/>
                  <a:gd name="T15" fmla="*/ 30 h 65"/>
                  <a:gd name="T16" fmla="*/ 16 w 34"/>
                  <a:gd name="T17" fmla="*/ 30 h 65"/>
                  <a:gd name="T18" fmla="*/ 17 w 34"/>
                  <a:gd name="T19" fmla="*/ 30 h 65"/>
                  <a:gd name="T20" fmla="*/ 24 w 34"/>
                  <a:gd name="T21" fmla="*/ 35 h 65"/>
                  <a:gd name="T22" fmla="*/ 27 w 34"/>
                  <a:gd name="T23" fmla="*/ 51 h 65"/>
                  <a:gd name="T24" fmla="*/ 22 w 34"/>
                  <a:gd name="T25" fmla="*/ 59 h 65"/>
                  <a:gd name="T26" fmla="*/ 22 w 34"/>
                  <a:gd name="T27" fmla="*/ 59 h 65"/>
                  <a:gd name="T28" fmla="*/ 14 w 34"/>
                  <a:gd name="T29" fmla="*/ 53 h 65"/>
                  <a:gd name="T30" fmla="*/ 13 w 34"/>
                  <a:gd name="T31" fmla="*/ 46 h 65"/>
                  <a:gd name="T32" fmla="*/ 6 w 34"/>
                  <a:gd name="T33" fmla="*/ 44 h 65"/>
                  <a:gd name="T34" fmla="*/ 8 w 34"/>
                  <a:gd name="T35" fmla="*/ 54 h 65"/>
                  <a:gd name="T36" fmla="*/ 23 w 34"/>
                  <a:gd name="T37" fmla="*/ 64 h 65"/>
                  <a:gd name="T38" fmla="*/ 19 w 34"/>
                  <a:gd name="T39" fmla="*/ 42 h 65"/>
                  <a:gd name="T40" fmla="*/ 20 w 34"/>
                  <a:gd name="T41" fmla="*/ 41 h 65"/>
                  <a:gd name="T42" fmla="*/ 19 w 34"/>
                  <a:gd name="T43" fmla="*/ 35 h 65"/>
                  <a:gd name="T44" fmla="*/ 18 w 34"/>
                  <a:gd name="T45" fmla="*/ 36 h 65"/>
                  <a:gd name="T46" fmla="*/ 17 w 34"/>
                  <a:gd name="T47" fmla="*/ 36 h 65"/>
                  <a:gd name="T48" fmla="*/ 10 w 34"/>
                  <a:gd name="T49" fmla="*/ 31 h 65"/>
                  <a:gd name="T50" fmla="*/ 7 w 34"/>
                  <a:gd name="T51" fmla="*/ 15 h 65"/>
                  <a:gd name="T52" fmla="*/ 12 w 34"/>
                  <a:gd name="T53" fmla="*/ 7 h 65"/>
                  <a:gd name="T54" fmla="*/ 12 w 34"/>
                  <a:gd name="T55" fmla="*/ 7 h 65"/>
                  <a:gd name="T56" fmla="*/ 20 w 34"/>
                  <a:gd name="T57" fmla="*/ 13 h 65"/>
                  <a:gd name="T58" fmla="*/ 21 w 34"/>
                  <a:gd name="T59" fmla="*/ 20 h 65"/>
                  <a:gd name="T60" fmla="*/ 28 w 34"/>
                  <a:gd name="T61" fmla="*/ 22 h 65"/>
                  <a:gd name="T62" fmla="*/ 26 w 34"/>
                  <a:gd name="T63" fmla="*/ 12 h 65"/>
                  <a:gd name="T64" fmla="*/ 11 w 34"/>
                  <a:gd name="T65" fmla="*/ 2 h 65"/>
                  <a:gd name="T66" fmla="*/ 11 w 34"/>
                  <a:gd name="T67" fmla="*/ 2 h 65"/>
                  <a:gd name="T68" fmla="*/ 1 w 34"/>
                  <a:gd name="T69" fmla="*/ 16 h 65"/>
                  <a:gd name="T70" fmla="*/ 4 w 34"/>
                  <a:gd name="T71" fmla="*/ 32 h 65"/>
                  <a:gd name="T72" fmla="*/ 19 w 34"/>
                  <a:gd name="T73" fmla="*/ 4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65">
                    <a:moveTo>
                      <a:pt x="23" y="64"/>
                    </a:moveTo>
                    <a:cubicBezTo>
                      <a:pt x="23" y="64"/>
                      <a:pt x="23" y="64"/>
                      <a:pt x="23" y="64"/>
                    </a:cubicBezTo>
                    <a:cubicBezTo>
                      <a:pt x="30" y="63"/>
                      <a:pt x="34" y="56"/>
                      <a:pt x="33" y="50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29" y="27"/>
                      <a:pt x="22" y="23"/>
                      <a:pt x="15" y="24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5"/>
                      <a:pt x="14" y="25"/>
                      <a:pt x="14" y="25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30"/>
                      <a:pt x="16" y="30"/>
                      <a:pt x="16" y="30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29"/>
                      <a:pt x="24" y="32"/>
                      <a:pt x="24" y="35"/>
                    </a:cubicBezTo>
                    <a:cubicBezTo>
                      <a:pt x="27" y="51"/>
                      <a:pt x="27" y="51"/>
                      <a:pt x="27" y="51"/>
                    </a:cubicBezTo>
                    <a:cubicBezTo>
                      <a:pt x="28" y="54"/>
                      <a:pt x="26" y="58"/>
                      <a:pt x="22" y="59"/>
                    </a:cubicBezTo>
                    <a:cubicBezTo>
                      <a:pt x="22" y="59"/>
                      <a:pt x="22" y="59"/>
                      <a:pt x="22" y="59"/>
                    </a:cubicBezTo>
                    <a:cubicBezTo>
                      <a:pt x="18" y="59"/>
                      <a:pt x="15" y="57"/>
                      <a:pt x="14" y="53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0" y="46"/>
                      <a:pt x="8" y="45"/>
                      <a:pt x="6" y="44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0" y="61"/>
                      <a:pt x="16" y="65"/>
                      <a:pt x="23" y="64"/>
                    </a:cubicBezTo>
                    <a:close/>
                    <a:moveTo>
                      <a:pt x="19" y="42"/>
                    </a:moveTo>
                    <a:cubicBezTo>
                      <a:pt x="19" y="41"/>
                      <a:pt x="20" y="41"/>
                      <a:pt x="20" y="41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6"/>
                      <a:pt x="18" y="36"/>
                      <a:pt x="18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4" y="37"/>
                      <a:pt x="10" y="34"/>
                      <a:pt x="10" y="31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6" y="12"/>
                      <a:pt x="8" y="8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6" y="7"/>
                      <a:pt x="19" y="9"/>
                      <a:pt x="20" y="13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4" y="20"/>
                      <a:pt x="26" y="21"/>
                      <a:pt x="28" y="2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4" y="5"/>
                      <a:pt x="18" y="0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4" y="3"/>
                      <a:pt x="0" y="10"/>
                      <a:pt x="1" y="16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38"/>
                      <a:pt x="12" y="43"/>
                      <a:pt x="19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F060F1A1-389E-43FC-BCEC-B3482822E806}"/>
                  </a:ext>
                </a:extLst>
              </p:cNvPr>
              <p:cNvSpPr/>
              <p:nvPr/>
            </p:nvSpPr>
            <p:spPr bwMode="auto">
              <a:xfrm>
                <a:off x="8448174" y="1575279"/>
                <a:ext cx="293599" cy="293600"/>
              </a:xfrm>
              <a:custGeom>
                <a:avLst/>
                <a:gdLst>
                  <a:gd name="T0" fmla="*/ 29 w 92"/>
                  <a:gd name="T1" fmla="*/ 17 h 92"/>
                  <a:gd name="T2" fmla="*/ 92 w 92"/>
                  <a:gd name="T3" fmla="*/ 0 h 92"/>
                  <a:gd name="T4" fmla="*/ 92 w 92"/>
                  <a:gd name="T5" fmla="*/ 6 h 92"/>
                  <a:gd name="T6" fmla="*/ 92 w 92"/>
                  <a:gd name="T7" fmla="*/ 17 h 92"/>
                  <a:gd name="T8" fmla="*/ 92 w 92"/>
                  <a:gd name="T9" fmla="*/ 66 h 92"/>
                  <a:gd name="T10" fmla="*/ 72 w 92"/>
                  <a:gd name="T11" fmla="*/ 80 h 92"/>
                  <a:gd name="T12" fmla="*/ 52 w 92"/>
                  <a:gd name="T13" fmla="*/ 66 h 92"/>
                  <a:gd name="T14" fmla="*/ 72 w 92"/>
                  <a:gd name="T15" fmla="*/ 52 h 92"/>
                  <a:gd name="T16" fmla="*/ 81 w 92"/>
                  <a:gd name="T17" fmla="*/ 53 h 92"/>
                  <a:gd name="T18" fmla="*/ 81 w 92"/>
                  <a:gd name="T19" fmla="*/ 23 h 92"/>
                  <a:gd name="T20" fmla="*/ 41 w 92"/>
                  <a:gd name="T21" fmla="*/ 34 h 92"/>
                  <a:gd name="T22" fmla="*/ 41 w 92"/>
                  <a:gd name="T23" fmla="*/ 78 h 92"/>
                  <a:gd name="T24" fmla="*/ 21 w 92"/>
                  <a:gd name="T25" fmla="*/ 92 h 92"/>
                  <a:gd name="T26" fmla="*/ 0 w 92"/>
                  <a:gd name="T27" fmla="*/ 78 h 92"/>
                  <a:gd name="T28" fmla="*/ 21 w 92"/>
                  <a:gd name="T29" fmla="*/ 63 h 92"/>
                  <a:gd name="T30" fmla="*/ 29 w 92"/>
                  <a:gd name="T31" fmla="*/ 65 h 92"/>
                  <a:gd name="T32" fmla="*/ 29 w 92"/>
                  <a:gd name="T33" fmla="*/ 34 h 92"/>
                  <a:gd name="T34" fmla="*/ 29 w 92"/>
                  <a:gd name="T35" fmla="*/ 17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2" h="92">
                    <a:moveTo>
                      <a:pt x="29" y="17"/>
                    </a:moveTo>
                    <a:cubicBezTo>
                      <a:pt x="92" y="0"/>
                      <a:pt x="92" y="0"/>
                      <a:pt x="92" y="0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2" y="66"/>
                      <a:pt x="92" y="66"/>
                      <a:pt x="92" y="66"/>
                    </a:cubicBezTo>
                    <a:cubicBezTo>
                      <a:pt x="92" y="74"/>
                      <a:pt x="83" y="80"/>
                      <a:pt x="72" y="80"/>
                    </a:cubicBezTo>
                    <a:cubicBezTo>
                      <a:pt x="61" y="80"/>
                      <a:pt x="52" y="74"/>
                      <a:pt x="52" y="66"/>
                    </a:cubicBezTo>
                    <a:cubicBezTo>
                      <a:pt x="52" y="58"/>
                      <a:pt x="61" y="52"/>
                      <a:pt x="72" y="52"/>
                    </a:cubicBezTo>
                    <a:cubicBezTo>
                      <a:pt x="75" y="52"/>
                      <a:pt x="78" y="52"/>
                      <a:pt x="81" y="5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78"/>
                      <a:pt x="41" y="78"/>
                      <a:pt x="41" y="78"/>
                    </a:cubicBezTo>
                    <a:cubicBezTo>
                      <a:pt x="41" y="86"/>
                      <a:pt x="32" y="92"/>
                      <a:pt x="21" y="92"/>
                    </a:cubicBezTo>
                    <a:cubicBezTo>
                      <a:pt x="9" y="92"/>
                      <a:pt x="0" y="86"/>
                      <a:pt x="0" y="78"/>
                    </a:cubicBezTo>
                    <a:cubicBezTo>
                      <a:pt x="0" y="70"/>
                      <a:pt x="9" y="63"/>
                      <a:pt x="21" y="63"/>
                    </a:cubicBezTo>
                    <a:cubicBezTo>
                      <a:pt x="24" y="63"/>
                      <a:pt x="27" y="64"/>
                      <a:pt x="29" y="65"/>
                    </a:cubicBezTo>
                    <a:cubicBezTo>
                      <a:pt x="29" y="34"/>
                      <a:pt x="29" y="34"/>
                      <a:pt x="29" y="34"/>
                    </a:cubicBezTo>
                    <a:lnTo>
                      <a:pt x="2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215AEC3B-B394-47D5-A98A-678CE6556D28}"/>
                  </a:ext>
                </a:extLst>
              </p:cNvPr>
              <p:cNvSpPr/>
              <p:nvPr/>
            </p:nvSpPr>
            <p:spPr bwMode="auto">
              <a:xfrm>
                <a:off x="7763110" y="4108068"/>
                <a:ext cx="227050" cy="201604"/>
              </a:xfrm>
              <a:custGeom>
                <a:avLst/>
                <a:gdLst>
                  <a:gd name="T0" fmla="*/ 30 w 71"/>
                  <a:gd name="T1" fmla="*/ 0 h 63"/>
                  <a:gd name="T2" fmla="*/ 30 w 71"/>
                  <a:gd name="T3" fmla="*/ 0 h 63"/>
                  <a:gd name="T4" fmla="*/ 59 w 71"/>
                  <a:gd name="T5" fmla="*/ 23 h 63"/>
                  <a:gd name="T6" fmla="*/ 30 w 71"/>
                  <a:gd name="T7" fmla="*/ 47 h 63"/>
                  <a:gd name="T8" fmla="*/ 25 w 71"/>
                  <a:gd name="T9" fmla="*/ 47 h 63"/>
                  <a:gd name="T10" fmla="*/ 4 w 71"/>
                  <a:gd name="T11" fmla="*/ 55 h 63"/>
                  <a:gd name="T12" fmla="*/ 4 w 71"/>
                  <a:gd name="T13" fmla="*/ 53 h 63"/>
                  <a:gd name="T14" fmla="*/ 11 w 71"/>
                  <a:gd name="T15" fmla="*/ 44 h 63"/>
                  <a:gd name="T16" fmla="*/ 11 w 71"/>
                  <a:gd name="T17" fmla="*/ 42 h 63"/>
                  <a:gd name="T18" fmla="*/ 0 w 71"/>
                  <a:gd name="T19" fmla="*/ 23 h 63"/>
                  <a:gd name="T20" fmla="*/ 30 w 71"/>
                  <a:gd name="T21" fmla="*/ 0 h 63"/>
                  <a:gd name="T22" fmla="*/ 62 w 71"/>
                  <a:gd name="T23" fmla="*/ 53 h 63"/>
                  <a:gd name="T24" fmla="*/ 67 w 71"/>
                  <a:gd name="T25" fmla="*/ 61 h 63"/>
                  <a:gd name="T26" fmla="*/ 67 w 71"/>
                  <a:gd name="T27" fmla="*/ 63 h 63"/>
                  <a:gd name="T28" fmla="*/ 50 w 71"/>
                  <a:gd name="T29" fmla="*/ 56 h 63"/>
                  <a:gd name="T30" fmla="*/ 46 w 71"/>
                  <a:gd name="T31" fmla="*/ 56 h 63"/>
                  <a:gd name="T32" fmla="*/ 30 w 71"/>
                  <a:gd name="T33" fmla="*/ 52 h 63"/>
                  <a:gd name="T34" fmla="*/ 54 w 71"/>
                  <a:gd name="T35" fmla="*/ 44 h 63"/>
                  <a:gd name="T36" fmla="*/ 61 w 71"/>
                  <a:gd name="T37" fmla="*/ 35 h 63"/>
                  <a:gd name="T38" fmla="*/ 64 w 71"/>
                  <a:gd name="T39" fmla="*/ 23 h 63"/>
                  <a:gd name="T40" fmla="*/ 64 w 71"/>
                  <a:gd name="T41" fmla="*/ 22 h 63"/>
                  <a:gd name="T42" fmla="*/ 71 w 71"/>
                  <a:gd name="T43" fmla="*/ 36 h 63"/>
                  <a:gd name="T44" fmla="*/ 62 w 71"/>
                  <a:gd name="T45" fmla="*/ 52 h 63"/>
                  <a:gd name="T46" fmla="*/ 62 w 71"/>
                  <a:gd name="T47" fmla="*/ 5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1" h="63"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46" y="0"/>
                      <a:pt x="59" y="10"/>
                      <a:pt x="59" y="23"/>
                    </a:cubicBezTo>
                    <a:cubicBezTo>
                      <a:pt x="59" y="37"/>
                      <a:pt x="46" y="47"/>
                      <a:pt x="30" y="47"/>
                    </a:cubicBezTo>
                    <a:cubicBezTo>
                      <a:pt x="28" y="47"/>
                      <a:pt x="27" y="47"/>
                      <a:pt x="25" y="47"/>
                    </a:cubicBezTo>
                    <a:cubicBezTo>
                      <a:pt x="19" y="53"/>
                      <a:pt x="11" y="55"/>
                      <a:pt x="4" y="55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8" y="51"/>
                      <a:pt x="11" y="48"/>
                      <a:pt x="11" y="44"/>
                    </a:cubicBezTo>
                    <a:cubicBezTo>
                      <a:pt x="11" y="43"/>
                      <a:pt x="11" y="43"/>
                      <a:pt x="11" y="42"/>
                    </a:cubicBezTo>
                    <a:cubicBezTo>
                      <a:pt x="4" y="38"/>
                      <a:pt x="0" y="31"/>
                      <a:pt x="0" y="23"/>
                    </a:cubicBezTo>
                    <a:cubicBezTo>
                      <a:pt x="0" y="10"/>
                      <a:pt x="13" y="0"/>
                      <a:pt x="30" y="0"/>
                    </a:cubicBezTo>
                    <a:close/>
                    <a:moveTo>
                      <a:pt x="62" y="53"/>
                    </a:moveTo>
                    <a:cubicBezTo>
                      <a:pt x="62" y="57"/>
                      <a:pt x="64" y="60"/>
                      <a:pt x="67" y="61"/>
                    </a:cubicBezTo>
                    <a:cubicBezTo>
                      <a:pt x="67" y="63"/>
                      <a:pt x="67" y="63"/>
                      <a:pt x="67" y="63"/>
                    </a:cubicBezTo>
                    <a:cubicBezTo>
                      <a:pt x="61" y="62"/>
                      <a:pt x="55" y="61"/>
                      <a:pt x="50" y="56"/>
                    </a:cubicBezTo>
                    <a:cubicBezTo>
                      <a:pt x="48" y="56"/>
                      <a:pt x="47" y="56"/>
                      <a:pt x="46" y="56"/>
                    </a:cubicBezTo>
                    <a:cubicBezTo>
                      <a:pt x="40" y="56"/>
                      <a:pt x="34" y="55"/>
                      <a:pt x="30" y="52"/>
                    </a:cubicBezTo>
                    <a:cubicBezTo>
                      <a:pt x="39" y="52"/>
                      <a:pt x="47" y="49"/>
                      <a:pt x="54" y="44"/>
                    </a:cubicBezTo>
                    <a:cubicBezTo>
                      <a:pt x="57" y="41"/>
                      <a:pt x="59" y="38"/>
                      <a:pt x="61" y="35"/>
                    </a:cubicBezTo>
                    <a:cubicBezTo>
                      <a:pt x="63" y="31"/>
                      <a:pt x="64" y="27"/>
                      <a:pt x="64" y="23"/>
                    </a:cubicBezTo>
                    <a:cubicBezTo>
                      <a:pt x="64" y="23"/>
                      <a:pt x="64" y="22"/>
                      <a:pt x="64" y="22"/>
                    </a:cubicBezTo>
                    <a:cubicBezTo>
                      <a:pt x="68" y="25"/>
                      <a:pt x="71" y="30"/>
                      <a:pt x="71" y="36"/>
                    </a:cubicBezTo>
                    <a:cubicBezTo>
                      <a:pt x="71" y="42"/>
                      <a:pt x="67" y="48"/>
                      <a:pt x="62" y="52"/>
                    </a:cubicBezTo>
                    <a:cubicBezTo>
                      <a:pt x="62" y="52"/>
                      <a:pt x="62" y="53"/>
                      <a:pt x="62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F93D3E28-AD26-4427-834A-ECAF657F7E5A}"/>
                  </a:ext>
                </a:extLst>
              </p:cNvPr>
              <p:cNvSpPr/>
              <p:nvPr/>
            </p:nvSpPr>
            <p:spPr bwMode="auto">
              <a:xfrm>
                <a:off x="7947099" y="3679414"/>
                <a:ext cx="207476" cy="207478"/>
              </a:xfrm>
              <a:custGeom>
                <a:avLst/>
                <a:gdLst>
                  <a:gd name="T0" fmla="*/ 65 w 65"/>
                  <a:gd name="T1" fmla="*/ 24 h 65"/>
                  <a:gd name="T2" fmla="*/ 41 w 65"/>
                  <a:gd name="T3" fmla="*/ 24 h 65"/>
                  <a:gd name="T4" fmla="*/ 50 w 65"/>
                  <a:gd name="T5" fmla="*/ 15 h 65"/>
                  <a:gd name="T6" fmla="*/ 33 w 65"/>
                  <a:gd name="T7" fmla="*/ 8 h 65"/>
                  <a:gd name="T8" fmla="*/ 16 w 65"/>
                  <a:gd name="T9" fmla="*/ 15 h 65"/>
                  <a:gd name="T10" fmla="*/ 9 w 65"/>
                  <a:gd name="T11" fmla="*/ 32 h 65"/>
                  <a:gd name="T12" fmla="*/ 16 w 65"/>
                  <a:gd name="T13" fmla="*/ 49 h 65"/>
                  <a:gd name="T14" fmla="*/ 33 w 65"/>
                  <a:gd name="T15" fmla="*/ 56 h 65"/>
                  <a:gd name="T16" fmla="*/ 50 w 65"/>
                  <a:gd name="T17" fmla="*/ 49 h 65"/>
                  <a:gd name="T18" fmla="*/ 51 w 65"/>
                  <a:gd name="T19" fmla="*/ 48 h 65"/>
                  <a:gd name="T20" fmla="*/ 57 w 65"/>
                  <a:gd name="T21" fmla="*/ 54 h 65"/>
                  <a:gd name="T22" fmla="*/ 33 w 65"/>
                  <a:gd name="T23" fmla="*/ 65 h 65"/>
                  <a:gd name="T24" fmla="*/ 0 w 65"/>
                  <a:gd name="T25" fmla="*/ 32 h 65"/>
                  <a:gd name="T26" fmla="*/ 33 w 65"/>
                  <a:gd name="T27" fmla="*/ 0 h 65"/>
                  <a:gd name="T28" fmla="*/ 56 w 65"/>
                  <a:gd name="T29" fmla="*/ 9 h 65"/>
                  <a:gd name="T30" fmla="*/ 65 w 65"/>
                  <a:gd name="T31" fmla="*/ 0 h 65"/>
                  <a:gd name="T32" fmla="*/ 65 w 65"/>
                  <a:gd name="T33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65">
                    <a:moveTo>
                      <a:pt x="65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5" y="10"/>
                      <a:pt x="39" y="8"/>
                      <a:pt x="33" y="8"/>
                    </a:cubicBezTo>
                    <a:cubicBezTo>
                      <a:pt x="26" y="8"/>
                      <a:pt x="20" y="10"/>
                      <a:pt x="16" y="15"/>
                    </a:cubicBezTo>
                    <a:cubicBezTo>
                      <a:pt x="11" y="20"/>
                      <a:pt x="9" y="26"/>
                      <a:pt x="9" y="32"/>
                    </a:cubicBezTo>
                    <a:cubicBezTo>
                      <a:pt x="9" y="39"/>
                      <a:pt x="11" y="45"/>
                      <a:pt x="16" y="49"/>
                    </a:cubicBezTo>
                    <a:cubicBezTo>
                      <a:pt x="20" y="54"/>
                      <a:pt x="26" y="56"/>
                      <a:pt x="33" y="56"/>
                    </a:cubicBezTo>
                    <a:cubicBezTo>
                      <a:pt x="39" y="56"/>
                      <a:pt x="45" y="54"/>
                      <a:pt x="50" y="49"/>
                    </a:cubicBezTo>
                    <a:cubicBezTo>
                      <a:pt x="50" y="49"/>
                      <a:pt x="51" y="49"/>
                      <a:pt x="51" y="48"/>
                    </a:cubicBezTo>
                    <a:cubicBezTo>
                      <a:pt x="57" y="54"/>
                      <a:pt x="57" y="54"/>
                      <a:pt x="57" y="54"/>
                    </a:cubicBezTo>
                    <a:cubicBezTo>
                      <a:pt x="51" y="60"/>
                      <a:pt x="43" y="65"/>
                      <a:pt x="33" y="65"/>
                    </a:cubicBezTo>
                    <a:cubicBezTo>
                      <a:pt x="15" y="65"/>
                      <a:pt x="0" y="50"/>
                      <a:pt x="0" y="32"/>
                    </a:cubicBezTo>
                    <a:cubicBezTo>
                      <a:pt x="0" y="14"/>
                      <a:pt x="15" y="0"/>
                      <a:pt x="33" y="0"/>
                    </a:cubicBezTo>
                    <a:cubicBezTo>
                      <a:pt x="42" y="0"/>
                      <a:pt x="50" y="4"/>
                      <a:pt x="56" y="9"/>
                    </a:cubicBezTo>
                    <a:cubicBezTo>
                      <a:pt x="65" y="0"/>
                      <a:pt x="65" y="0"/>
                      <a:pt x="65" y="0"/>
                    </a:cubicBezTo>
                    <a:lnTo>
                      <a:pt x="65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48B00F26-6DC4-4CFB-96AD-8EE58C9F8D9E}"/>
                  </a:ext>
                </a:extLst>
              </p:cNvPr>
              <p:cNvSpPr/>
              <p:nvPr/>
            </p:nvSpPr>
            <p:spPr bwMode="auto">
              <a:xfrm>
                <a:off x="8704585" y="1177942"/>
                <a:ext cx="172244" cy="170287"/>
              </a:xfrm>
              <a:custGeom>
                <a:avLst/>
                <a:gdLst>
                  <a:gd name="T0" fmla="*/ 27 w 54"/>
                  <a:gd name="T1" fmla="*/ 0 h 53"/>
                  <a:gd name="T2" fmla="*/ 0 w 54"/>
                  <a:gd name="T3" fmla="*/ 26 h 53"/>
                  <a:gd name="T4" fmla="*/ 27 w 54"/>
                  <a:gd name="T5" fmla="*/ 53 h 53"/>
                  <a:gd name="T6" fmla="*/ 54 w 54"/>
                  <a:gd name="T7" fmla="*/ 26 h 53"/>
                  <a:gd name="T8" fmla="*/ 27 w 54"/>
                  <a:gd name="T9" fmla="*/ 0 h 53"/>
                  <a:gd name="T10" fmla="*/ 16 w 54"/>
                  <a:gd name="T11" fmla="*/ 43 h 53"/>
                  <a:gd name="T12" fmla="*/ 17 w 54"/>
                  <a:gd name="T13" fmla="*/ 38 h 53"/>
                  <a:gd name="T14" fmla="*/ 7 w 54"/>
                  <a:gd name="T15" fmla="*/ 24 h 53"/>
                  <a:gd name="T16" fmla="*/ 13 w 54"/>
                  <a:gd name="T17" fmla="*/ 12 h 53"/>
                  <a:gd name="T18" fmla="*/ 27 w 54"/>
                  <a:gd name="T19" fmla="*/ 6 h 53"/>
                  <a:gd name="T20" fmla="*/ 41 w 54"/>
                  <a:gd name="T21" fmla="*/ 12 h 53"/>
                  <a:gd name="T22" fmla="*/ 47 w 54"/>
                  <a:gd name="T23" fmla="*/ 24 h 53"/>
                  <a:gd name="T24" fmla="*/ 37 w 54"/>
                  <a:gd name="T25" fmla="*/ 38 h 53"/>
                  <a:gd name="T26" fmla="*/ 38 w 54"/>
                  <a:gd name="T27" fmla="*/ 43 h 53"/>
                  <a:gd name="T28" fmla="*/ 27 w 54"/>
                  <a:gd name="T29" fmla="*/ 46 h 53"/>
                  <a:gd name="T30" fmla="*/ 16 w 54"/>
                  <a:gd name="T31" fmla="*/ 43 h 53"/>
                  <a:gd name="T32" fmla="*/ 29 w 54"/>
                  <a:gd name="T33" fmla="*/ 33 h 53"/>
                  <a:gd name="T34" fmla="*/ 30 w 54"/>
                  <a:gd name="T35" fmla="*/ 35 h 53"/>
                  <a:gd name="T36" fmla="*/ 30 w 54"/>
                  <a:gd name="T37" fmla="*/ 38 h 53"/>
                  <a:gd name="T38" fmla="*/ 28 w 54"/>
                  <a:gd name="T39" fmla="*/ 40 h 53"/>
                  <a:gd name="T40" fmla="*/ 25 w 54"/>
                  <a:gd name="T41" fmla="*/ 40 h 53"/>
                  <a:gd name="T42" fmla="*/ 23 w 54"/>
                  <a:gd name="T43" fmla="*/ 38 h 53"/>
                  <a:gd name="T44" fmla="*/ 23 w 54"/>
                  <a:gd name="T45" fmla="*/ 35 h 53"/>
                  <a:gd name="T46" fmla="*/ 25 w 54"/>
                  <a:gd name="T47" fmla="*/ 33 h 53"/>
                  <a:gd name="T48" fmla="*/ 26 w 54"/>
                  <a:gd name="T49" fmla="*/ 10 h 53"/>
                  <a:gd name="T50" fmla="*/ 28 w 54"/>
                  <a:gd name="T51" fmla="*/ 10 h 53"/>
                  <a:gd name="T52" fmla="*/ 29 w 54"/>
                  <a:gd name="T53" fmla="*/ 3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4" h="53">
                    <a:moveTo>
                      <a:pt x="27" y="0"/>
                    </a:move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6"/>
                    </a:cubicBezTo>
                    <a:cubicBezTo>
                      <a:pt x="54" y="12"/>
                      <a:pt x="42" y="0"/>
                      <a:pt x="27" y="0"/>
                    </a:cubicBezTo>
                    <a:close/>
                    <a:moveTo>
                      <a:pt x="16" y="43"/>
                    </a:moveTo>
                    <a:cubicBezTo>
                      <a:pt x="16" y="42"/>
                      <a:pt x="17" y="40"/>
                      <a:pt x="17" y="38"/>
                    </a:cubicBezTo>
                    <a:cubicBezTo>
                      <a:pt x="17" y="32"/>
                      <a:pt x="13" y="26"/>
                      <a:pt x="7" y="24"/>
                    </a:cubicBezTo>
                    <a:cubicBezTo>
                      <a:pt x="7" y="20"/>
                      <a:pt x="9" y="15"/>
                      <a:pt x="13" y="12"/>
                    </a:cubicBezTo>
                    <a:cubicBezTo>
                      <a:pt x="16" y="8"/>
                      <a:pt x="21" y="6"/>
                      <a:pt x="27" y="6"/>
                    </a:cubicBezTo>
                    <a:cubicBezTo>
                      <a:pt x="32" y="6"/>
                      <a:pt x="37" y="8"/>
                      <a:pt x="41" y="12"/>
                    </a:cubicBezTo>
                    <a:cubicBezTo>
                      <a:pt x="44" y="15"/>
                      <a:pt x="46" y="20"/>
                      <a:pt x="47" y="24"/>
                    </a:cubicBezTo>
                    <a:cubicBezTo>
                      <a:pt x="41" y="26"/>
                      <a:pt x="37" y="32"/>
                      <a:pt x="37" y="38"/>
                    </a:cubicBezTo>
                    <a:cubicBezTo>
                      <a:pt x="37" y="40"/>
                      <a:pt x="37" y="42"/>
                      <a:pt x="38" y="43"/>
                    </a:cubicBezTo>
                    <a:cubicBezTo>
                      <a:pt x="35" y="45"/>
                      <a:pt x="31" y="46"/>
                      <a:pt x="27" y="46"/>
                    </a:cubicBezTo>
                    <a:cubicBezTo>
                      <a:pt x="23" y="46"/>
                      <a:pt x="19" y="45"/>
                      <a:pt x="16" y="43"/>
                    </a:cubicBezTo>
                    <a:close/>
                    <a:moveTo>
                      <a:pt x="29" y="33"/>
                    </a:moveTo>
                    <a:cubicBezTo>
                      <a:pt x="30" y="33"/>
                      <a:pt x="30" y="34"/>
                      <a:pt x="30" y="35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0" y="39"/>
                      <a:pt x="29" y="40"/>
                      <a:pt x="28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3" y="39"/>
                      <a:pt x="23" y="38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4" y="33"/>
                      <a:pt x="25" y="33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8" y="10"/>
                      <a:pt x="28" y="10"/>
                      <a:pt x="28" y="10"/>
                    </a:cubicBezTo>
                    <a:lnTo>
                      <a:pt x="29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9D77B080-D326-42A7-B514-A4886FF3EA80}"/>
                  </a:ext>
                </a:extLst>
              </p:cNvPr>
              <p:cNvSpPr/>
              <p:nvPr/>
            </p:nvSpPr>
            <p:spPr bwMode="auto">
              <a:xfrm>
                <a:off x="7489083" y="3493466"/>
                <a:ext cx="201605" cy="199649"/>
              </a:xfrm>
              <a:custGeom>
                <a:avLst/>
                <a:gdLst>
                  <a:gd name="T0" fmla="*/ 32 w 63"/>
                  <a:gd name="T1" fmla="*/ 62 h 62"/>
                  <a:gd name="T2" fmla="*/ 0 w 63"/>
                  <a:gd name="T3" fmla="*/ 31 h 62"/>
                  <a:gd name="T4" fmla="*/ 32 w 63"/>
                  <a:gd name="T5" fmla="*/ 0 h 62"/>
                  <a:gd name="T6" fmla="*/ 63 w 63"/>
                  <a:gd name="T7" fmla="*/ 31 h 62"/>
                  <a:gd name="T8" fmla="*/ 32 w 63"/>
                  <a:gd name="T9" fmla="*/ 62 h 62"/>
                  <a:gd name="T10" fmla="*/ 58 w 63"/>
                  <a:gd name="T11" fmla="*/ 36 h 62"/>
                  <a:gd name="T12" fmla="*/ 41 w 63"/>
                  <a:gd name="T13" fmla="*/ 34 h 62"/>
                  <a:gd name="T14" fmla="*/ 46 w 63"/>
                  <a:gd name="T15" fmla="*/ 53 h 62"/>
                  <a:gd name="T16" fmla="*/ 58 w 63"/>
                  <a:gd name="T17" fmla="*/ 36 h 62"/>
                  <a:gd name="T18" fmla="*/ 42 w 63"/>
                  <a:gd name="T19" fmla="*/ 56 h 62"/>
                  <a:gd name="T20" fmla="*/ 36 w 63"/>
                  <a:gd name="T21" fmla="*/ 36 h 62"/>
                  <a:gd name="T22" fmla="*/ 36 w 63"/>
                  <a:gd name="T23" fmla="*/ 36 h 62"/>
                  <a:gd name="T24" fmla="*/ 15 w 63"/>
                  <a:gd name="T25" fmla="*/ 52 h 62"/>
                  <a:gd name="T26" fmla="*/ 32 w 63"/>
                  <a:gd name="T27" fmla="*/ 58 h 62"/>
                  <a:gd name="T28" fmla="*/ 42 w 63"/>
                  <a:gd name="T29" fmla="*/ 56 h 62"/>
                  <a:gd name="T30" fmla="*/ 12 w 63"/>
                  <a:gd name="T31" fmla="*/ 49 h 62"/>
                  <a:gd name="T32" fmla="*/ 33 w 63"/>
                  <a:gd name="T33" fmla="*/ 32 h 62"/>
                  <a:gd name="T34" fmla="*/ 34 w 63"/>
                  <a:gd name="T35" fmla="*/ 31 h 62"/>
                  <a:gd name="T36" fmla="*/ 32 w 63"/>
                  <a:gd name="T37" fmla="*/ 27 h 62"/>
                  <a:gd name="T38" fmla="*/ 5 w 63"/>
                  <a:gd name="T39" fmla="*/ 31 h 62"/>
                  <a:gd name="T40" fmla="*/ 5 w 63"/>
                  <a:gd name="T41" fmla="*/ 31 h 62"/>
                  <a:gd name="T42" fmla="*/ 12 w 63"/>
                  <a:gd name="T43" fmla="*/ 49 h 62"/>
                  <a:gd name="T44" fmla="*/ 5 w 63"/>
                  <a:gd name="T45" fmla="*/ 26 h 62"/>
                  <a:gd name="T46" fmla="*/ 30 w 63"/>
                  <a:gd name="T47" fmla="*/ 23 h 62"/>
                  <a:gd name="T48" fmla="*/ 20 w 63"/>
                  <a:gd name="T49" fmla="*/ 7 h 62"/>
                  <a:gd name="T50" fmla="*/ 5 w 63"/>
                  <a:gd name="T51" fmla="*/ 26 h 62"/>
                  <a:gd name="T52" fmla="*/ 25 w 63"/>
                  <a:gd name="T53" fmla="*/ 6 h 62"/>
                  <a:gd name="T54" fmla="*/ 35 w 63"/>
                  <a:gd name="T55" fmla="*/ 21 h 62"/>
                  <a:gd name="T56" fmla="*/ 49 w 63"/>
                  <a:gd name="T57" fmla="*/ 12 h 62"/>
                  <a:gd name="T58" fmla="*/ 32 w 63"/>
                  <a:gd name="T59" fmla="*/ 5 h 62"/>
                  <a:gd name="T60" fmla="*/ 25 w 63"/>
                  <a:gd name="T61" fmla="*/ 6 h 62"/>
                  <a:gd name="T62" fmla="*/ 52 w 63"/>
                  <a:gd name="T63" fmla="*/ 15 h 62"/>
                  <a:gd name="T64" fmla="*/ 37 w 63"/>
                  <a:gd name="T65" fmla="*/ 25 h 62"/>
                  <a:gd name="T66" fmla="*/ 39 w 63"/>
                  <a:gd name="T67" fmla="*/ 29 h 62"/>
                  <a:gd name="T68" fmla="*/ 40 w 63"/>
                  <a:gd name="T69" fmla="*/ 30 h 62"/>
                  <a:gd name="T70" fmla="*/ 58 w 63"/>
                  <a:gd name="T71" fmla="*/ 31 h 62"/>
                  <a:gd name="T72" fmla="*/ 52 w 63"/>
                  <a:gd name="T73" fmla="*/ 15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" h="62">
                    <a:moveTo>
                      <a:pt x="32" y="62"/>
                    </a:moveTo>
                    <a:cubicBezTo>
                      <a:pt x="14" y="62"/>
                      <a:pt x="0" y="49"/>
                      <a:pt x="0" y="31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3" y="14"/>
                      <a:pt x="63" y="31"/>
                    </a:cubicBezTo>
                    <a:cubicBezTo>
                      <a:pt x="63" y="49"/>
                      <a:pt x="49" y="62"/>
                      <a:pt x="32" y="62"/>
                    </a:cubicBezTo>
                    <a:close/>
                    <a:moveTo>
                      <a:pt x="58" y="36"/>
                    </a:moveTo>
                    <a:cubicBezTo>
                      <a:pt x="57" y="35"/>
                      <a:pt x="50" y="33"/>
                      <a:pt x="41" y="34"/>
                    </a:cubicBezTo>
                    <a:cubicBezTo>
                      <a:pt x="45" y="44"/>
                      <a:pt x="46" y="52"/>
                      <a:pt x="46" y="53"/>
                    </a:cubicBezTo>
                    <a:cubicBezTo>
                      <a:pt x="52" y="49"/>
                      <a:pt x="57" y="43"/>
                      <a:pt x="58" y="36"/>
                    </a:cubicBezTo>
                    <a:close/>
                    <a:moveTo>
                      <a:pt x="42" y="56"/>
                    </a:moveTo>
                    <a:cubicBezTo>
                      <a:pt x="41" y="54"/>
                      <a:pt x="40" y="45"/>
                      <a:pt x="3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21" y="41"/>
                      <a:pt x="16" y="51"/>
                      <a:pt x="15" y="52"/>
                    </a:cubicBezTo>
                    <a:cubicBezTo>
                      <a:pt x="20" y="56"/>
                      <a:pt x="25" y="58"/>
                      <a:pt x="32" y="58"/>
                    </a:cubicBezTo>
                    <a:cubicBezTo>
                      <a:pt x="35" y="58"/>
                      <a:pt x="39" y="57"/>
                      <a:pt x="42" y="56"/>
                    </a:cubicBezTo>
                    <a:close/>
                    <a:moveTo>
                      <a:pt x="12" y="49"/>
                    </a:moveTo>
                    <a:cubicBezTo>
                      <a:pt x="12" y="48"/>
                      <a:pt x="20" y="36"/>
                      <a:pt x="33" y="32"/>
                    </a:cubicBezTo>
                    <a:cubicBezTo>
                      <a:pt x="34" y="32"/>
                      <a:pt x="34" y="31"/>
                      <a:pt x="34" y="31"/>
                    </a:cubicBezTo>
                    <a:cubicBezTo>
                      <a:pt x="34" y="30"/>
                      <a:pt x="33" y="28"/>
                      <a:pt x="32" y="27"/>
                    </a:cubicBezTo>
                    <a:cubicBezTo>
                      <a:pt x="19" y="31"/>
                      <a:pt x="6" y="31"/>
                      <a:pt x="5" y="3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38"/>
                      <a:pt x="8" y="44"/>
                      <a:pt x="12" y="49"/>
                    </a:cubicBezTo>
                    <a:close/>
                    <a:moveTo>
                      <a:pt x="5" y="26"/>
                    </a:moveTo>
                    <a:cubicBezTo>
                      <a:pt x="7" y="26"/>
                      <a:pt x="18" y="26"/>
                      <a:pt x="30" y="23"/>
                    </a:cubicBezTo>
                    <a:cubicBezTo>
                      <a:pt x="26" y="15"/>
                      <a:pt x="21" y="8"/>
                      <a:pt x="20" y="7"/>
                    </a:cubicBezTo>
                    <a:cubicBezTo>
                      <a:pt x="13" y="11"/>
                      <a:pt x="7" y="18"/>
                      <a:pt x="5" y="26"/>
                    </a:cubicBezTo>
                    <a:close/>
                    <a:moveTo>
                      <a:pt x="25" y="6"/>
                    </a:moveTo>
                    <a:cubicBezTo>
                      <a:pt x="26" y="7"/>
                      <a:pt x="31" y="13"/>
                      <a:pt x="35" y="21"/>
                    </a:cubicBezTo>
                    <a:cubicBezTo>
                      <a:pt x="45" y="18"/>
                      <a:pt x="49" y="12"/>
                      <a:pt x="49" y="12"/>
                    </a:cubicBezTo>
                    <a:cubicBezTo>
                      <a:pt x="44" y="7"/>
                      <a:pt x="38" y="5"/>
                      <a:pt x="32" y="5"/>
                    </a:cubicBezTo>
                    <a:cubicBezTo>
                      <a:pt x="29" y="5"/>
                      <a:pt x="27" y="5"/>
                      <a:pt x="25" y="6"/>
                    </a:cubicBezTo>
                    <a:close/>
                    <a:moveTo>
                      <a:pt x="52" y="15"/>
                    </a:moveTo>
                    <a:cubicBezTo>
                      <a:pt x="52" y="15"/>
                      <a:pt x="47" y="21"/>
                      <a:pt x="37" y="25"/>
                    </a:cubicBezTo>
                    <a:cubicBezTo>
                      <a:pt x="38" y="26"/>
                      <a:pt x="38" y="28"/>
                      <a:pt x="39" y="29"/>
                    </a:cubicBezTo>
                    <a:cubicBezTo>
                      <a:pt x="39" y="29"/>
                      <a:pt x="39" y="30"/>
                      <a:pt x="40" y="30"/>
                    </a:cubicBezTo>
                    <a:cubicBezTo>
                      <a:pt x="48" y="29"/>
                      <a:pt x="57" y="31"/>
                      <a:pt x="58" y="31"/>
                    </a:cubicBezTo>
                    <a:cubicBezTo>
                      <a:pt x="58" y="25"/>
                      <a:pt x="56" y="19"/>
                      <a:pt x="52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7423ED4E-46D3-4622-AC8C-064B5DCBBDDA}"/>
                  </a:ext>
                </a:extLst>
              </p:cNvPr>
              <p:cNvSpPr/>
              <p:nvPr/>
            </p:nvSpPr>
            <p:spPr bwMode="auto">
              <a:xfrm>
                <a:off x="7424491" y="4556298"/>
                <a:ext cx="207476" cy="182032"/>
              </a:xfrm>
              <a:custGeom>
                <a:avLst/>
                <a:gdLst>
                  <a:gd name="T0" fmla="*/ 65 w 65"/>
                  <a:gd name="T1" fmla="*/ 19 h 57"/>
                  <a:gd name="T2" fmla="*/ 47 w 65"/>
                  <a:gd name="T3" fmla="*/ 0 h 57"/>
                  <a:gd name="T4" fmla="*/ 32 w 65"/>
                  <a:gd name="T5" fmla="*/ 6 h 57"/>
                  <a:gd name="T6" fmla="*/ 18 w 65"/>
                  <a:gd name="T7" fmla="*/ 0 h 57"/>
                  <a:gd name="T8" fmla="*/ 0 w 65"/>
                  <a:gd name="T9" fmla="*/ 19 h 57"/>
                  <a:gd name="T10" fmla="*/ 6 w 65"/>
                  <a:gd name="T11" fmla="*/ 33 h 57"/>
                  <a:gd name="T12" fmla="*/ 6 w 65"/>
                  <a:gd name="T13" fmla="*/ 33 h 57"/>
                  <a:gd name="T14" fmla="*/ 26 w 65"/>
                  <a:gd name="T15" fmla="*/ 53 h 57"/>
                  <a:gd name="T16" fmla="*/ 32 w 65"/>
                  <a:gd name="T17" fmla="*/ 57 h 57"/>
                  <a:gd name="T18" fmla="*/ 39 w 65"/>
                  <a:gd name="T19" fmla="*/ 53 h 57"/>
                  <a:gd name="T20" fmla="*/ 59 w 65"/>
                  <a:gd name="T21" fmla="*/ 33 h 57"/>
                  <a:gd name="T22" fmla="*/ 59 w 65"/>
                  <a:gd name="T23" fmla="*/ 33 h 57"/>
                  <a:gd name="T24" fmla="*/ 65 w 65"/>
                  <a:gd name="T25" fmla="*/ 19 h 57"/>
                  <a:gd name="T26" fmla="*/ 54 w 65"/>
                  <a:gd name="T27" fmla="*/ 27 h 57"/>
                  <a:gd name="T28" fmla="*/ 33 w 65"/>
                  <a:gd name="T29" fmla="*/ 47 h 57"/>
                  <a:gd name="T30" fmla="*/ 32 w 65"/>
                  <a:gd name="T31" fmla="*/ 48 h 57"/>
                  <a:gd name="T32" fmla="*/ 32 w 65"/>
                  <a:gd name="T33" fmla="*/ 47 h 57"/>
                  <a:gd name="T34" fmla="*/ 11 w 65"/>
                  <a:gd name="T35" fmla="*/ 27 h 57"/>
                  <a:gd name="T36" fmla="*/ 8 w 65"/>
                  <a:gd name="T37" fmla="*/ 19 h 57"/>
                  <a:gd name="T38" fmla="*/ 18 w 65"/>
                  <a:gd name="T39" fmla="*/ 8 h 57"/>
                  <a:gd name="T40" fmla="*/ 26 w 65"/>
                  <a:gd name="T41" fmla="*/ 11 h 57"/>
                  <a:gd name="T42" fmla="*/ 32 w 65"/>
                  <a:gd name="T43" fmla="*/ 18 h 57"/>
                  <a:gd name="T44" fmla="*/ 39 w 65"/>
                  <a:gd name="T45" fmla="*/ 11 h 57"/>
                  <a:gd name="T46" fmla="*/ 47 w 65"/>
                  <a:gd name="T47" fmla="*/ 8 h 57"/>
                  <a:gd name="T48" fmla="*/ 57 w 65"/>
                  <a:gd name="T49" fmla="*/ 19 h 57"/>
                  <a:gd name="T50" fmla="*/ 54 w 65"/>
                  <a:gd name="T51" fmla="*/ 2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5" h="57">
                    <a:moveTo>
                      <a:pt x="65" y="19"/>
                    </a:moveTo>
                    <a:cubicBezTo>
                      <a:pt x="65" y="8"/>
                      <a:pt x="57" y="0"/>
                      <a:pt x="47" y="0"/>
                    </a:cubicBezTo>
                    <a:cubicBezTo>
                      <a:pt x="41" y="0"/>
                      <a:pt x="36" y="2"/>
                      <a:pt x="32" y="6"/>
                    </a:cubicBezTo>
                    <a:cubicBezTo>
                      <a:pt x="29" y="2"/>
                      <a:pt x="24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4"/>
                      <a:pt x="2" y="29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26" y="53"/>
                      <a:pt x="26" y="53"/>
                      <a:pt x="26" y="53"/>
                    </a:cubicBezTo>
                    <a:cubicBezTo>
                      <a:pt x="28" y="55"/>
                      <a:pt x="30" y="57"/>
                      <a:pt x="32" y="57"/>
                    </a:cubicBezTo>
                    <a:cubicBezTo>
                      <a:pt x="35" y="57"/>
                      <a:pt x="37" y="55"/>
                      <a:pt x="39" y="5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63" y="29"/>
                      <a:pt x="65" y="24"/>
                      <a:pt x="65" y="19"/>
                    </a:cubicBezTo>
                    <a:close/>
                    <a:moveTo>
                      <a:pt x="54" y="27"/>
                    </a:moveTo>
                    <a:cubicBezTo>
                      <a:pt x="33" y="47"/>
                      <a:pt x="33" y="47"/>
                      <a:pt x="33" y="47"/>
                    </a:cubicBezTo>
                    <a:cubicBezTo>
                      <a:pt x="33" y="47"/>
                      <a:pt x="33" y="48"/>
                      <a:pt x="32" y="48"/>
                    </a:cubicBezTo>
                    <a:cubicBezTo>
                      <a:pt x="32" y="48"/>
                      <a:pt x="32" y="47"/>
                      <a:pt x="32" y="4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4"/>
                      <a:pt x="8" y="22"/>
                      <a:pt x="8" y="19"/>
                    </a:cubicBezTo>
                    <a:cubicBezTo>
                      <a:pt x="8" y="13"/>
                      <a:pt x="13" y="8"/>
                      <a:pt x="18" y="8"/>
                    </a:cubicBezTo>
                    <a:cubicBezTo>
                      <a:pt x="22" y="8"/>
                      <a:pt x="24" y="9"/>
                      <a:pt x="26" y="11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41" y="9"/>
                      <a:pt x="43" y="8"/>
                      <a:pt x="47" y="8"/>
                    </a:cubicBezTo>
                    <a:cubicBezTo>
                      <a:pt x="52" y="8"/>
                      <a:pt x="57" y="13"/>
                      <a:pt x="57" y="19"/>
                    </a:cubicBezTo>
                    <a:cubicBezTo>
                      <a:pt x="57" y="22"/>
                      <a:pt x="56" y="24"/>
                      <a:pt x="5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F6959482-2C69-4307-B605-09000A8D8704}"/>
                  </a:ext>
                </a:extLst>
              </p:cNvPr>
              <p:cNvSpPr/>
              <p:nvPr/>
            </p:nvSpPr>
            <p:spPr bwMode="auto">
              <a:xfrm>
                <a:off x="7725920" y="4971252"/>
                <a:ext cx="150715" cy="154629"/>
              </a:xfrm>
              <a:custGeom>
                <a:avLst/>
                <a:gdLst>
                  <a:gd name="T0" fmla="*/ 43 w 47"/>
                  <a:gd name="T1" fmla="*/ 29 h 48"/>
                  <a:gd name="T2" fmla="*/ 47 w 47"/>
                  <a:gd name="T3" fmla="*/ 16 h 48"/>
                  <a:gd name="T4" fmla="*/ 42 w 47"/>
                  <a:gd name="T5" fmla="*/ 8 h 48"/>
                  <a:gd name="T6" fmla="*/ 37 w 47"/>
                  <a:gd name="T7" fmla="*/ 9 h 48"/>
                  <a:gd name="T8" fmla="*/ 28 w 47"/>
                  <a:gd name="T9" fmla="*/ 0 h 48"/>
                  <a:gd name="T10" fmla="*/ 19 w 47"/>
                  <a:gd name="T11" fmla="*/ 0 h 48"/>
                  <a:gd name="T12" fmla="*/ 18 w 47"/>
                  <a:gd name="T13" fmla="*/ 5 h 48"/>
                  <a:gd name="T14" fmla="*/ 5 w 47"/>
                  <a:gd name="T15" fmla="*/ 8 h 48"/>
                  <a:gd name="T16" fmla="*/ 0 w 47"/>
                  <a:gd name="T17" fmla="*/ 16 h 48"/>
                  <a:gd name="T18" fmla="*/ 4 w 47"/>
                  <a:gd name="T19" fmla="*/ 20 h 48"/>
                  <a:gd name="T20" fmla="*/ 0 w 47"/>
                  <a:gd name="T21" fmla="*/ 32 h 48"/>
                  <a:gd name="T22" fmla="*/ 5 w 47"/>
                  <a:gd name="T23" fmla="*/ 40 h 48"/>
                  <a:gd name="T24" fmla="*/ 10 w 47"/>
                  <a:gd name="T25" fmla="*/ 39 h 48"/>
                  <a:gd name="T26" fmla="*/ 19 w 47"/>
                  <a:gd name="T27" fmla="*/ 48 h 48"/>
                  <a:gd name="T28" fmla="*/ 28 w 47"/>
                  <a:gd name="T29" fmla="*/ 48 h 48"/>
                  <a:gd name="T30" fmla="*/ 29 w 47"/>
                  <a:gd name="T31" fmla="*/ 44 h 48"/>
                  <a:gd name="T32" fmla="*/ 42 w 47"/>
                  <a:gd name="T33" fmla="*/ 40 h 48"/>
                  <a:gd name="T34" fmla="*/ 47 w 47"/>
                  <a:gd name="T35" fmla="*/ 32 h 48"/>
                  <a:gd name="T36" fmla="*/ 43 w 47"/>
                  <a:gd name="T37" fmla="*/ 29 h 48"/>
                  <a:gd name="T38" fmla="*/ 23 w 47"/>
                  <a:gd name="T39" fmla="*/ 34 h 48"/>
                  <a:gd name="T40" fmla="*/ 14 w 47"/>
                  <a:gd name="T41" fmla="*/ 24 h 48"/>
                  <a:gd name="T42" fmla="*/ 23 w 47"/>
                  <a:gd name="T43" fmla="*/ 14 h 48"/>
                  <a:gd name="T44" fmla="*/ 33 w 47"/>
                  <a:gd name="T45" fmla="*/ 24 h 48"/>
                  <a:gd name="T46" fmla="*/ 23 w 47"/>
                  <a:gd name="T47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7" h="48">
                    <a:moveTo>
                      <a:pt x="43" y="29"/>
                    </a:moveTo>
                    <a:cubicBezTo>
                      <a:pt x="41" y="24"/>
                      <a:pt x="42" y="19"/>
                      <a:pt x="47" y="16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1" y="9"/>
                      <a:pt x="39" y="9"/>
                      <a:pt x="37" y="9"/>
                    </a:cubicBezTo>
                    <a:cubicBezTo>
                      <a:pt x="32" y="9"/>
                      <a:pt x="28" y="5"/>
                      <a:pt x="28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2"/>
                      <a:pt x="18" y="3"/>
                      <a:pt x="18" y="5"/>
                    </a:cubicBezTo>
                    <a:cubicBezTo>
                      <a:pt x="15" y="9"/>
                      <a:pt x="9" y="11"/>
                      <a:pt x="5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" y="17"/>
                      <a:pt x="3" y="18"/>
                      <a:pt x="4" y="20"/>
                    </a:cubicBezTo>
                    <a:cubicBezTo>
                      <a:pt x="6" y="24"/>
                      <a:pt x="5" y="30"/>
                      <a:pt x="0" y="32"/>
                    </a:cubicBezTo>
                    <a:cubicBezTo>
                      <a:pt x="5" y="40"/>
                      <a:pt x="5" y="40"/>
                      <a:pt x="5" y="40"/>
                    </a:cubicBezTo>
                    <a:cubicBezTo>
                      <a:pt x="6" y="40"/>
                      <a:pt x="8" y="39"/>
                      <a:pt x="10" y="39"/>
                    </a:cubicBezTo>
                    <a:cubicBezTo>
                      <a:pt x="15" y="39"/>
                      <a:pt x="19" y="43"/>
                      <a:pt x="19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9" y="45"/>
                      <a:pt x="29" y="44"/>
                    </a:cubicBezTo>
                    <a:cubicBezTo>
                      <a:pt x="32" y="39"/>
                      <a:pt x="38" y="38"/>
                      <a:pt x="42" y="40"/>
                    </a:cubicBezTo>
                    <a:cubicBezTo>
                      <a:pt x="47" y="32"/>
                      <a:pt x="47" y="32"/>
                      <a:pt x="47" y="32"/>
                    </a:cubicBezTo>
                    <a:cubicBezTo>
                      <a:pt x="45" y="31"/>
                      <a:pt x="44" y="30"/>
                      <a:pt x="43" y="29"/>
                    </a:cubicBezTo>
                    <a:close/>
                    <a:moveTo>
                      <a:pt x="23" y="34"/>
                    </a:moveTo>
                    <a:cubicBezTo>
                      <a:pt x="18" y="34"/>
                      <a:pt x="14" y="30"/>
                      <a:pt x="14" y="24"/>
                    </a:cubicBezTo>
                    <a:cubicBezTo>
                      <a:pt x="14" y="19"/>
                      <a:pt x="18" y="14"/>
                      <a:pt x="23" y="14"/>
                    </a:cubicBezTo>
                    <a:cubicBezTo>
                      <a:pt x="29" y="14"/>
                      <a:pt x="33" y="19"/>
                      <a:pt x="33" y="24"/>
                    </a:cubicBezTo>
                    <a:cubicBezTo>
                      <a:pt x="33" y="30"/>
                      <a:pt x="29" y="34"/>
                      <a:pt x="2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11B688FD-BD8A-42A9-8CEB-14E34DF169C3}"/>
                  </a:ext>
                </a:extLst>
              </p:cNvPr>
              <p:cNvSpPr/>
              <p:nvPr/>
            </p:nvSpPr>
            <p:spPr bwMode="auto">
              <a:xfrm>
                <a:off x="6888184" y="4926232"/>
                <a:ext cx="248580" cy="250539"/>
              </a:xfrm>
              <a:custGeom>
                <a:avLst/>
                <a:gdLst>
                  <a:gd name="T0" fmla="*/ 67 w 127"/>
                  <a:gd name="T1" fmla="*/ 0 h 128"/>
                  <a:gd name="T2" fmla="*/ 55 w 127"/>
                  <a:gd name="T3" fmla="*/ 13 h 128"/>
                  <a:gd name="T4" fmla="*/ 67 w 127"/>
                  <a:gd name="T5" fmla="*/ 25 h 128"/>
                  <a:gd name="T6" fmla="*/ 39 w 127"/>
                  <a:gd name="T7" fmla="*/ 56 h 128"/>
                  <a:gd name="T8" fmla="*/ 11 w 127"/>
                  <a:gd name="T9" fmla="*/ 56 h 128"/>
                  <a:gd name="T10" fmla="*/ 32 w 127"/>
                  <a:gd name="T11" fmla="*/ 79 h 128"/>
                  <a:gd name="T12" fmla="*/ 0 w 127"/>
                  <a:gd name="T13" fmla="*/ 123 h 128"/>
                  <a:gd name="T14" fmla="*/ 0 w 127"/>
                  <a:gd name="T15" fmla="*/ 128 h 128"/>
                  <a:gd name="T16" fmla="*/ 5 w 127"/>
                  <a:gd name="T17" fmla="*/ 128 h 128"/>
                  <a:gd name="T18" fmla="*/ 49 w 127"/>
                  <a:gd name="T19" fmla="*/ 93 h 128"/>
                  <a:gd name="T20" fmla="*/ 72 w 127"/>
                  <a:gd name="T21" fmla="*/ 116 h 128"/>
                  <a:gd name="T22" fmla="*/ 72 w 127"/>
                  <a:gd name="T23" fmla="*/ 88 h 128"/>
                  <a:gd name="T24" fmla="*/ 103 w 127"/>
                  <a:gd name="T25" fmla="*/ 61 h 128"/>
                  <a:gd name="T26" fmla="*/ 114 w 127"/>
                  <a:gd name="T27" fmla="*/ 72 h 128"/>
                  <a:gd name="T28" fmla="*/ 127 w 127"/>
                  <a:gd name="T29" fmla="*/ 61 h 128"/>
                  <a:gd name="T30" fmla="*/ 67 w 127"/>
                  <a:gd name="T31" fmla="*/ 0 h 128"/>
                  <a:gd name="T32" fmla="*/ 55 w 127"/>
                  <a:gd name="T33" fmla="*/ 69 h 128"/>
                  <a:gd name="T34" fmla="*/ 47 w 127"/>
                  <a:gd name="T35" fmla="*/ 61 h 128"/>
                  <a:gd name="T36" fmla="*/ 75 w 127"/>
                  <a:gd name="T37" fmla="*/ 33 h 128"/>
                  <a:gd name="T38" fmla="*/ 83 w 127"/>
                  <a:gd name="T39" fmla="*/ 41 h 128"/>
                  <a:gd name="T40" fmla="*/ 55 w 127"/>
                  <a:gd name="T41" fmla="*/ 69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7" h="128">
                    <a:moveTo>
                      <a:pt x="67" y="0"/>
                    </a:moveTo>
                    <a:lnTo>
                      <a:pt x="55" y="13"/>
                    </a:lnTo>
                    <a:lnTo>
                      <a:pt x="67" y="25"/>
                    </a:lnTo>
                    <a:lnTo>
                      <a:pt x="39" y="56"/>
                    </a:lnTo>
                    <a:lnTo>
                      <a:pt x="11" y="56"/>
                    </a:lnTo>
                    <a:lnTo>
                      <a:pt x="32" y="79"/>
                    </a:lnTo>
                    <a:lnTo>
                      <a:pt x="0" y="123"/>
                    </a:lnTo>
                    <a:lnTo>
                      <a:pt x="0" y="128"/>
                    </a:lnTo>
                    <a:lnTo>
                      <a:pt x="5" y="128"/>
                    </a:lnTo>
                    <a:lnTo>
                      <a:pt x="49" y="93"/>
                    </a:lnTo>
                    <a:lnTo>
                      <a:pt x="72" y="116"/>
                    </a:lnTo>
                    <a:lnTo>
                      <a:pt x="72" y="88"/>
                    </a:lnTo>
                    <a:lnTo>
                      <a:pt x="103" y="61"/>
                    </a:lnTo>
                    <a:lnTo>
                      <a:pt x="114" y="72"/>
                    </a:lnTo>
                    <a:lnTo>
                      <a:pt x="127" y="61"/>
                    </a:lnTo>
                    <a:lnTo>
                      <a:pt x="67" y="0"/>
                    </a:lnTo>
                    <a:close/>
                    <a:moveTo>
                      <a:pt x="55" y="69"/>
                    </a:moveTo>
                    <a:lnTo>
                      <a:pt x="47" y="61"/>
                    </a:lnTo>
                    <a:lnTo>
                      <a:pt x="75" y="33"/>
                    </a:lnTo>
                    <a:lnTo>
                      <a:pt x="83" y="41"/>
                    </a:lnTo>
                    <a:lnTo>
                      <a:pt x="55" y="6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49D72080-8808-4B76-8902-B4D51B4CABBC}"/>
                  </a:ext>
                </a:extLst>
              </p:cNvPr>
              <p:cNvSpPr/>
              <p:nvPr/>
            </p:nvSpPr>
            <p:spPr bwMode="auto">
              <a:xfrm>
                <a:off x="6868610" y="4354691"/>
                <a:ext cx="182032" cy="185946"/>
              </a:xfrm>
              <a:custGeom>
                <a:avLst/>
                <a:gdLst>
                  <a:gd name="T0" fmla="*/ 57 w 57"/>
                  <a:gd name="T1" fmla="*/ 29 h 58"/>
                  <a:gd name="T2" fmla="*/ 28 w 57"/>
                  <a:gd name="T3" fmla="*/ 58 h 58"/>
                  <a:gd name="T4" fmla="*/ 0 w 57"/>
                  <a:gd name="T5" fmla="*/ 29 h 58"/>
                  <a:gd name="T6" fmla="*/ 28 w 57"/>
                  <a:gd name="T7" fmla="*/ 0 h 58"/>
                  <a:gd name="T8" fmla="*/ 57 w 57"/>
                  <a:gd name="T9" fmla="*/ 29 h 58"/>
                  <a:gd name="T10" fmla="*/ 5 w 57"/>
                  <a:gd name="T11" fmla="*/ 29 h 58"/>
                  <a:gd name="T12" fmla="*/ 28 w 57"/>
                  <a:gd name="T13" fmla="*/ 52 h 58"/>
                  <a:gd name="T14" fmla="*/ 52 w 57"/>
                  <a:gd name="T15" fmla="*/ 29 h 58"/>
                  <a:gd name="T16" fmla="*/ 28 w 57"/>
                  <a:gd name="T17" fmla="*/ 6 h 58"/>
                  <a:gd name="T18" fmla="*/ 5 w 57"/>
                  <a:gd name="T19" fmla="*/ 29 h 58"/>
                  <a:gd name="T20" fmla="*/ 31 w 57"/>
                  <a:gd name="T21" fmla="*/ 12 h 58"/>
                  <a:gd name="T22" fmla="*/ 45 w 57"/>
                  <a:gd name="T23" fmla="*/ 26 h 58"/>
                  <a:gd name="T24" fmla="*/ 45 w 57"/>
                  <a:gd name="T25" fmla="*/ 31 h 58"/>
                  <a:gd name="T26" fmla="*/ 40 w 57"/>
                  <a:gd name="T27" fmla="*/ 31 h 58"/>
                  <a:gd name="T28" fmla="*/ 32 w 57"/>
                  <a:gd name="T29" fmla="*/ 23 h 58"/>
                  <a:gd name="T30" fmla="*/ 32 w 57"/>
                  <a:gd name="T31" fmla="*/ 43 h 58"/>
                  <a:gd name="T32" fmla="*/ 28 w 57"/>
                  <a:gd name="T33" fmla="*/ 47 h 58"/>
                  <a:gd name="T34" fmla="*/ 25 w 57"/>
                  <a:gd name="T35" fmla="*/ 43 h 58"/>
                  <a:gd name="T36" fmla="*/ 25 w 57"/>
                  <a:gd name="T37" fmla="*/ 23 h 58"/>
                  <a:gd name="T38" fmla="*/ 17 w 57"/>
                  <a:gd name="T39" fmla="*/ 31 h 58"/>
                  <a:gd name="T40" fmla="*/ 12 w 57"/>
                  <a:gd name="T41" fmla="*/ 31 h 58"/>
                  <a:gd name="T42" fmla="*/ 11 w 57"/>
                  <a:gd name="T43" fmla="*/ 29 h 58"/>
                  <a:gd name="T44" fmla="*/ 12 w 57"/>
                  <a:gd name="T45" fmla="*/ 26 h 58"/>
                  <a:gd name="T46" fmla="*/ 26 w 57"/>
                  <a:gd name="T47" fmla="*/ 12 h 58"/>
                  <a:gd name="T48" fmla="*/ 31 w 57"/>
                  <a:gd name="T49" fmla="*/ 1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7" h="58">
                    <a:moveTo>
                      <a:pt x="57" y="29"/>
                    </a:moveTo>
                    <a:cubicBezTo>
                      <a:pt x="57" y="45"/>
                      <a:pt x="44" y="58"/>
                      <a:pt x="28" y="58"/>
                    </a:cubicBezTo>
                    <a:cubicBezTo>
                      <a:pt x="13" y="58"/>
                      <a:pt x="0" y="45"/>
                      <a:pt x="0" y="29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44" y="0"/>
                      <a:pt x="57" y="13"/>
                      <a:pt x="57" y="29"/>
                    </a:cubicBezTo>
                    <a:close/>
                    <a:moveTo>
                      <a:pt x="5" y="29"/>
                    </a:moveTo>
                    <a:cubicBezTo>
                      <a:pt x="5" y="42"/>
                      <a:pt x="16" y="52"/>
                      <a:pt x="28" y="52"/>
                    </a:cubicBezTo>
                    <a:cubicBezTo>
                      <a:pt x="41" y="52"/>
                      <a:pt x="52" y="42"/>
                      <a:pt x="52" y="29"/>
                    </a:cubicBezTo>
                    <a:cubicBezTo>
                      <a:pt x="52" y="16"/>
                      <a:pt x="41" y="6"/>
                      <a:pt x="28" y="6"/>
                    </a:cubicBezTo>
                    <a:cubicBezTo>
                      <a:pt x="16" y="6"/>
                      <a:pt x="5" y="16"/>
                      <a:pt x="5" y="29"/>
                    </a:cubicBezTo>
                    <a:close/>
                    <a:moveTo>
                      <a:pt x="31" y="12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7" y="28"/>
                      <a:pt x="47" y="30"/>
                      <a:pt x="45" y="31"/>
                    </a:cubicBezTo>
                    <a:cubicBezTo>
                      <a:pt x="44" y="33"/>
                      <a:pt x="42" y="33"/>
                      <a:pt x="40" y="31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2" y="45"/>
                      <a:pt x="30" y="47"/>
                      <a:pt x="28" y="47"/>
                    </a:cubicBezTo>
                    <a:cubicBezTo>
                      <a:pt x="26" y="47"/>
                      <a:pt x="25" y="45"/>
                      <a:pt x="25" y="4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5" y="33"/>
                      <a:pt x="13" y="33"/>
                      <a:pt x="12" y="31"/>
                    </a:cubicBezTo>
                    <a:cubicBezTo>
                      <a:pt x="11" y="31"/>
                      <a:pt x="11" y="30"/>
                      <a:pt x="11" y="29"/>
                    </a:cubicBezTo>
                    <a:cubicBezTo>
                      <a:pt x="11" y="28"/>
                      <a:pt x="11" y="27"/>
                      <a:pt x="12" y="26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7" y="11"/>
                      <a:pt x="30" y="11"/>
                      <a:pt x="3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BDB3922-6E19-422C-AE3D-04B35E9AB826}"/>
                  </a:ext>
                </a:extLst>
              </p:cNvPr>
              <p:cNvSpPr/>
              <p:nvPr/>
            </p:nvSpPr>
            <p:spPr bwMode="auto">
              <a:xfrm>
                <a:off x="6958648" y="3260543"/>
                <a:ext cx="287728" cy="160502"/>
              </a:xfrm>
              <a:custGeom>
                <a:avLst/>
                <a:gdLst>
                  <a:gd name="T0" fmla="*/ 83 w 90"/>
                  <a:gd name="T1" fmla="*/ 46 h 50"/>
                  <a:gd name="T2" fmla="*/ 85 w 90"/>
                  <a:gd name="T3" fmla="*/ 36 h 50"/>
                  <a:gd name="T4" fmla="*/ 87 w 90"/>
                  <a:gd name="T5" fmla="*/ 27 h 50"/>
                  <a:gd name="T6" fmla="*/ 89 w 90"/>
                  <a:gd name="T7" fmla="*/ 16 h 50"/>
                  <a:gd name="T8" fmla="*/ 86 w 90"/>
                  <a:gd name="T9" fmla="*/ 10 h 50"/>
                  <a:gd name="T10" fmla="*/ 64 w 90"/>
                  <a:gd name="T11" fmla="*/ 1 h 50"/>
                  <a:gd name="T12" fmla="*/ 57 w 90"/>
                  <a:gd name="T13" fmla="*/ 3 h 50"/>
                  <a:gd name="T14" fmla="*/ 52 w 90"/>
                  <a:gd name="T15" fmla="*/ 13 h 50"/>
                  <a:gd name="T16" fmla="*/ 51 w 90"/>
                  <a:gd name="T17" fmla="*/ 14 h 50"/>
                  <a:gd name="T18" fmla="*/ 15 w 90"/>
                  <a:gd name="T19" fmla="*/ 6 h 50"/>
                  <a:gd name="T20" fmla="*/ 0 w 90"/>
                  <a:gd name="T21" fmla="*/ 13 h 50"/>
                  <a:gd name="T22" fmla="*/ 8 w 90"/>
                  <a:gd name="T23" fmla="*/ 25 h 50"/>
                  <a:gd name="T24" fmla="*/ 12 w 90"/>
                  <a:gd name="T25" fmla="*/ 22 h 50"/>
                  <a:gd name="T26" fmla="*/ 17 w 90"/>
                  <a:gd name="T27" fmla="*/ 30 h 50"/>
                  <a:gd name="T28" fmla="*/ 25 w 90"/>
                  <a:gd name="T29" fmla="*/ 25 h 50"/>
                  <a:gd name="T30" fmla="*/ 30 w 90"/>
                  <a:gd name="T31" fmla="*/ 33 h 50"/>
                  <a:gd name="T32" fmla="*/ 38 w 90"/>
                  <a:gd name="T33" fmla="*/ 28 h 50"/>
                  <a:gd name="T34" fmla="*/ 43 w 90"/>
                  <a:gd name="T35" fmla="*/ 35 h 50"/>
                  <a:gd name="T36" fmla="*/ 47 w 90"/>
                  <a:gd name="T37" fmla="*/ 33 h 50"/>
                  <a:gd name="T38" fmla="*/ 47 w 90"/>
                  <a:gd name="T39" fmla="*/ 34 h 50"/>
                  <a:gd name="T40" fmla="*/ 48 w 90"/>
                  <a:gd name="T41" fmla="*/ 45 h 50"/>
                  <a:gd name="T42" fmla="*/ 54 w 90"/>
                  <a:gd name="T43" fmla="*/ 50 h 50"/>
                  <a:gd name="T44" fmla="*/ 78 w 90"/>
                  <a:gd name="T45" fmla="*/ 50 h 50"/>
                  <a:gd name="T46" fmla="*/ 83 w 90"/>
                  <a:gd name="T47" fmla="*/ 46 h 50"/>
                  <a:gd name="T48" fmla="*/ 17 w 90"/>
                  <a:gd name="T49" fmla="*/ 15 h 50"/>
                  <a:gd name="T50" fmla="*/ 18 w 90"/>
                  <a:gd name="T51" fmla="*/ 11 h 50"/>
                  <a:gd name="T52" fmla="*/ 49 w 90"/>
                  <a:gd name="T53" fmla="*/ 17 h 50"/>
                  <a:gd name="T54" fmla="*/ 48 w 90"/>
                  <a:gd name="T55" fmla="*/ 22 h 50"/>
                  <a:gd name="T56" fmla="*/ 17 w 90"/>
                  <a:gd name="T57" fmla="*/ 15 h 50"/>
                  <a:gd name="T58" fmla="*/ 73 w 90"/>
                  <a:gd name="T59" fmla="*/ 45 h 50"/>
                  <a:gd name="T60" fmla="*/ 69 w 90"/>
                  <a:gd name="T61" fmla="*/ 44 h 50"/>
                  <a:gd name="T62" fmla="*/ 67 w 90"/>
                  <a:gd name="T63" fmla="*/ 41 h 50"/>
                  <a:gd name="T64" fmla="*/ 73 w 90"/>
                  <a:gd name="T65" fmla="*/ 14 h 50"/>
                  <a:gd name="T66" fmla="*/ 75 w 90"/>
                  <a:gd name="T67" fmla="*/ 12 h 50"/>
                  <a:gd name="T68" fmla="*/ 80 w 90"/>
                  <a:gd name="T69" fmla="*/ 13 h 50"/>
                  <a:gd name="T70" fmla="*/ 82 w 90"/>
                  <a:gd name="T71" fmla="*/ 16 h 50"/>
                  <a:gd name="T72" fmla="*/ 76 w 90"/>
                  <a:gd name="T73" fmla="*/ 43 h 50"/>
                  <a:gd name="T74" fmla="*/ 73 w 90"/>
                  <a:gd name="T75" fmla="*/ 4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0" h="50">
                    <a:moveTo>
                      <a:pt x="83" y="46"/>
                    </a:moveTo>
                    <a:cubicBezTo>
                      <a:pt x="85" y="36"/>
                      <a:pt x="85" y="36"/>
                      <a:pt x="85" y="36"/>
                    </a:cubicBezTo>
                    <a:cubicBezTo>
                      <a:pt x="86" y="33"/>
                      <a:pt x="87" y="29"/>
                      <a:pt x="87" y="27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90" y="14"/>
                      <a:pt x="88" y="11"/>
                      <a:pt x="86" y="10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62" y="0"/>
                      <a:pt x="59" y="1"/>
                      <a:pt x="57" y="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1" y="13"/>
                      <a:pt x="51" y="13"/>
                      <a:pt x="51" y="14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47" y="33"/>
                      <a:pt x="47" y="34"/>
                      <a:pt x="47" y="34"/>
                    </a:cubicBezTo>
                    <a:cubicBezTo>
                      <a:pt x="48" y="45"/>
                      <a:pt x="48" y="45"/>
                      <a:pt x="48" y="45"/>
                    </a:cubicBezTo>
                    <a:cubicBezTo>
                      <a:pt x="49" y="48"/>
                      <a:pt x="51" y="50"/>
                      <a:pt x="54" y="50"/>
                    </a:cubicBezTo>
                    <a:cubicBezTo>
                      <a:pt x="78" y="50"/>
                      <a:pt x="78" y="50"/>
                      <a:pt x="78" y="50"/>
                    </a:cubicBezTo>
                    <a:cubicBezTo>
                      <a:pt x="80" y="50"/>
                      <a:pt x="83" y="48"/>
                      <a:pt x="83" y="46"/>
                    </a:cubicBezTo>
                    <a:close/>
                    <a:moveTo>
                      <a:pt x="17" y="15"/>
                    </a:moveTo>
                    <a:cubicBezTo>
                      <a:pt x="18" y="11"/>
                      <a:pt x="18" y="11"/>
                      <a:pt x="18" y="11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48" y="22"/>
                      <a:pt x="48" y="22"/>
                      <a:pt x="48" y="22"/>
                    </a:cubicBezTo>
                    <a:lnTo>
                      <a:pt x="17" y="15"/>
                    </a:lnTo>
                    <a:close/>
                    <a:moveTo>
                      <a:pt x="73" y="45"/>
                    </a:moveTo>
                    <a:cubicBezTo>
                      <a:pt x="69" y="44"/>
                      <a:pt x="69" y="44"/>
                      <a:pt x="69" y="44"/>
                    </a:cubicBezTo>
                    <a:cubicBezTo>
                      <a:pt x="67" y="44"/>
                      <a:pt x="67" y="42"/>
                      <a:pt x="67" y="41"/>
                    </a:cubicBezTo>
                    <a:cubicBezTo>
                      <a:pt x="73" y="14"/>
                      <a:pt x="73" y="14"/>
                      <a:pt x="73" y="14"/>
                    </a:cubicBezTo>
                    <a:cubicBezTo>
                      <a:pt x="73" y="13"/>
                      <a:pt x="74" y="12"/>
                      <a:pt x="75" y="12"/>
                    </a:cubicBezTo>
                    <a:cubicBezTo>
                      <a:pt x="80" y="13"/>
                      <a:pt x="80" y="13"/>
                      <a:pt x="80" y="13"/>
                    </a:cubicBezTo>
                    <a:cubicBezTo>
                      <a:pt x="81" y="13"/>
                      <a:pt x="82" y="15"/>
                      <a:pt x="82" y="16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6" y="44"/>
                      <a:pt x="74" y="45"/>
                      <a:pt x="73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D2545E80-4323-43E4-9E51-E3EDD4E3430B}"/>
                  </a:ext>
                </a:extLst>
              </p:cNvPr>
              <p:cNvSpPr/>
              <p:nvPr/>
            </p:nvSpPr>
            <p:spPr bwMode="auto">
              <a:xfrm>
                <a:off x="7696560" y="835406"/>
                <a:ext cx="207476" cy="205519"/>
              </a:xfrm>
              <a:custGeom>
                <a:avLst/>
                <a:gdLst>
                  <a:gd name="T0" fmla="*/ 0 w 65"/>
                  <a:gd name="T1" fmla="*/ 32 h 64"/>
                  <a:gd name="T2" fmla="*/ 65 w 65"/>
                  <a:gd name="T3" fmla="*/ 32 h 64"/>
                  <a:gd name="T4" fmla="*/ 51 w 65"/>
                  <a:gd name="T5" fmla="*/ 42 h 64"/>
                  <a:gd name="T6" fmla="*/ 60 w 65"/>
                  <a:gd name="T7" fmla="*/ 34 h 64"/>
                  <a:gd name="T8" fmla="*/ 51 w 65"/>
                  <a:gd name="T9" fmla="*/ 42 h 64"/>
                  <a:gd name="T10" fmla="*/ 13 w 65"/>
                  <a:gd name="T11" fmla="*/ 30 h 64"/>
                  <a:gd name="T12" fmla="*/ 7 w 65"/>
                  <a:gd name="T13" fmla="*/ 21 h 64"/>
                  <a:gd name="T14" fmla="*/ 46 w 65"/>
                  <a:gd name="T15" fmla="*/ 21 h 64"/>
                  <a:gd name="T16" fmla="*/ 35 w 65"/>
                  <a:gd name="T17" fmla="*/ 30 h 64"/>
                  <a:gd name="T18" fmla="*/ 46 w 65"/>
                  <a:gd name="T19" fmla="*/ 21 h 64"/>
                  <a:gd name="T20" fmla="*/ 35 w 65"/>
                  <a:gd name="T21" fmla="*/ 4 h 64"/>
                  <a:gd name="T22" fmla="*/ 42 w 65"/>
                  <a:gd name="T23" fmla="*/ 11 h 64"/>
                  <a:gd name="T24" fmla="*/ 35 w 65"/>
                  <a:gd name="T25" fmla="*/ 17 h 64"/>
                  <a:gd name="T26" fmla="*/ 27 w 65"/>
                  <a:gd name="T27" fmla="*/ 6 h 64"/>
                  <a:gd name="T28" fmla="*/ 30 w 65"/>
                  <a:gd name="T29" fmla="*/ 17 h 64"/>
                  <a:gd name="T30" fmla="*/ 23 w 65"/>
                  <a:gd name="T31" fmla="*/ 11 h 64"/>
                  <a:gd name="T32" fmla="*/ 30 w 65"/>
                  <a:gd name="T33" fmla="*/ 30 h 64"/>
                  <a:gd name="T34" fmla="*/ 19 w 65"/>
                  <a:gd name="T35" fmla="*/ 21 h 64"/>
                  <a:gd name="T36" fmla="*/ 7 w 65"/>
                  <a:gd name="T37" fmla="*/ 42 h 64"/>
                  <a:gd name="T38" fmla="*/ 13 w 65"/>
                  <a:gd name="T39" fmla="*/ 34 h 64"/>
                  <a:gd name="T40" fmla="*/ 7 w 65"/>
                  <a:gd name="T41" fmla="*/ 42 h 64"/>
                  <a:gd name="T42" fmla="*/ 30 w 65"/>
                  <a:gd name="T43" fmla="*/ 34 h 64"/>
                  <a:gd name="T44" fmla="*/ 19 w 65"/>
                  <a:gd name="T45" fmla="*/ 42 h 64"/>
                  <a:gd name="T46" fmla="*/ 30 w 65"/>
                  <a:gd name="T47" fmla="*/ 47 h 64"/>
                  <a:gd name="T48" fmla="*/ 27 w 65"/>
                  <a:gd name="T49" fmla="*/ 58 h 64"/>
                  <a:gd name="T50" fmla="*/ 20 w 65"/>
                  <a:gd name="T51" fmla="*/ 47 h 64"/>
                  <a:gd name="T52" fmla="*/ 42 w 65"/>
                  <a:gd name="T53" fmla="*/ 52 h 64"/>
                  <a:gd name="T54" fmla="*/ 35 w 65"/>
                  <a:gd name="T55" fmla="*/ 59 h 64"/>
                  <a:gd name="T56" fmla="*/ 45 w 65"/>
                  <a:gd name="T57" fmla="*/ 47 h 64"/>
                  <a:gd name="T58" fmla="*/ 35 w 65"/>
                  <a:gd name="T59" fmla="*/ 42 h 64"/>
                  <a:gd name="T60" fmla="*/ 47 w 65"/>
                  <a:gd name="T61" fmla="*/ 34 h 64"/>
                  <a:gd name="T62" fmla="*/ 35 w 65"/>
                  <a:gd name="T63" fmla="*/ 42 h 64"/>
                  <a:gd name="T64" fmla="*/ 51 w 65"/>
                  <a:gd name="T65" fmla="*/ 21 h 64"/>
                  <a:gd name="T66" fmla="*/ 60 w 65"/>
                  <a:gd name="T67" fmla="*/ 30 h 64"/>
                  <a:gd name="T68" fmla="*/ 56 w 65"/>
                  <a:gd name="T69" fmla="*/ 17 h 64"/>
                  <a:gd name="T70" fmla="*/ 44 w 65"/>
                  <a:gd name="T71" fmla="*/ 7 h 64"/>
                  <a:gd name="T72" fmla="*/ 56 w 65"/>
                  <a:gd name="T73" fmla="*/ 17 h 64"/>
                  <a:gd name="T74" fmla="*/ 20 w 65"/>
                  <a:gd name="T75" fmla="*/ 7 h 64"/>
                  <a:gd name="T76" fmla="*/ 9 w 65"/>
                  <a:gd name="T77" fmla="*/ 17 h 64"/>
                  <a:gd name="T78" fmla="*/ 9 w 65"/>
                  <a:gd name="T79" fmla="*/ 47 h 64"/>
                  <a:gd name="T80" fmla="*/ 20 w 65"/>
                  <a:gd name="T81" fmla="*/ 57 h 64"/>
                  <a:gd name="T82" fmla="*/ 9 w 65"/>
                  <a:gd name="T83" fmla="*/ 47 h 64"/>
                  <a:gd name="T84" fmla="*/ 44 w 65"/>
                  <a:gd name="T85" fmla="*/ 57 h 64"/>
                  <a:gd name="T86" fmla="*/ 56 w 65"/>
                  <a:gd name="T87" fmla="*/ 4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5" h="64">
                    <a:moveTo>
                      <a:pt x="32" y="0"/>
                    </a:moveTo>
                    <a:cubicBezTo>
                      <a:pt x="15" y="0"/>
                      <a:pt x="0" y="14"/>
                      <a:pt x="0" y="32"/>
                    </a:cubicBezTo>
                    <a:cubicBezTo>
                      <a:pt x="0" y="49"/>
                      <a:pt x="15" y="64"/>
                      <a:pt x="32" y="64"/>
                    </a:cubicBezTo>
                    <a:cubicBezTo>
                      <a:pt x="50" y="64"/>
                      <a:pt x="65" y="49"/>
                      <a:pt x="65" y="32"/>
                    </a:cubicBezTo>
                    <a:cubicBezTo>
                      <a:pt x="65" y="14"/>
                      <a:pt x="50" y="0"/>
                      <a:pt x="32" y="0"/>
                    </a:cubicBezTo>
                    <a:close/>
                    <a:moveTo>
                      <a:pt x="51" y="42"/>
                    </a:moveTo>
                    <a:cubicBezTo>
                      <a:pt x="51" y="40"/>
                      <a:pt x="52" y="37"/>
                      <a:pt x="52" y="34"/>
                    </a:cubicBezTo>
                    <a:cubicBezTo>
                      <a:pt x="60" y="34"/>
                      <a:pt x="60" y="34"/>
                      <a:pt x="60" y="34"/>
                    </a:cubicBezTo>
                    <a:cubicBezTo>
                      <a:pt x="60" y="37"/>
                      <a:pt x="59" y="40"/>
                      <a:pt x="58" y="42"/>
                    </a:cubicBezTo>
                    <a:lnTo>
                      <a:pt x="51" y="42"/>
                    </a:lnTo>
                    <a:close/>
                    <a:moveTo>
                      <a:pt x="14" y="21"/>
                    </a:moveTo>
                    <a:cubicBezTo>
                      <a:pt x="14" y="24"/>
                      <a:pt x="13" y="27"/>
                      <a:pt x="13" y="30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27"/>
                      <a:pt x="6" y="24"/>
                      <a:pt x="7" y="21"/>
                    </a:cubicBezTo>
                    <a:lnTo>
                      <a:pt x="14" y="21"/>
                    </a:lnTo>
                    <a:close/>
                    <a:moveTo>
                      <a:pt x="46" y="21"/>
                    </a:moveTo>
                    <a:cubicBezTo>
                      <a:pt x="47" y="24"/>
                      <a:pt x="47" y="27"/>
                      <a:pt x="47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21"/>
                      <a:pt x="35" y="21"/>
                      <a:pt x="35" y="21"/>
                    </a:cubicBezTo>
                    <a:lnTo>
                      <a:pt x="46" y="21"/>
                    </a:lnTo>
                    <a:close/>
                    <a:moveTo>
                      <a:pt x="35" y="17"/>
                    </a:moveTo>
                    <a:cubicBezTo>
                      <a:pt x="35" y="4"/>
                      <a:pt x="35" y="4"/>
                      <a:pt x="35" y="4"/>
                    </a:cubicBezTo>
                    <a:cubicBezTo>
                      <a:pt x="36" y="5"/>
                      <a:pt x="37" y="5"/>
                      <a:pt x="38" y="6"/>
                    </a:cubicBezTo>
                    <a:cubicBezTo>
                      <a:pt x="39" y="7"/>
                      <a:pt x="41" y="9"/>
                      <a:pt x="42" y="11"/>
                    </a:cubicBezTo>
                    <a:cubicBezTo>
                      <a:pt x="43" y="13"/>
                      <a:pt x="44" y="15"/>
                      <a:pt x="45" y="17"/>
                    </a:cubicBezTo>
                    <a:cubicBezTo>
                      <a:pt x="35" y="17"/>
                      <a:pt x="35" y="17"/>
                      <a:pt x="35" y="17"/>
                    </a:cubicBezTo>
                    <a:close/>
                    <a:moveTo>
                      <a:pt x="23" y="11"/>
                    </a:moveTo>
                    <a:cubicBezTo>
                      <a:pt x="24" y="9"/>
                      <a:pt x="26" y="7"/>
                      <a:pt x="27" y="6"/>
                    </a:cubicBezTo>
                    <a:cubicBezTo>
                      <a:pt x="28" y="5"/>
                      <a:pt x="29" y="5"/>
                      <a:pt x="30" y="4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1" y="15"/>
                      <a:pt x="22" y="13"/>
                      <a:pt x="23" y="11"/>
                    </a:cubicBezTo>
                    <a:close/>
                    <a:moveTo>
                      <a:pt x="30" y="21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27"/>
                      <a:pt x="18" y="24"/>
                      <a:pt x="19" y="21"/>
                    </a:cubicBezTo>
                    <a:lnTo>
                      <a:pt x="30" y="21"/>
                    </a:lnTo>
                    <a:close/>
                    <a:moveTo>
                      <a:pt x="7" y="42"/>
                    </a:moveTo>
                    <a:cubicBezTo>
                      <a:pt x="6" y="40"/>
                      <a:pt x="5" y="37"/>
                      <a:pt x="5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3" y="37"/>
                      <a:pt x="14" y="40"/>
                      <a:pt x="14" y="42"/>
                    </a:cubicBezTo>
                    <a:lnTo>
                      <a:pt x="7" y="42"/>
                    </a:lnTo>
                    <a:close/>
                    <a:moveTo>
                      <a:pt x="18" y="34"/>
                    </a:move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8" y="40"/>
                      <a:pt x="18" y="37"/>
                      <a:pt x="18" y="34"/>
                    </a:cubicBezTo>
                    <a:close/>
                    <a:moveTo>
                      <a:pt x="30" y="47"/>
                    </a:moveTo>
                    <a:cubicBezTo>
                      <a:pt x="30" y="59"/>
                      <a:pt x="30" y="59"/>
                      <a:pt x="30" y="59"/>
                    </a:cubicBezTo>
                    <a:cubicBezTo>
                      <a:pt x="29" y="59"/>
                      <a:pt x="28" y="58"/>
                      <a:pt x="27" y="58"/>
                    </a:cubicBezTo>
                    <a:cubicBezTo>
                      <a:pt x="26" y="57"/>
                      <a:pt x="24" y="55"/>
                      <a:pt x="23" y="52"/>
                    </a:cubicBezTo>
                    <a:cubicBezTo>
                      <a:pt x="22" y="51"/>
                      <a:pt x="21" y="49"/>
                      <a:pt x="20" y="47"/>
                    </a:cubicBezTo>
                    <a:cubicBezTo>
                      <a:pt x="30" y="47"/>
                      <a:pt x="30" y="47"/>
                      <a:pt x="30" y="47"/>
                    </a:cubicBezTo>
                    <a:close/>
                    <a:moveTo>
                      <a:pt x="42" y="52"/>
                    </a:moveTo>
                    <a:cubicBezTo>
                      <a:pt x="41" y="55"/>
                      <a:pt x="39" y="57"/>
                      <a:pt x="38" y="58"/>
                    </a:cubicBezTo>
                    <a:cubicBezTo>
                      <a:pt x="37" y="58"/>
                      <a:pt x="36" y="59"/>
                      <a:pt x="35" y="59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4" y="49"/>
                      <a:pt x="43" y="51"/>
                      <a:pt x="42" y="52"/>
                    </a:cubicBezTo>
                    <a:close/>
                    <a:moveTo>
                      <a:pt x="35" y="42"/>
                    </a:moveTo>
                    <a:cubicBezTo>
                      <a:pt x="35" y="34"/>
                      <a:pt x="35" y="34"/>
                      <a:pt x="35" y="34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7"/>
                      <a:pt x="47" y="40"/>
                      <a:pt x="46" y="42"/>
                    </a:cubicBezTo>
                    <a:lnTo>
                      <a:pt x="35" y="42"/>
                    </a:lnTo>
                    <a:close/>
                    <a:moveTo>
                      <a:pt x="52" y="30"/>
                    </a:moveTo>
                    <a:cubicBezTo>
                      <a:pt x="52" y="27"/>
                      <a:pt x="51" y="24"/>
                      <a:pt x="51" y="21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9" y="24"/>
                      <a:pt x="60" y="27"/>
                      <a:pt x="60" y="30"/>
                    </a:cubicBezTo>
                    <a:lnTo>
                      <a:pt x="52" y="30"/>
                    </a:lnTo>
                    <a:close/>
                    <a:moveTo>
                      <a:pt x="56" y="17"/>
                    </a:moveTo>
                    <a:cubicBezTo>
                      <a:pt x="50" y="17"/>
                      <a:pt x="50" y="17"/>
                      <a:pt x="50" y="17"/>
                    </a:cubicBezTo>
                    <a:cubicBezTo>
                      <a:pt x="48" y="13"/>
                      <a:pt x="47" y="9"/>
                      <a:pt x="44" y="7"/>
                    </a:cubicBezTo>
                    <a:cubicBezTo>
                      <a:pt x="47" y="8"/>
                      <a:pt x="50" y="10"/>
                      <a:pt x="52" y="12"/>
                    </a:cubicBezTo>
                    <a:cubicBezTo>
                      <a:pt x="54" y="14"/>
                      <a:pt x="55" y="15"/>
                      <a:pt x="56" y="17"/>
                    </a:cubicBezTo>
                    <a:close/>
                    <a:moveTo>
                      <a:pt x="13" y="12"/>
                    </a:moveTo>
                    <a:cubicBezTo>
                      <a:pt x="15" y="10"/>
                      <a:pt x="18" y="8"/>
                      <a:pt x="20" y="7"/>
                    </a:cubicBezTo>
                    <a:cubicBezTo>
                      <a:pt x="18" y="9"/>
                      <a:pt x="17" y="13"/>
                      <a:pt x="15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10" y="15"/>
                      <a:pt x="11" y="14"/>
                      <a:pt x="13" y="12"/>
                    </a:cubicBezTo>
                    <a:close/>
                    <a:moveTo>
                      <a:pt x="9" y="47"/>
                    </a:moveTo>
                    <a:cubicBezTo>
                      <a:pt x="15" y="47"/>
                      <a:pt x="15" y="47"/>
                      <a:pt x="15" y="47"/>
                    </a:cubicBezTo>
                    <a:cubicBezTo>
                      <a:pt x="17" y="51"/>
                      <a:pt x="18" y="54"/>
                      <a:pt x="20" y="57"/>
                    </a:cubicBezTo>
                    <a:cubicBezTo>
                      <a:pt x="18" y="55"/>
                      <a:pt x="15" y="54"/>
                      <a:pt x="13" y="51"/>
                    </a:cubicBezTo>
                    <a:cubicBezTo>
                      <a:pt x="11" y="50"/>
                      <a:pt x="10" y="48"/>
                      <a:pt x="9" y="47"/>
                    </a:cubicBezTo>
                    <a:close/>
                    <a:moveTo>
                      <a:pt x="52" y="51"/>
                    </a:moveTo>
                    <a:cubicBezTo>
                      <a:pt x="50" y="54"/>
                      <a:pt x="47" y="55"/>
                      <a:pt x="44" y="57"/>
                    </a:cubicBezTo>
                    <a:cubicBezTo>
                      <a:pt x="47" y="54"/>
                      <a:pt x="48" y="51"/>
                      <a:pt x="50" y="47"/>
                    </a:cubicBezTo>
                    <a:cubicBezTo>
                      <a:pt x="56" y="47"/>
                      <a:pt x="56" y="47"/>
                      <a:pt x="56" y="47"/>
                    </a:cubicBezTo>
                    <a:cubicBezTo>
                      <a:pt x="55" y="48"/>
                      <a:pt x="54" y="50"/>
                      <a:pt x="52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BC485200-D316-49E4-948A-71FD3FE5B1B4}"/>
                  </a:ext>
                </a:extLst>
              </p:cNvPr>
              <p:cNvSpPr/>
              <p:nvPr/>
            </p:nvSpPr>
            <p:spPr bwMode="auto">
              <a:xfrm>
                <a:off x="8217209" y="5047588"/>
                <a:ext cx="191818" cy="195734"/>
              </a:xfrm>
              <a:custGeom>
                <a:avLst/>
                <a:gdLst>
                  <a:gd name="T0" fmla="*/ 30 w 60"/>
                  <a:gd name="T1" fmla="*/ 0 h 61"/>
                  <a:gd name="T2" fmla="*/ 0 w 60"/>
                  <a:gd name="T3" fmla="*/ 31 h 61"/>
                  <a:gd name="T4" fmla="*/ 30 w 60"/>
                  <a:gd name="T5" fmla="*/ 61 h 61"/>
                  <a:gd name="T6" fmla="*/ 60 w 60"/>
                  <a:gd name="T7" fmla="*/ 31 h 61"/>
                  <a:gd name="T8" fmla="*/ 30 w 60"/>
                  <a:gd name="T9" fmla="*/ 0 h 61"/>
                  <a:gd name="T10" fmla="*/ 30 w 60"/>
                  <a:gd name="T11" fmla="*/ 55 h 61"/>
                  <a:gd name="T12" fmla="*/ 5 w 60"/>
                  <a:gd name="T13" fmla="*/ 31 h 61"/>
                  <a:gd name="T14" fmla="*/ 30 w 60"/>
                  <a:gd name="T15" fmla="*/ 6 h 61"/>
                  <a:gd name="T16" fmla="*/ 55 w 60"/>
                  <a:gd name="T17" fmla="*/ 31 h 61"/>
                  <a:gd name="T18" fmla="*/ 30 w 60"/>
                  <a:gd name="T19" fmla="*/ 55 h 61"/>
                  <a:gd name="T20" fmla="*/ 26 w 60"/>
                  <a:gd name="T21" fmla="*/ 15 h 61"/>
                  <a:gd name="T22" fmla="*/ 34 w 60"/>
                  <a:gd name="T23" fmla="*/ 15 h 61"/>
                  <a:gd name="T24" fmla="*/ 34 w 60"/>
                  <a:gd name="T25" fmla="*/ 23 h 61"/>
                  <a:gd name="T26" fmla="*/ 26 w 60"/>
                  <a:gd name="T27" fmla="*/ 23 h 61"/>
                  <a:gd name="T28" fmla="*/ 26 w 60"/>
                  <a:gd name="T29" fmla="*/ 15 h 61"/>
                  <a:gd name="T30" fmla="*/ 38 w 60"/>
                  <a:gd name="T31" fmla="*/ 46 h 61"/>
                  <a:gd name="T32" fmla="*/ 22 w 60"/>
                  <a:gd name="T33" fmla="*/ 46 h 61"/>
                  <a:gd name="T34" fmla="*/ 22 w 60"/>
                  <a:gd name="T35" fmla="*/ 42 h 61"/>
                  <a:gd name="T36" fmla="*/ 26 w 60"/>
                  <a:gd name="T37" fmla="*/ 42 h 61"/>
                  <a:gd name="T38" fmla="*/ 26 w 60"/>
                  <a:gd name="T39" fmla="*/ 31 h 61"/>
                  <a:gd name="T40" fmla="*/ 22 w 60"/>
                  <a:gd name="T41" fmla="*/ 31 h 61"/>
                  <a:gd name="T42" fmla="*/ 22 w 60"/>
                  <a:gd name="T43" fmla="*/ 27 h 61"/>
                  <a:gd name="T44" fmla="*/ 34 w 60"/>
                  <a:gd name="T45" fmla="*/ 27 h 61"/>
                  <a:gd name="T46" fmla="*/ 34 w 60"/>
                  <a:gd name="T47" fmla="*/ 42 h 61"/>
                  <a:gd name="T48" fmla="*/ 38 w 60"/>
                  <a:gd name="T49" fmla="*/ 42 h 61"/>
                  <a:gd name="T50" fmla="*/ 38 w 60"/>
                  <a:gd name="T51" fmla="*/ 4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0" h="61">
                    <a:moveTo>
                      <a:pt x="30" y="0"/>
                    </a:moveTo>
                    <a:cubicBezTo>
                      <a:pt x="13" y="0"/>
                      <a:pt x="0" y="14"/>
                      <a:pt x="0" y="31"/>
                    </a:cubicBezTo>
                    <a:cubicBezTo>
                      <a:pt x="0" y="47"/>
                      <a:pt x="13" y="61"/>
                      <a:pt x="30" y="61"/>
                    </a:cubicBezTo>
                    <a:cubicBezTo>
                      <a:pt x="47" y="61"/>
                      <a:pt x="60" y="47"/>
                      <a:pt x="60" y="31"/>
                    </a:cubicBezTo>
                    <a:cubicBezTo>
                      <a:pt x="60" y="14"/>
                      <a:pt x="47" y="0"/>
                      <a:pt x="30" y="0"/>
                    </a:cubicBezTo>
                    <a:close/>
                    <a:moveTo>
                      <a:pt x="30" y="55"/>
                    </a:moveTo>
                    <a:cubicBezTo>
                      <a:pt x="16" y="55"/>
                      <a:pt x="5" y="44"/>
                      <a:pt x="5" y="31"/>
                    </a:cubicBezTo>
                    <a:cubicBezTo>
                      <a:pt x="5" y="17"/>
                      <a:pt x="16" y="6"/>
                      <a:pt x="30" y="6"/>
                    </a:cubicBezTo>
                    <a:cubicBezTo>
                      <a:pt x="44" y="6"/>
                      <a:pt x="55" y="17"/>
                      <a:pt x="55" y="31"/>
                    </a:cubicBezTo>
                    <a:cubicBezTo>
                      <a:pt x="55" y="44"/>
                      <a:pt x="44" y="55"/>
                      <a:pt x="30" y="55"/>
                    </a:cubicBezTo>
                    <a:close/>
                    <a:moveTo>
                      <a:pt x="26" y="15"/>
                    </a:moveTo>
                    <a:cubicBezTo>
                      <a:pt x="34" y="15"/>
                      <a:pt x="34" y="15"/>
                      <a:pt x="34" y="15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26" y="23"/>
                      <a:pt x="26" y="23"/>
                      <a:pt x="26" y="23"/>
                    </a:cubicBezTo>
                    <a:lnTo>
                      <a:pt x="26" y="15"/>
                    </a:lnTo>
                    <a:close/>
                    <a:moveTo>
                      <a:pt x="38" y="46"/>
                    </a:moveTo>
                    <a:cubicBezTo>
                      <a:pt x="22" y="46"/>
                      <a:pt x="22" y="46"/>
                      <a:pt x="22" y="46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8" y="42"/>
                      <a:pt x="38" y="42"/>
                      <a:pt x="38" y="42"/>
                    </a:cubicBezTo>
                    <a:lnTo>
                      <a:pt x="38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6B32707C-821B-43D6-A4CA-FF7520B225B6}"/>
                  </a:ext>
                </a:extLst>
              </p:cNvPr>
              <p:cNvSpPr/>
              <p:nvPr/>
            </p:nvSpPr>
            <p:spPr bwMode="auto">
              <a:xfrm>
                <a:off x="7085874" y="5474287"/>
                <a:ext cx="221179" cy="219221"/>
              </a:xfrm>
              <a:custGeom>
                <a:avLst/>
                <a:gdLst>
                  <a:gd name="T0" fmla="*/ 35 w 69"/>
                  <a:gd name="T1" fmla="*/ 0 h 69"/>
                  <a:gd name="T2" fmla="*/ 0 w 69"/>
                  <a:gd name="T3" fmla="*/ 35 h 69"/>
                  <a:gd name="T4" fmla="*/ 35 w 69"/>
                  <a:gd name="T5" fmla="*/ 69 h 69"/>
                  <a:gd name="T6" fmla="*/ 69 w 69"/>
                  <a:gd name="T7" fmla="*/ 35 h 69"/>
                  <a:gd name="T8" fmla="*/ 35 w 69"/>
                  <a:gd name="T9" fmla="*/ 0 h 69"/>
                  <a:gd name="T10" fmla="*/ 55 w 69"/>
                  <a:gd name="T11" fmla="*/ 30 h 69"/>
                  <a:gd name="T12" fmla="*/ 36 w 69"/>
                  <a:gd name="T13" fmla="*/ 56 h 69"/>
                  <a:gd name="T14" fmla="*/ 28 w 69"/>
                  <a:gd name="T15" fmla="*/ 52 h 69"/>
                  <a:gd name="T16" fmla="*/ 21 w 69"/>
                  <a:gd name="T17" fmla="*/ 32 h 69"/>
                  <a:gd name="T18" fmla="*/ 16 w 69"/>
                  <a:gd name="T19" fmla="*/ 33 h 69"/>
                  <a:gd name="T20" fmla="*/ 14 w 69"/>
                  <a:gd name="T21" fmla="*/ 31 h 69"/>
                  <a:gd name="T22" fmla="*/ 27 w 69"/>
                  <a:gd name="T23" fmla="*/ 22 h 69"/>
                  <a:gd name="T24" fmla="*/ 34 w 69"/>
                  <a:gd name="T25" fmla="*/ 36 h 69"/>
                  <a:gd name="T26" fmla="*/ 37 w 69"/>
                  <a:gd name="T27" fmla="*/ 44 h 69"/>
                  <a:gd name="T28" fmla="*/ 43 w 69"/>
                  <a:gd name="T29" fmla="*/ 36 h 69"/>
                  <a:gd name="T30" fmla="*/ 38 w 69"/>
                  <a:gd name="T31" fmla="*/ 31 h 69"/>
                  <a:gd name="T32" fmla="*/ 55 w 69"/>
                  <a:gd name="T33" fmla="*/ 3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9" h="69">
                    <a:moveTo>
                      <a:pt x="35" y="0"/>
                    </a:moveTo>
                    <a:cubicBezTo>
                      <a:pt x="16" y="0"/>
                      <a:pt x="0" y="16"/>
                      <a:pt x="0" y="35"/>
                    </a:cubicBezTo>
                    <a:cubicBezTo>
                      <a:pt x="0" y="54"/>
                      <a:pt x="16" y="69"/>
                      <a:pt x="35" y="69"/>
                    </a:cubicBezTo>
                    <a:cubicBezTo>
                      <a:pt x="54" y="69"/>
                      <a:pt x="69" y="54"/>
                      <a:pt x="69" y="35"/>
                    </a:cubicBezTo>
                    <a:cubicBezTo>
                      <a:pt x="69" y="16"/>
                      <a:pt x="54" y="0"/>
                      <a:pt x="35" y="0"/>
                    </a:cubicBezTo>
                    <a:close/>
                    <a:moveTo>
                      <a:pt x="55" y="30"/>
                    </a:moveTo>
                    <a:cubicBezTo>
                      <a:pt x="53" y="43"/>
                      <a:pt x="40" y="54"/>
                      <a:pt x="36" y="56"/>
                    </a:cubicBezTo>
                    <a:cubicBezTo>
                      <a:pt x="32" y="58"/>
                      <a:pt x="29" y="55"/>
                      <a:pt x="28" y="52"/>
                    </a:cubicBezTo>
                    <a:cubicBezTo>
                      <a:pt x="26" y="49"/>
                      <a:pt x="22" y="33"/>
                      <a:pt x="21" y="32"/>
                    </a:cubicBezTo>
                    <a:cubicBezTo>
                      <a:pt x="19" y="30"/>
                      <a:pt x="16" y="33"/>
                      <a:pt x="16" y="33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21" y="23"/>
                      <a:pt x="27" y="22"/>
                    </a:cubicBezTo>
                    <a:cubicBezTo>
                      <a:pt x="32" y="21"/>
                      <a:pt x="32" y="30"/>
                      <a:pt x="34" y="36"/>
                    </a:cubicBezTo>
                    <a:cubicBezTo>
                      <a:pt x="35" y="41"/>
                      <a:pt x="36" y="44"/>
                      <a:pt x="37" y="44"/>
                    </a:cubicBezTo>
                    <a:cubicBezTo>
                      <a:pt x="38" y="44"/>
                      <a:pt x="40" y="41"/>
                      <a:pt x="43" y="36"/>
                    </a:cubicBezTo>
                    <a:cubicBezTo>
                      <a:pt x="45" y="32"/>
                      <a:pt x="42" y="28"/>
                      <a:pt x="38" y="31"/>
                    </a:cubicBezTo>
                    <a:cubicBezTo>
                      <a:pt x="40" y="20"/>
                      <a:pt x="57" y="17"/>
                      <a:pt x="55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5F9EB5ED-AEB9-4D30-B5B0-224E69DEE83B}"/>
                  </a:ext>
                </a:extLst>
              </p:cNvPr>
              <p:cNvSpPr/>
              <p:nvPr/>
            </p:nvSpPr>
            <p:spPr bwMode="auto">
              <a:xfrm>
                <a:off x="10199979" y="5985152"/>
                <a:ext cx="381679" cy="338618"/>
              </a:xfrm>
              <a:custGeom>
                <a:avLst/>
                <a:gdLst>
                  <a:gd name="T0" fmla="*/ 50 w 119"/>
                  <a:gd name="T1" fmla="*/ 0 h 106"/>
                  <a:gd name="T2" fmla="*/ 50 w 119"/>
                  <a:gd name="T3" fmla="*/ 0 h 106"/>
                  <a:gd name="T4" fmla="*/ 99 w 119"/>
                  <a:gd name="T5" fmla="*/ 40 h 106"/>
                  <a:gd name="T6" fmla="*/ 50 w 119"/>
                  <a:gd name="T7" fmla="*/ 81 h 106"/>
                  <a:gd name="T8" fmla="*/ 42 w 119"/>
                  <a:gd name="T9" fmla="*/ 80 h 106"/>
                  <a:gd name="T10" fmla="*/ 7 w 119"/>
                  <a:gd name="T11" fmla="*/ 93 h 106"/>
                  <a:gd name="T12" fmla="*/ 7 w 119"/>
                  <a:gd name="T13" fmla="*/ 90 h 106"/>
                  <a:gd name="T14" fmla="*/ 19 w 119"/>
                  <a:gd name="T15" fmla="*/ 74 h 106"/>
                  <a:gd name="T16" fmla="*/ 18 w 119"/>
                  <a:gd name="T17" fmla="*/ 72 h 106"/>
                  <a:gd name="T18" fmla="*/ 0 w 119"/>
                  <a:gd name="T19" fmla="*/ 40 h 106"/>
                  <a:gd name="T20" fmla="*/ 50 w 119"/>
                  <a:gd name="T21" fmla="*/ 0 h 106"/>
                  <a:gd name="T22" fmla="*/ 103 w 119"/>
                  <a:gd name="T23" fmla="*/ 90 h 106"/>
                  <a:gd name="T24" fmla="*/ 113 w 119"/>
                  <a:gd name="T25" fmla="*/ 104 h 106"/>
                  <a:gd name="T26" fmla="*/ 113 w 119"/>
                  <a:gd name="T27" fmla="*/ 106 h 106"/>
                  <a:gd name="T28" fmla="*/ 83 w 119"/>
                  <a:gd name="T29" fmla="*/ 95 h 106"/>
                  <a:gd name="T30" fmla="*/ 76 w 119"/>
                  <a:gd name="T31" fmla="*/ 96 h 106"/>
                  <a:gd name="T32" fmla="*/ 50 w 119"/>
                  <a:gd name="T33" fmla="*/ 88 h 106"/>
                  <a:gd name="T34" fmla="*/ 90 w 119"/>
                  <a:gd name="T35" fmla="*/ 75 h 106"/>
                  <a:gd name="T36" fmla="*/ 103 w 119"/>
                  <a:gd name="T37" fmla="*/ 60 h 106"/>
                  <a:gd name="T38" fmla="*/ 107 w 119"/>
                  <a:gd name="T39" fmla="*/ 40 h 106"/>
                  <a:gd name="T40" fmla="*/ 107 w 119"/>
                  <a:gd name="T41" fmla="*/ 37 h 106"/>
                  <a:gd name="T42" fmla="*/ 119 w 119"/>
                  <a:gd name="T43" fmla="*/ 61 h 106"/>
                  <a:gd name="T44" fmla="*/ 103 w 119"/>
                  <a:gd name="T45" fmla="*/ 88 h 106"/>
                  <a:gd name="T46" fmla="*/ 103 w 119"/>
                  <a:gd name="T47" fmla="*/ 9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9" h="106">
                    <a:moveTo>
                      <a:pt x="50" y="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77" y="0"/>
                      <a:pt x="99" y="18"/>
                      <a:pt x="99" y="40"/>
                    </a:cubicBezTo>
                    <a:cubicBezTo>
                      <a:pt x="99" y="63"/>
                      <a:pt x="77" y="81"/>
                      <a:pt x="50" y="81"/>
                    </a:cubicBezTo>
                    <a:cubicBezTo>
                      <a:pt x="47" y="81"/>
                      <a:pt x="44" y="80"/>
                      <a:pt x="42" y="80"/>
                    </a:cubicBezTo>
                    <a:cubicBezTo>
                      <a:pt x="31" y="91"/>
                      <a:pt x="19" y="93"/>
                      <a:pt x="7" y="93"/>
                    </a:cubicBezTo>
                    <a:cubicBezTo>
                      <a:pt x="7" y="90"/>
                      <a:pt x="7" y="90"/>
                      <a:pt x="7" y="90"/>
                    </a:cubicBezTo>
                    <a:cubicBezTo>
                      <a:pt x="13" y="87"/>
                      <a:pt x="19" y="81"/>
                      <a:pt x="19" y="74"/>
                    </a:cubicBezTo>
                    <a:cubicBezTo>
                      <a:pt x="19" y="73"/>
                      <a:pt x="19" y="72"/>
                      <a:pt x="18" y="72"/>
                    </a:cubicBezTo>
                    <a:cubicBezTo>
                      <a:pt x="7" y="64"/>
                      <a:pt x="0" y="53"/>
                      <a:pt x="0" y="40"/>
                    </a:cubicBezTo>
                    <a:cubicBezTo>
                      <a:pt x="0" y="18"/>
                      <a:pt x="22" y="0"/>
                      <a:pt x="50" y="0"/>
                    </a:cubicBezTo>
                    <a:close/>
                    <a:moveTo>
                      <a:pt x="103" y="90"/>
                    </a:moveTo>
                    <a:cubicBezTo>
                      <a:pt x="103" y="96"/>
                      <a:pt x="107" y="101"/>
                      <a:pt x="113" y="104"/>
                    </a:cubicBezTo>
                    <a:cubicBezTo>
                      <a:pt x="113" y="106"/>
                      <a:pt x="113" y="106"/>
                      <a:pt x="113" y="106"/>
                    </a:cubicBezTo>
                    <a:cubicBezTo>
                      <a:pt x="102" y="106"/>
                      <a:pt x="92" y="104"/>
                      <a:pt x="83" y="95"/>
                    </a:cubicBezTo>
                    <a:cubicBezTo>
                      <a:pt x="81" y="95"/>
                      <a:pt x="79" y="96"/>
                      <a:pt x="76" y="96"/>
                    </a:cubicBezTo>
                    <a:cubicBezTo>
                      <a:pt x="66" y="96"/>
                      <a:pt x="57" y="93"/>
                      <a:pt x="50" y="88"/>
                    </a:cubicBezTo>
                    <a:cubicBezTo>
                      <a:pt x="65" y="88"/>
                      <a:pt x="79" y="84"/>
                      <a:pt x="90" y="75"/>
                    </a:cubicBezTo>
                    <a:cubicBezTo>
                      <a:pt x="95" y="71"/>
                      <a:pt x="100" y="65"/>
                      <a:pt x="103" y="60"/>
                    </a:cubicBezTo>
                    <a:cubicBezTo>
                      <a:pt x="106" y="54"/>
                      <a:pt x="107" y="47"/>
                      <a:pt x="107" y="40"/>
                    </a:cubicBezTo>
                    <a:cubicBezTo>
                      <a:pt x="107" y="39"/>
                      <a:pt x="107" y="38"/>
                      <a:pt x="107" y="37"/>
                    </a:cubicBezTo>
                    <a:cubicBezTo>
                      <a:pt x="115" y="43"/>
                      <a:pt x="119" y="52"/>
                      <a:pt x="119" y="61"/>
                    </a:cubicBezTo>
                    <a:cubicBezTo>
                      <a:pt x="119" y="72"/>
                      <a:pt x="113" y="82"/>
                      <a:pt x="103" y="88"/>
                    </a:cubicBezTo>
                    <a:cubicBezTo>
                      <a:pt x="103" y="89"/>
                      <a:pt x="103" y="89"/>
                      <a:pt x="103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021319B4-9390-461C-B10A-CB0BC441CBFF}"/>
                  </a:ext>
                </a:extLst>
              </p:cNvPr>
              <p:cNvSpPr/>
              <p:nvPr/>
            </p:nvSpPr>
            <p:spPr bwMode="auto">
              <a:xfrm>
                <a:off x="9976844" y="5491903"/>
                <a:ext cx="223135" cy="225093"/>
              </a:xfrm>
              <a:custGeom>
                <a:avLst/>
                <a:gdLst>
                  <a:gd name="T0" fmla="*/ 35 w 70"/>
                  <a:gd name="T1" fmla="*/ 0 h 70"/>
                  <a:gd name="T2" fmla="*/ 0 w 70"/>
                  <a:gd name="T3" fmla="*/ 35 h 70"/>
                  <a:gd name="T4" fmla="*/ 35 w 70"/>
                  <a:gd name="T5" fmla="*/ 70 h 70"/>
                  <a:gd name="T6" fmla="*/ 70 w 70"/>
                  <a:gd name="T7" fmla="*/ 35 h 70"/>
                  <a:gd name="T8" fmla="*/ 35 w 70"/>
                  <a:gd name="T9" fmla="*/ 0 h 70"/>
                  <a:gd name="T10" fmla="*/ 29 w 70"/>
                  <a:gd name="T11" fmla="*/ 57 h 70"/>
                  <a:gd name="T12" fmla="*/ 14 w 70"/>
                  <a:gd name="T13" fmla="*/ 38 h 70"/>
                  <a:gd name="T14" fmla="*/ 21 w 70"/>
                  <a:gd name="T15" fmla="*/ 31 h 70"/>
                  <a:gd name="T16" fmla="*/ 29 w 70"/>
                  <a:gd name="T17" fmla="*/ 41 h 70"/>
                  <a:gd name="T18" fmla="*/ 54 w 70"/>
                  <a:gd name="T19" fmla="*/ 21 h 70"/>
                  <a:gd name="T20" fmla="*/ 57 w 70"/>
                  <a:gd name="T21" fmla="*/ 24 h 70"/>
                  <a:gd name="T22" fmla="*/ 29 w 70"/>
                  <a:gd name="T23" fmla="*/ 5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0" h="70">
                    <a:moveTo>
                      <a:pt x="35" y="0"/>
                    </a:moveTo>
                    <a:cubicBezTo>
                      <a:pt x="16" y="0"/>
                      <a:pt x="0" y="16"/>
                      <a:pt x="0" y="35"/>
                    </a:cubicBezTo>
                    <a:cubicBezTo>
                      <a:pt x="0" y="54"/>
                      <a:pt x="16" y="70"/>
                      <a:pt x="35" y="70"/>
                    </a:cubicBezTo>
                    <a:cubicBezTo>
                      <a:pt x="54" y="70"/>
                      <a:pt x="70" y="54"/>
                      <a:pt x="70" y="35"/>
                    </a:cubicBezTo>
                    <a:cubicBezTo>
                      <a:pt x="70" y="16"/>
                      <a:pt x="54" y="0"/>
                      <a:pt x="35" y="0"/>
                    </a:cubicBezTo>
                    <a:close/>
                    <a:moveTo>
                      <a:pt x="29" y="57"/>
                    </a:moveTo>
                    <a:cubicBezTo>
                      <a:pt x="14" y="38"/>
                      <a:pt x="14" y="38"/>
                      <a:pt x="14" y="38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29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C2AAD0E5-90F6-4414-A7B1-7B9FC9C8DF72}"/>
                  </a:ext>
                </a:extLst>
              </p:cNvPr>
              <p:cNvSpPr/>
              <p:nvPr/>
            </p:nvSpPr>
            <p:spPr bwMode="auto">
              <a:xfrm>
                <a:off x="8892484" y="5863796"/>
                <a:ext cx="275983" cy="313174"/>
              </a:xfrm>
              <a:custGeom>
                <a:avLst/>
                <a:gdLst>
                  <a:gd name="T0" fmla="*/ 55 w 86"/>
                  <a:gd name="T1" fmla="*/ 14 h 98"/>
                  <a:gd name="T2" fmla="*/ 55 w 86"/>
                  <a:gd name="T3" fmla="*/ 27 h 98"/>
                  <a:gd name="T4" fmla="*/ 65 w 86"/>
                  <a:gd name="T5" fmla="*/ 33 h 98"/>
                  <a:gd name="T6" fmla="*/ 74 w 86"/>
                  <a:gd name="T7" fmla="*/ 55 h 98"/>
                  <a:gd name="T8" fmla="*/ 65 w 86"/>
                  <a:gd name="T9" fmla="*/ 77 h 98"/>
                  <a:gd name="T10" fmla="*/ 43 w 86"/>
                  <a:gd name="T11" fmla="*/ 85 h 98"/>
                  <a:gd name="T12" fmla="*/ 22 w 86"/>
                  <a:gd name="T13" fmla="*/ 77 h 98"/>
                  <a:gd name="T14" fmla="*/ 13 w 86"/>
                  <a:gd name="T15" fmla="*/ 55 h 98"/>
                  <a:gd name="T16" fmla="*/ 22 w 86"/>
                  <a:gd name="T17" fmla="*/ 33 h 98"/>
                  <a:gd name="T18" fmla="*/ 31 w 86"/>
                  <a:gd name="T19" fmla="*/ 27 h 98"/>
                  <a:gd name="T20" fmla="*/ 31 w 86"/>
                  <a:gd name="T21" fmla="*/ 14 h 98"/>
                  <a:gd name="T22" fmla="*/ 0 w 86"/>
                  <a:gd name="T23" fmla="*/ 55 h 98"/>
                  <a:gd name="T24" fmla="*/ 43 w 86"/>
                  <a:gd name="T25" fmla="*/ 98 h 98"/>
                  <a:gd name="T26" fmla="*/ 86 w 86"/>
                  <a:gd name="T27" fmla="*/ 55 h 98"/>
                  <a:gd name="T28" fmla="*/ 55 w 86"/>
                  <a:gd name="T29" fmla="*/ 14 h 98"/>
                  <a:gd name="T30" fmla="*/ 37 w 86"/>
                  <a:gd name="T31" fmla="*/ 0 h 98"/>
                  <a:gd name="T32" fmla="*/ 49 w 86"/>
                  <a:gd name="T33" fmla="*/ 0 h 98"/>
                  <a:gd name="T34" fmla="*/ 49 w 86"/>
                  <a:gd name="T35" fmla="*/ 49 h 98"/>
                  <a:gd name="T36" fmla="*/ 37 w 86"/>
                  <a:gd name="T37" fmla="*/ 49 h 98"/>
                  <a:gd name="T38" fmla="*/ 37 w 86"/>
                  <a:gd name="T39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6" h="98">
                    <a:moveTo>
                      <a:pt x="55" y="14"/>
                    </a:moveTo>
                    <a:cubicBezTo>
                      <a:pt x="55" y="27"/>
                      <a:pt x="55" y="27"/>
                      <a:pt x="55" y="27"/>
                    </a:cubicBezTo>
                    <a:cubicBezTo>
                      <a:pt x="59" y="28"/>
                      <a:pt x="62" y="31"/>
                      <a:pt x="65" y="33"/>
                    </a:cubicBezTo>
                    <a:cubicBezTo>
                      <a:pt x="71" y="39"/>
                      <a:pt x="74" y="47"/>
                      <a:pt x="74" y="55"/>
                    </a:cubicBezTo>
                    <a:cubicBezTo>
                      <a:pt x="74" y="63"/>
                      <a:pt x="71" y="71"/>
                      <a:pt x="65" y="77"/>
                    </a:cubicBezTo>
                    <a:cubicBezTo>
                      <a:pt x="59" y="82"/>
                      <a:pt x="51" y="85"/>
                      <a:pt x="43" y="85"/>
                    </a:cubicBezTo>
                    <a:cubicBezTo>
                      <a:pt x="35" y="85"/>
                      <a:pt x="27" y="82"/>
                      <a:pt x="22" y="77"/>
                    </a:cubicBezTo>
                    <a:cubicBezTo>
                      <a:pt x="16" y="71"/>
                      <a:pt x="13" y="63"/>
                      <a:pt x="13" y="55"/>
                    </a:cubicBezTo>
                    <a:cubicBezTo>
                      <a:pt x="13" y="47"/>
                      <a:pt x="16" y="39"/>
                      <a:pt x="22" y="33"/>
                    </a:cubicBezTo>
                    <a:cubicBezTo>
                      <a:pt x="24" y="31"/>
                      <a:pt x="27" y="28"/>
                      <a:pt x="31" y="27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13" y="19"/>
                      <a:pt x="0" y="36"/>
                      <a:pt x="0" y="55"/>
                    </a:cubicBezTo>
                    <a:cubicBezTo>
                      <a:pt x="0" y="79"/>
                      <a:pt x="20" y="98"/>
                      <a:pt x="43" y="98"/>
                    </a:cubicBezTo>
                    <a:cubicBezTo>
                      <a:pt x="67" y="98"/>
                      <a:pt x="86" y="79"/>
                      <a:pt x="86" y="55"/>
                    </a:cubicBezTo>
                    <a:cubicBezTo>
                      <a:pt x="86" y="36"/>
                      <a:pt x="73" y="19"/>
                      <a:pt x="55" y="14"/>
                    </a:cubicBezTo>
                    <a:close/>
                    <a:moveTo>
                      <a:pt x="37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49" y="49"/>
                      <a:pt x="49" y="49"/>
                      <a:pt x="49" y="49"/>
                    </a:cubicBezTo>
                    <a:cubicBezTo>
                      <a:pt x="37" y="49"/>
                      <a:pt x="37" y="49"/>
                      <a:pt x="37" y="49"/>
                    </a:cubicBezTo>
                    <a:lnTo>
                      <a:pt x="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BAC09CB3-07D9-4A26-B08A-3B5A38E23557}"/>
                  </a:ext>
                </a:extLst>
              </p:cNvPr>
              <p:cNvSpPr/>
              <p:nvPr/>
            </p:nvSpPr>
            <p:spPr bwMode="auto">
              <a:xfrm>
                <a:off x="8549953" y="6186756"/>
                <a:ext cx="371892" cy="311215"/>
              </a:xfrm>
              <a:custGeom>
                <a:avLst/>
                <a:gdLst>
                  <a:gd name="T0" fmla="*/ 57 w 116"/>
                  <a:gd name="T1" fmla="*/ 1 h 97"/>
                  <a:gd name="T2" fmla="*/ 48 w 116"/>
                  <a:gd name="T3" fmla="*/ 8 h 97"/>
                  <a:gd name="T4" fmla="*/ 55 w 116"/>
                  <a:gd name="T5" fmla="*/ 18 h 97"/>
                  <a:gd name="T6" fmla="*/ 85 w 116"/>
                  <a:gd name="T7" fmla="*/ 22 h 97"/>
                  <a:gd name="T8" fmla="*/ 5 w 116"/>
                  <a:gd name="T9" fmla="*/ 81 h 97"/>
                  <a:gd name="T10" fmla="*/ 3 w 116"/>
                  <a:gd name="T11" fmla="*/ 93 h 97"/>
                  <a:gd name="T12" fmla="*/ 8 w 116"/>
                  <a:gd name="T13" fmla="*/ 96 h 97"/>
                  <a:gd name="T14" fmla="*/ 15 w 116"/>
                  <a:gd name="T15" fmla="*/ 95 h 97"/>
                  <a:gd name="T16" fmla="*/ 95 w 116"/>
                  <a:gd name="T17" fmla="*/ 36 h 97"/>
                  <a:gd name="T18" fmla="*/ 90 w 116"/>
                  <a:gd name="T19" fmla="*/ 66 h 97"/>
                  <a:gd name="T20" fmla="*/ 97 w 116"/>
                  <a:gd name="T21" fmla="*/ 76 h 97"/>
                  <a:gd name="T22" fmla="*/ 107 w 116"/>
                  <a:gd name="T23" fmla="*/ 69 h 97"/>
                  <a:gd name="T24" fmla="*/ 116 w 116"/>
                  <a:gd name="T25" fmla="*/ 10 h 97"/>
                  <a:gd name="T26" fmla="*/ 57 w 116"/>
                  <a:gd name="T27" fmla="*/ 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6" h="97">
                    <a:moveTo>
                      <a:pt x="57" y="1"/>
                    </a:moveTo>
                    <a:cubicBezTo>
                      <a:pt x="53" y="0"/>
                      <a:pt x="48" y="3"/>
                      <a:pt x="48" y="8"/>
                    </a:cubicBezTo>
                    <a:cubicBezTo>
                      <a:pt x="47" y="13"/>
                      <a:pt x="50" y="17"/>
                      <a:pt x="55" y="18"/>
                    </a:cubicBezTo>
                    <a:cubicBezTo>
                      <a:pt x="85" y="22"/>
                      <a:pt x="85" y="22"/>
                      <a:pt x="85" y="22"/>
                    </a:cubicBezTo>
                    <a:cubicBezTo>
                      <a:pt x="5" y="81"/>
                      <a:pt x="5" y="81"/>
                      <a:pt x="5" y="81"/>
                    </a:cubicBezTo>
                    <a:cubicBezTo>
                      <a:pt x="1" y="84"/>
                      <a:pt x="0" y="89"/>
                      <a:pt x="3" y="93"/>
                    </a:cubicBezTo>
                    <a:cubicBezTo>
                      <a:pt x="4" y="95"/>
                      <a:pt x="6" y="96"/>
                      <a:pt x="8" y="96"/>
                    </a:cubicBezTo>
                    <a:cubicBezTo>
                      <a:pt x="10" y="97"/>
                      <a:pt x="13" y="96"/>
                      <a:pt x="15" y="95"/>
                    </a:cubicBezTo>
                    <a:cubicBezTo>
                      <a:pt x="95" y="36"/>
                      <a:pt x="95" y="36"/>
                      <a:pt x="95" y="36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0" y="71"/>
                      <a:pt x="93" y="75"/>
                      <a:pt x="97" y="76"/>
                    </a:cubicBezTo>
                    <a:cubicBezTo>
                      <a:pt x="102" y="76"/>
                      <a:pt x="106" y="73"/>
                      <a:pt x="107" y="69"/>
                    </a:cubicBezTo>
                    <a:cubicBezTo>
                      <a:pt x="116" y="10"/>
                      <a:pt x="116" y="10"/>
                      <a:pt x="116" y="10"/>
                    </a:cubicBezTo>
                    <a:lnTo>
                      <a:pt x="57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0FC514CC-815B-48FA-9313-3B641212DA47}"/>
                  </a:ext>
                </a:extLst>
              </p:cNvPr>
              <p:cNvSpPr/>
              <p:nvPr/>
            </p:nvSpPr>
            <p:spPr bwMode="auto">
              <a:xfrm>
                <a:off x="9379860" y="5728740"/>
                <a:ext cx="319044" cy="342533"/>
              </a:xfrm>
              <a:custGeom>
                <a:avLst/>
                <a:gdLst>
                  <a:gd name="T0" fmla="*/ 90 w 100"/>
                  <a:gd name="T1" fmla="*/ 0 h 107"/>
                  <a:gd name="T2" fmla="*/ 10 w 100"/>
                  <a:gd name="T3" fmla="*/ 0 h 107"/>
                  <a:gd name="T4" fmla="*/ 0 w 100"/>
                  <a:gd name="T5" fmla="*/ 10 h 107"/>
                  <a:gd name="T6" fmla="*/ 0 w 100"/>
                  <a:gd name="T7" fmla="*/ 97 h 107"/>
                  <a:gd name="T8" fmla="*/ 10 w 100"/>
                  <a:gd name="T9" fmla="*/ 107 h 107"/>
                  <a:gd name="T10" fmla="*/ 90 w 100"/>
                  <a:gd name="T11" fmla="*/ 107 h 107"/>
                  <a:gd name="T12" fmla="*/ 100 w 100"/>
                  <a:gd name="T13" fmla="*/ 97 h 107"/>
                  <a:gd name="T14" fmla="*/ 100 w 100"/>
                  <a:gd name="T15" fmla="*/ 10 h 107"/>
                  <a:gd name="T16" fmla="*/ 90 w 100"/>
                  <a:gd name="T17" fmla="*/ 0 h 107"/>
                  <a:gd name="T18" fmla="*/ 86 w 100"/>
                  <a:gd name="T19" fmla="*/ 93 h 107"/>
                  <a:gd name="T20" fmla="*/ 13 w 100"/>
                  <a:gd name="T21" fmla="*/ 93 h 107"/>
                  <a:gd name="T22" fmla="*/ 13 w 100"/>
                  <a:gd name="T23" fmla="*/ 13 h 107"/>
                  <a:gd name="T24" fmla="*/ 86 w 100"/>
                  <a:gd name="T25" fmla="*/ 13 h 107"/>
                  <a:gd name="T26" fmla="*/ 86 w 100"/>
                  <a:gd name="T27" fmla="*/ 93 h 107"/>
                  <a:gd name="T28" fmla="*/ 26 w 100"/>
                  <a:gd name="T29" fmla="*/ 47 h 107"/>
                  <a:gd name="T30" fmla="*/ 73 w 100"/>
                  <a:gd name="T31" fmla="*/ 47 h 107"/>
                  <a:gd name="T32" fmla="*/ 73 w 100"/>
                  <a:gd name="T33" fmla="*/ 53 h 107"/>
                  <a:gd name="T34" fmla="*/ 26 w 100"/>
                  <a:gd name="T35" fmla="*/ 53 h 107"/>
                  <a:gd name="T36" fmla="*/ 26 w 100"/>
                  <a:gd name="T37" fmla="*/ 47 h 107"/>
                  <a:gd name="T38" fmla="*/ 26 w 100"/>
                  <a:gd name="T39" fmla="*/ 60 h 107"/>
                  <a:gd name="T40" fmla="*/ 73 w 100"/>
                  <a:gd name="T41" fmla="*/ 60 h 107"/>
                  <a:gd name="T42" fmla="*/ 73 w 100"/>
                  <a:gd name="T43" fmla="*/ 67 h 107"/>
                  <a:gd name="T44" fmla="*/ 26 w 100"/>
                  <a:gd name="T45" fmla="*/ 67 h 107"/>
                  <a:gd name="T46" fmla="*/ 26 w 100"/>
                  <a:gd name="T47" fmla="*/ 60 h 107"/>
                  <a:gd name="T48" fmla="*/ 26 w 100"/>
                  <a:gd name="T49" fmla="*/ 73 h 107"/>
                  <a:gd name="T50" fmla="*/ 73 w 100"/>
                  <a:gd name="T51" fmla="*/ 73 h 107"/>
                  <a:gd name="T52" fmla="*/ 73 w 100"/>
                  <a:gd name="T53" fmla="*/ 80 h 107"/>
                  <a:gd name="T54" fmla="*/ 26 w 100"/>
                  <a:gd name="T55" fmla="*/ 80 h 107"/>
                  <a:gd name="T56" fmla="*/ 26 w 100"/>
                  <a:gd name="T57" fmla="*/ 73 h 107"/>
                  <a:gd name="T58" fmla="*/ 26 w 100"/>
                  <a:gd name="T59" fmla="*/ 33 h 107"/>
                  <a:gd name="T60" fmla="*/ 73 w 100"/>
                  <a:gd name="T61" fmla="*/ 33 h 107"/>
                  <a:gd name="T62" fmla="*/ 73 w 100"/>
                  <a:gd name="T63" fmla="*/ 40 h 107"/>
                  <a:gd name="T64" fmla="*/ 26 w 100"/>
                  <a:gd name="T65" fmla="*/ 40 h 107"/>
                  <a:gd name="T66" fmla="*/ 26 w 100"/>
                  <a:gd name="T67" fmla="*/ 33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0" h="107">
                    <a:moveTo>
                      <a:pt x="9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0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102"/>
                      <a:pt x="4" y="107"/>
                      <a:pt x="10" y="107"/>
                    </a:cubicBezTo>
                    <a:cubicBezTo>
                      <a:pt x="90" y="107"/>
                      <a:pt x="90" y="107"/>
                      <a:pt x="90" y="107"/>
                    </a:cubicBezTo>
                    <a:cubicBezTo>
                      <a:pt x="95" y="107"/>
                      <a:pt x="100" y="102"/>
                      <a:pt x="100" y="97"/>
                    </a:cubicBezTo>
                    <a:cubicBezTo>
                      <a:pt x="100" y="10"/>
                      <a:pt x="100" y="10"/>
                      <a:pt x="100" y="10"/>
                    </a:cubicBezTo>
                    <a:cubicBezTo>
                      <a:pt x="100" y="5"/>
                      <a:pt x="95" y="0"/>
                      <a:pt x="90" y="0"/>
                    </a:cubicBezTo>
                    <a:close/>
                    <a:moveTo>
                      <a:pt x="86" y="93"/>
                    </a:moveTo>
                    <a:cubicBezTo>
                      <a:pt x="13" y="93"/>
                      <a:pt x="13" y="93"/>
                      <a:pt x="13" y="9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86" y="13"/>
                      <a:pt x="86" y="13"/>
                      <a:pt x="86" y="13"/>
                    </a:cubicBezTo>
                    <a:lnTo>
                      <a:pt x="86" y="93"/>
                    </a:lnTo>
                    <a:close/>
                    <a:moveTo>
                      <a:pt x="26" y="47"/>
                    </a:moveTo>
                    <a:cubicBezTo>
                      <a:pt x="73" y="47"/>
                      <a:pt x="73" y="47"/>
                      <a:pt x="73" y="47"/>
                    </a:cubicBezTo>
                    <a:cubicBezTo>
                      <a:pt x="73" y="53"/>
                      <a:pt x="73" y="53"/>
                      <a:pt x="73" y="53"/>
                    </a:cubicBezTo>
                    <a:cubicBezTo>
                      <a:pt x="26" y="53"/>
                      <a:pt x="26" y="53"/>
                      <a:pt x="26" y="53"/>
                    </a:cubicBezTo>
                    <a:lnTo>
                      <a:pt x="26" y="47"/>
                    </a:lnTo>
                    <a:close/>
                    <a:moveTo>
                      <a:pt x="26" y="60"/>
                    </a:moveTo>
                    <a:cubicBezTo>
                      <a:pt x="73" y="60"/>
                      <a:pt x="73" y="60"/>
                      <a:pt x="73" y="60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26" y="67"/>
                      <a:pt x="26" y="67"/>
                      <a:pt x="26" y="67"/>
                    </a:cubicBezTo>
                    <a:lnTo>
                      <a:pt x="26" y="60"/>
                    </a:lnTo>
                    <a:close/>
                    <a:moveTo>
                      <a:pt x="26" y="73"/>
                    </a:moveTo>
                    <a:cubicBezTo>
                      <a:pt x="73" y="73"/>
                      <a:pt x="73" y="73"/>
                      <a:pt x="73" y="73"/>
                    </a:cubicBezTo>
                    <a:cubicBezTo>
                      <a:pt x="73" y="80"/>
                      <a:pt x="73" y="80"/>
                      <a:pt x="73" y="80"/>
                    </a:cubicBezTo>
                    <a:cubicBezTo>
                      <a:pt x="26" y="80"/>
                      <a:pt x="26" y="80"/>
                      <a:pt x="26" y="80"/>
                    </a:cubicBezTo>
                    <a:lnTo>
                      <a:pt x="26" y="73"/>
                    </a:lnTo>
                    <a:close/>
                    <a:moveTo>
                      <a:pt x="26" y="33"/>
                    </a:moveTo>
                    <a:cubicBezTo>
                      <a:pt x="73" y="33"/>
                      <a:pt x="73" y="33"/>
                      <a:pt x="73" y="33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26" y="40"/>
                      <a:pt x="26" y="40"/>
                      <a:pt x="26" y="40"/>
                    </a:cubicBezTo>
                    <a:lnTo>
                      <a:pt x="26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9C08853C-745A-4F88-9E5A-BF1925DB3992}"/>
                  </a:ext>
                </a:extLst>
              </p:cNvPr>
              <p:cNvSpPr/>
              <p:nvPr/>
            </p:nvSpPr>
            <p:spPr bwMode="auto">
              <a:xfrm>
                <a:off x="9781111" y="5771801"/>
                <a:ext cx="366021" cy="364064"/>
              </a:xfrm>
              <a:custGeom>
                <a:avLst/>
                <a:gdLst>
                  <a:gd name="T0" fmla="*/ 86 w 114"/>
                  <a:gd name="T1" fmla="*/ 72 h 114"/>
                  <a:gd name="T2" fmla="*/ 66 w 114"/>
                  <a:gd name="T3" fmla="*/ 52 h 114"/>
                  <a:gd name="T4" fmla="*/ 114 w 114"/>
                  <a:gd name="T5" fmla="*/ 16 h 114"/>
                  <a:gd name="T6" fmla="*/ 100 w 114"/>
                  <a:gd name="T7" fmla="*/ 2 h 114"/>
                  <a:gd name="T8" fmla="*/ 40 w 114"/>
                  <a:gd name="T9" fmla="*/ 26 h 114"/>
                  <a:gd name="T10" fmla="*/ 21 w 114"/>
                  <a:gd name="T11" fmla="*/ 7 h 114"/>
                  <a:gd name="T12" fmla="*/ 4 w 114"/>
                  <a:gd name="T13" fmla="*/ 4 h 114"/>
                  <a:gd name="T14" fmla="*/ 7 w 114"/>
                  <a:gd name="T15" fmla="*/ 21 h 114"/>
                  <a:gd name="T16" fmla="*/ 26 w 114"/>
                  <a:gd name="T17" fmla="*/ 40 h 114"/>
                  <a:gd name="T18" fmla="*/ 2 w 114"/>
                  <a:gd name="T19" fmla="*/ 100 h 114"/>
                  <a:gd name="T20" fmla="*/ 16 w 114"/>
                  <a:gd name="T21" fmla="*/ 114 h 114"/>
                  <a:gd name="T22" fmla="*/ 52 w 114"/>
                  <a:gd name="T23" fmla="*/ 66 h 114"/>
                  <a:gd name="T24" fmla="*/ 72 w 114"/>
                  <a:gd name="T25" fmla="*/ 86 h 114"/>
                  <a:gd name="T26" fmla="*/ 72 w 114"/>
                  <a:gd name="T27" fmla="*/ 114 h 114"/>
                  <a:gd name="T28" fmla="*/ 86 w 114"/>
                  <a:gd name="T29" fmla="*/ 114 h 114"/>
                  <a:gd name="T30" fmla="*/ 93 w 114"/>
                  <a:gd name="T31" fmla="*/ 93 h 114"/>
                  <a:gd name="T32" fmla="*/ 114 w 114"/>
                  <a:gd name="T33" fmla="*/ 86 h 114"/>
                  <a:gd name="T34" fmla="*/ 114 w 114"/>
                  <a:gd name="T35" fmla="*/ 72 h 114"/>
                  <a:gd name="T36" fmla="*/ 86 w 114"/>
                  <a:gd name="T37" fmla="*/ 72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14">
                    <a:moveTo>
                      <a:pt x="86" y="72"/>
                    </a:moveTo>
                    <a:cubicBezTo>
                      <a:pt x="66" y="52"/>
                      <a:pt x="66" y="52"/>
                      <a:pt x="66" y="52"/>
                    </a:cubicBezTo>
                    <a:cubicBezTo>
                      <a:pt x="114" y="16"/>
                      <a:pt x="114" y="16"/>
                      <a:pt x="114" y="16"/>
                    </a:cubicBezTo>
                    <a:cubicBezTo>
                      <a:pt x="100" y="2"/>
                      <a:pt x="100" y="2"/>
                      <a:pt x="100" y="2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6" y="2"/>
                      <a:pt x="8" y="0"/>
                      <a:pt x="4" y="4"/>
                    </a:cubicBezTo>
                    <a:cubicBezTo>
                      <a:pt x="0" y="8"/>
                      <a:pt x="2" y="16"/>
                      <a:pt x="7" y="21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2" y="100"/>
                      <a:pt x="2" y="100"/>
                      <a:pt x="2" y="100"/>
                    </a:cubicBezTo>
                    <a:cubicBezTo>
                      <a:pt x="16" y="114"/>
                      <a:pt x="16" y="114"/>
                      <a:pt x="16" y="114"/>
                    </a:cubicBezTo>
                    <a:cubicBezTo>
                      <a:pt x="52" y="66"/>
                      <a:pt x="52" y="66"/>
                      <a:pt x="52" y="66"/>
                    </a:cubicBezTo>
                    <a:cubicBezTo>
                      <a:pt x="72" y="86"/>
                      <a:pt x="72" y="86"/>
                      <a:pt x="72" y="86"/>
                    </a:cubicBezTo>
                    <a:cubicBezTo>
                      <a:pt x="72" y="114"/>
                      <a:pt x="72" y="114"/>
                      <a:pt x="72" y="114"/>
                    </a:cubicBezTo>
                    <a:cubicBezTo>
                      <a:pt x="86" y="114"/>
                      <a:pt x="86" y="114"/>
                      <a:pt x="86" y="114"/>
                    </a:cubicBezTo>
                    <a:cubicBezTo>
                      <a:pt x="93" y="93"/>
                      <a:pt x="93" y="93"/>
                      <a:pt x="93" y="93"/>
                    </a:cubicBezTo>
                    <a:cubicBezTo>
                      <a:pt x="114" y="86"/>
                      <a:pt x="114" y="86"/>
                      <a:pt x="114" y="86"/>
                    </a:cubicBezTo>
                    <a:cubicBezTo>
                      <a:pt x="114" y="72"/>
                      <a:pt x="114" y="72"/>
                      <a:pt x="114" y="72"/>
                    </a:cubicBezTo>
                    <a:cubicBezTo>
                      <a:pt x="86" y="72"/>
                      <a:pt x="86" y="72"/>
                      <a:pt x="8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1F51B54C-1785-4B28-AC06-3DE4204A410D}"/>
                  </a:ext>
                </a:extLst>
              </p:cNvPr>
              <p:cNvSpPr/>
              <p:nvPr/>
            </p:nvSpPr>
            <p:spPr bwMode="auto">
              <a:xfrm>
                <a:off x="9804599" y="6221988"/>
                <a:ext cx="344490" cy="281856"/>
              </a:xfrm>
              <a:custGeom>
                <a:avLst/>
                <a:gdLst>
                  <a:gd name="T0" fmla="*/ 108 w 108"/>
                  <a:gd name="T1" fmla="*/ 11 h 88"/>
                  <a:gd name="T2" fmla="*/ 96 w 108"/>
                  <a:gd name="T3" fmla="*/ 14 h 88"/>
                  <a:gd name="T4" fmla="*/ 105 w 108"/>
                  <a:gd name="T5" fmla="*/ 2 h 88"/>
                  <a:gd name="T6" fmla="*/ 91 w 108"/>
                  <a:gd name="T7" fmla="*/ 7 h 88"/>
                  <a:gd name="T8" fmla="*/ 75 w 108"/>
                  <a:gd name="T9" fmla="*/ 0 h 88"/>
                  <a:gd name="T10" fmla="*/ 53 w 108"/>
                  <a:gd name="T11" fmla="*/ 22 h 88"/>
                  <a:gd name="T12" fmla="*/ 54 w 108"/>
                  <a:gd name="T13" fmla="*/ 27 h 88"/>
                  <a:gd name="T14" fmla="*/ 8 w 108"/>
                  <a:gd name="T15" fmla="*/ 4 h 88"/>
                  <a:gd name="T16" fmla="*/ 5 w 108"/>
                  <a:gd name="T17" fmla="*/ 15 h 88"/>
                  <a:gd name="T18" fmla="*/ 15 w 108"/>
                  <a:gd name="T19" fmla="*/ 34 h 88"/>
                  <a:gd name="T20" fmla="*/ 5 w 108"/>
                  <a:gd name="T21" fmla="*/ 31 h 88"/>
                  <a:gd name="T22" fmla="*/ 5 w 108"/>
                  <a:gd name="T23" fmla="*/ 31 h 88"/>
                  <a:gd name="T24" fmla="*/ 23 w 108"/>
                  <a:gd name="T25" fmla="*/ 53 h 88"/>
                  <a:gd name="T26" fmla="*/ 17 w 108"/>
                  <a:gd name="T27" fmla="*/ 54 h 88"/>
                  <a:gd name="T28" fmla="*/ 13 w 108"/>
                  <a:gd name="T29" fmla="*/ 53 h 88"/>
                  <a:gd name="T30" fmla="*/ 33 w 108"/>
                  <a:gd name="T31" fmla="*/ 69 h 88"/>
                  <a:gd name="T32" fmla="*/ 6 w 108"/>
                  <a:gd name="T33" fmla="*/ 78 h 88"/>
                  <a:gd name="T34" fmla="*/ 0 w 108"/>
                  <a:gd name="T35" fmla="*/ 78 h 88"/>
                  <a:gd name="T36" fmla="*/ 34 w 108"/>
                  <a:gd name="T37" fmla="*/ 88 h 88"/>
                  <a:gd name="T38" fmla="*/ 97 w 108"/>
                  <a:gd name="T39" fmla="*/ 25 h 88"/>
                  <a:gd name="T40" fmla="*/ 97 w 108"/>
                  <a:gd name="T41" fmla="*/ 22 h 88"/>
                  <a:gd name="T42" fmla="*/ 108 w 108"/>
                  <a:gd name="T43" fmla="*/ 1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8" h="88">
                    <a:moveTo>
                      <a:pt x="108" y="11"/>
                    </a:moveTo>
                    <a:cubicBezTo>
                      <a:pt x="104" y="12"/>
                      <a:pt x="100" y="13"/>
                      <a:pt x="96" y="14"/>
                    </a:cubicBezTo>
                    <a:cubicBezTo>
                      <a:pt x="100" y="11"/>
                      <a:pt x="104" y="7"/>
                      <a:pt x="105" y="2"/>
                    </a:cubicBezTo>
                    <a:cubicBezTo>
                      <a:pt x="101" y="4"/>
                      <a:pt x="96" y="6"/>
                      <a:pt x="91" y="7"/>
                    </a:cubicBezTo>
                    <a:cubicBezTo>
                      <a:pt x="87" y="3"/>
                      <a:pt x="81" y="0"/>
                      <a:pt x="75" y="0"/>
                    </a:cubicBezTo>
                    <a:cubicBezTo>
                      <a:pt x="63" y="0"/>
                      <a:pt x="53" y="10"/>
                      <a:pt x="53" y="22"/>
                    </a:cubicBezTo>
                    <a:cubicBezTo>
                      <a:pt x="53" y="24"/>
                      <a:pt x="53" y="26"/>
                      <a:pt x="54" y="27"/>
                    </a:cubicBezTo>
                    <a:cubicBezTo>
                      <a:pt x="35" y="26"/>
                      <a:pt x="19" y="18"/>
                      <a:pt x="8" y="4"/>
                    </a:cubicBezTo>
                    <a:cubicBezTo>
                      <a:pt x="6" y="7"/>
                      <a:pt x="5" y="11"/>
                      <a:pt x="5" y="15"/>
                    </a:cubicBezTo>
                    <a:cubicBezTo>
                      <a:pt x="5" y="23"/>
                      <a:pt x="9" y="30"/>
                      <a:pt x="15" y="34"/>
                    </a:cubicBezTo>
                    <a:cubicBezTo>
                      <a:pt x="11" y="34"/>
                      <a:pt x="8" y="33"/>
                      <a:pt x="5" y="3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42"/>
                      <a:pt x="12" y="51"/>
                      <a:pt x="23" y="53"/>
                    </a:cubicBezTo>
                    <a:cubicBezTo>
                      <a:pt x="21" y="53"/>
                      <a:pt x="19" y="54"/>
                      <a:pt x="17" y="54"/>
                    </a:cubicBezTo>
                    <a:cubicBezTo>
                      <a:pt x="15" y="54"/>
                      <a:pt x="14" y="54"/>
                      <a:pt x="13" y="53"/>
                    </a:cubicBezTo>
                    <a:cubicBezTo>
                      <a:pt x="15" y="62"/>
                      <a:pt x="23" y="69"/>
                      <a:pt x="33" y="69"/>
                    </a:cubicBezTo>
                    <a:cubicBezTo>
                      <a:pt x="26" y="75"/>
                      <a:pt x="16" y="78"/>
                      <a:pt x="6" y="78"/>
                    </a:cubicBezTo>
                    <a:cubicBezTo>
                      <a:pt x="4" y="78"/>
                      <a:pt x="2" y="78"/>
                      <a:pt x="0" y="78"/>
                    </a:cubicBezTo>
                    <a:cubicBezTo>
                      <a:pt x="10" y="84"/>
                      <a:pt x="22" y="88"/>
                      <a:pt x="34" y="88"/>
                    </a:cubicBezTo>
                    <a:cubicBezTo>
                      <a:pt x="75" y="88"/>
                      <a:pt x="97" y="54"/>
                      <a:pt x="97" y="25"/>
                    </a:cubicBezTo>
                    <a:cubicBezTo>
                      <a:pt x="97" y="24"/>
                      <a:pt x="97" y="23"/>
                      <a:pt x="97" y="22"/>
                    </a:cubicBezTo>
                    <a:cubicBezTo>
                      <a:pt x="102" y="19"/>
                      <a:pt x="105" y="15"/>
                      <a:pt x="108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642F8448-248A-4EB9-BBF9-1B0514E0D697}"/>
                  </a:ext>
                </a:extLst>
              </p:cNvPr>
              <p:cNvSpPr/>
              <p:nvPr/>
            </p:nvSpPr>
            <p:spPr bwMode="auto">
              <a:xfrm>
                <a:off x="10315464" y="6398147"/>
                <a:ext cx="242709" cy="252496"/>
              </a:xfrm>
              <a:custGeom>
                <a:avLst/>
                <a:gdLst>
                  <a:gd name="T0" fmla="*/ 66 w 124"/>
                  <a:gd name="T1" fmla="*/ 0 h 129"/>
                  <a:gd name="T2" fmla="*/ 66 w 124"/>
                  <a:gd name="T3" fmla="*/ 59 h 129"/>
                  <a:gd name="T4" fmla="*/ 124 w 124"/>
                  <a:gd name="T5" fmla="*/ 0 h 129"/>
                  <a:gd name="T6" fmla="*/ 124 w 124"/>
                  <a:gd name="T7" fmla="*/ 129 h 129"/>
                  <a:gd name="T8" fmla="*/ 66 w 124"/>
                  <a:gd name="T9" fmla="*/ 70 h 129"/>
                  <a:gd name="T10" fmla="*/ 66 w 124"/>
                  <a:gd name="T11" fmla="*/ 129 h 129"/>
                  <a:gd name="T12" fmla="*/ 0 w 124"/>
                  <a:gd name="T13" fmla="*/ 64 h 129"/>
                  <a:gd name="T14" fmla="*/ 66 w 124"/>
                  <a:gd name="T15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129">
                    <a:moveTo>
                      <a:pt x="66" y="0"/>
                    </a:moveTo>
                    <a:lnTo>
                      <a:pt x="66" y="59"/>
                    </a:lnTo>
                    <a:lnTo>
                      <a:pt x="124" y="0"/>
                    </a:lnTo>
                    <a:lnTo>
                      <a:pt x="124" y="129"/>
                    </a:lnTo>
                    <a:lnTo>
                      <a:pt x="66" y="70"/>
                    </a:lnTo>
                    <a:lnTo>
                      <a:pt x="66" y="129"/>
                    </a:lnTo>
                    <a:lnTo>
                      <a:pt x="0" y="64"/>
                    </a:lnTo>
                    <a:lnTo>
                      <a:pt x="6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EA15B60C-90A9-4263-A9A2-351240BE5ABA}"/>
                  </a:ext>
                </a:extLst>
              </p:cNvPr>
              <p:cNvSpPr/>
              <p:nvPr/>
            </p:nvSpPr>
            <p:spPr bwMode="auto">
              <a:xfrm>
                <a:off x="9877020" y="6449038"/>
                <a:ext cx="366021" cy="364064"/>
              </a:xfrm>
              <a:custGeom>
                <a:avLst/>
                <a:gdLst>
                  <a:gd name="T0" fmla="*/ 0 w 114"/>
                  <a:gd name="T1" fmla="*/ 83 h 114"/>
                  <a:gd name="T2" fmla="*/ 10 w 114"/>
                  <a:gd name="T3" fmla="*/ 93 h 114"/>
                  <a:gd name="T4" fmla="*/ 30 w 114"/>
                  <a:gd name="T5" fmla="*/ 73 h 114"/>
                  <a:gd name="T6" fmla="*/ 41 w 114"/>
                  <a:gd name="T7" fmla="*/ 84 h 114"/>
                  <a:gd name="T8" fmla="*/ 21 w 114"/>
                  <a:gd name="T9" fmla="*/ 104 h 114"/>
                  <a:gd name="T10" fmla="*/ 31 w 114"/>
                  <a:gd name="T11" fmla="*/ 114 h 114"/>
                  <a:gd name="T12" fmla="*/ 51 w 114"/>
                  <a:gd name="T13" fmla="*/ 94 h 114"/>
                  <a:gd name="T14" fmla="*/ 64 w 114"/>
                  <a:gd name="T15" fmla="*/ 107 h 114"/>
                  <a:gd name="T16" fmla="*/ 74 w 114"/>
                  <a:gd name="T17" fmla="*/ 97 h 114"/>
                  <a:gd name="T18" fmla="*/ 17 w 114"/>
                  <a:gd name="T19" fmla="*/ 40 h 114"/>
                  <a:gd name="T20" fmla="*/ 7 w 114"/>
                  <a:gd name="T21" fmla="*/ 50 h 114"/>
                  <a:gd name="T22" fmla="*/ 20 w 114"/>
                  <a:gd name="T23" fmla="*/ 63 h 114"/>
                  <a:gd name="T24" fmla="*/ 0 w 114"/>
                  <a:gd name="T25" fmla="*/ 83 h 114"/>
                  <a:gd name="T26" fmla="*/ 84 w 114"/>
                  <a:gd name="T27" fmla="*/ 30 h 114"/>
                  <a:gd name="T28" fmla="*/ 26 w 114"/>
                  <a:gd name="T29" fmla="*/ 39 h 114"/>
                  <a:gd name="T30" fmla="*/ 75 w 114"/>
                  <a:gd name="T31" fmla="*/ 88 h 114"/>
                  <a:gd name="T32" fmla="*/ 84 w 114"/>
                  <a:gd name="T33" fmla="*/ 30 h 114"/>
                  <a:gd name="T34" fmla="*/ 93 w 114"/>
                  <a:gd name="T35" fmla="*/ 35 h 114"/>
                  <a:gd name="T36" fmla="*/ 79 w 114"/>
                  <a:gd name="T37" fmla="*/ 21 h 114"/>
                  <a:gd name="T38" fmla="*/ 100 w 114"/>
                  <a:gd name="T39" fmla="*/ 0 h 114"/>
                  <a:gd name="T40" fmla="*/ 114 w 114"/>
                  <a:gd name="T41" fmla="*/ 14 h 114"/>
                  <a:gd name="T42" fmla="*/ 93 w 114"/>
                  <a:gd name="T43" fmla="*/ 3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4" h="114">
                    <a:moveTo>
                      <a:pt x="0" y="83"/>
                    </a:moveTo>
                    <a:cubicBezTo>
                      <a:pt x="10" y="93"/>
                      <a:pt x="10" y="93"/>
                      <a:pt x="10" y="93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21" y="104"/>
                      <a:pt x="21" y="104"/>
                      <a:pt x="21" y="104"/>
                    </a:cubicBezTo>
                    <a:cubicBezTo>
                      <a:pt x="31" y="114"/>
                      <a:pt x="31" y="114"/>
                      <a:pt x="31" y="114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20" y="63"/>
                      <a:pt x="20" y="63"/>
                      <a:pt x="20" y="63"/>
                    </a:cubicBezTo>
                    <a:lnTo>
                      <a:pt x="0" y="83"/>
                    </a:lnTo>
                    <a:close/>
                    <a:moveTo>
                      <a:pt x="84" y="30"/>
                    </a:moveTo>
                    <a:cubicBezTo>
                      <a:pt x="65" y="12"/>
                      <a:pt x="41" y="26"/>
                      <a:pt x="26" y="39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88" y="73"/>
                      <a:pt x="102" y="49"/>
                      <a:pt x="84" y="30"/>
                    </a:cubicBezTo>
                    <a:close/>
                    <a:moveTo>
                      <a:pt x="93" y="35"/>
                    </a:moveTo>
                    <a:cubicBezTo>
                      <a:pt x="79" y="21"/>
                      <a:pt x="79" y="21"/>
                      <a:pt x="79" y="21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14" y="14"/>
                      <a:pt x="114" y="14"/>
                      <a:pt x="114" y="14"/>
                    </a:cubicBezTo>
                    <a:lnTo>
                      <a:pt x="93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9C924DB4-69DE-433A-A46C-F6EB95438F57}"/>
                  </a:ext>
                </a:extLst>
              </p:cNvPr>
              <p:cNvSpPr/>
              <p:nvPr/>
            </p:nvSpPr>
            <p:spPr bwMode="auto">
              <a:xfrm>
                <a:off x="8986436" y="6147608"/>
                <a:ext cx="366021" cy="358192"/>
              </a:xfrm>
              <a:custGeom>
                <a:avLst/>
                <a:gdLst>
                  <a:gd name="T0" fmla="*/ 110 w 115"/>
                  <a:gd name="T1" fmla="*/ 36 h 112"/>
                  <a:gd name="T2" fmla="*/ 86 w 115"/>
                  <a:gd name="T3" fmla="*/ 1 h 112"/>
                  <a:gd name="T4" fmla="*/ 86 w 115"/>
                  <a:gd name="T5" fmla="*/ 1 h 112"/>
                  <a:gd name="T6" fmla="*/ 77 w 115"/>
                  <a:gd name="T7" fmla="*/ 4 h 112"/>
                  <a:gd name="T8" fmla="*/ 32 w 115"/>
                  <a:gd name="T9" fmla="*/ 39 h 112"/>
                  <a:gd name="T10" fmla="*/ 36 w 115"/>
                  <a:gd name="T11" fmla="*/ 56 h 112"/>
                  <a:gd name="T12" fmla="*/ 42 w 115"/>
                  <a:gd name="T13" fmla="*/ 73 h 112"/>
                  <a:gd name="T14" fmla="*/ 98 w 115"/>
                  <a:gd name="T15" fmla="*/ 81 h 112"/>
                  <a:gd name="T16" fmla="*/ 106 w 115"/>
                  <a:gd name="T17" fmla="*/ 78 h 112"/>
                  <a:gd name="T18" fmla="*/ 106 w 115"/>
                  <a:gd name="T19" fmla="*/ 79 h 112"/>
                  <a:gd name="T20" fmla="*/ 110 w 115"/>
                  <a:gd name="T21" fmla="*/ 36 h 112"/>
                  <a:gd name="T22" fmla="*/ 102 w 115"/>
                  <a:gd name="T23" fmla="*/ 73 h 112"/>
                  <a:gd name="T24" fmla="*/ 99 w 115"/>
                  <a:gd name="T25" fmla="*/ 73 h 112"/>
                  <a:gd name="T26" fmla="*/ 93 w 115"/>
                  <a:gd name="T27" fmla="*/ 67 h 112"/>
                  <a:gd name="T28" fmla="*/ 83 w 115"/>
                  <a:gd name="T29" fmla="*/ 43 h 112"/>
                  <a:gd name="T30" fmla="*/ 80 w 115"/>
                  <a:gd name="T31" fmla="*/ 18 h 112"/>
                  <a:gd name="T32" fmla="*/ 82 w 115"/>
                  <a:gd name="T33" fmla="*/ 10 h 112"/>
                  <a:gd name="T34" fmla="*/ 84 w 115"/>
                  <a:gd name="T35" fmla="*/ 8 h 112"/>
                  <a:gd name="T36" fmla="*/ 87 w 115"/>
                  <a:gd name="T37" fmla="*/ 9 h 112"/>
                  <a:gd name="T38" fmla="*/ 93 w 115"/>
                  <a:gd name="T39" fmla="*/ 15 h 112"/>
                  <a:gd name="T40" fmla="*/ 103 w 115"/>
                  <a:gd name="T41" fmla="*/ 38 h 112"/>
                  <a:gd name="T42" fmla="*/ 106 w 115"/>
                  <a:gd name="T43" fmla="*/ 63 h 112"/>
                  <a:gd name="T44" fmla="*/ 104 w 115"/>
                  <a:gd name="T45" fmla="*/ 71 h 112"/>
                  <a:gd name="T46" fmla="*/ 102 w 115"/>
                  <a:gd name="T47" fmla="*/ 73 h 112"/>
                  <a:gd name="T48" fmla="*/ 28 w 115"/>
                  <a:gd name="T49" fmla="*/ 58 h 112"/>
                  <a:gd name="T50" fmla="*/ 25 w 115"/>
                  <a:gd name="T51" fmla="*/ 42 h 112"/>
                  <a:gd name="T52" fmla="*/ 11 w 115"/>
                  <a:gd name="T53" fmla="*/ 47 h 112"/>
                  <a:gd name="T54" fmla="*/ 4 w 115"/>
                  <a:gd name="T55" fmla="*/ 49 h 112"/>
                  <a:gd name="T56" fmla="*/ 0 w 115"/>
                  <a:gd name="T57" fmla="*/ 61 h 112"/>
                  <a:gd name="T58" fmla="*/ 3 w 115"/>
                  <a:gd name="T59" fmla="*/ 70 h 112"/>
                  <a:gd name="T60" fmla="*/ 11 w 115"/>
                  <a:gd name="T61" fmla="*/ 78 h 112"/>
                  <a:gd name="T62" fmla="*/ 19 w 115"/>
                  <a:gd name="T63" fmla="*/ 76 h 112"/>
                  <a:gd name="T64" fmla="*/ 34 w 115"/>
                  <a:gd name="T65" fmla="*/ 73 h 112"/>
                  <a:gd name="T66" fmla="*/ 28 w 115"/>
                  <a:gd name="T67" fmla="*/ 58 h 112"/>
                  <a:gd name="T68" fmla="*/ 47 w 115"/>
                  <a:gd name="T69" fmla="*/ 77 h 112"/>
                  <a:gd name="T70" fmla="*/ 32 w 115"/>
                  <a:gd name="T71" fmla="*/ 78 h 112"/>
                  <a:gd name="T72" fmla="*/ 50 w 115"/>
                  <a:gd name="T73" fmla="*/ 110 h 112"/>
                  <a:gd name="T74" fmla="*/ 54 w 115"/>
                  <a:gd name="T75" fmla="*/ 111 h 112"/>
                  <a:gd name="T76" fmla="*/ 66 w 115"/>
                  <a:gd name="T77" fmla="*/ 102 h 112"/>
                  <a:gd name="T78" fmla="*/ 66 w 115"/>
                  <a:gd name="T79" fmla="*/ 98 h 112"/>
                  <a:gd name="T80" fmla="*/ 47 w 115"/>
                  <a:gd name="T81" fmla="*/ 77 h 112"/>
                  <a:gd name="T82" fmla="*/ 96 w 115"/>
                  <a:gd name="T83" fmla="*/ 53 h 112"/>
                  <a:gd name="T84" fmla="*/ 95 w 115"/>
                  <a:gd name="T85" fmla="*/ 53 h 112"/>
                  <a:gd name="T86" fmla="*/ 93 w 115"/>
                  <a:gd name="T87" fmla="*/ 51 h 112"/>
                  <a:gd name="T88" fmla="*/ 89 w 115"/>
                  <a:gd name="T89" fmla="*/ 42 h 112"/>
                  <a:gd name="T90" fmla="*/ 88 w 115"/>
                  <a:gd name="T91" fmla="*/ 32 h 112"/>
                  <a:gd name="T92" fmla="*/ 89 w 115"/>
                  <a:gd name="T93" fmla="*/ 29 h 112"/>
                  <a:gd name="T94" fmla="*/ 90 w 115"/>
                  <a:gd name="T95" fmla="*/ 28 h 112"/>
                  <a:gd name="T96" fmla="*/ 91 w 115"/>
                  <a:gd name="T97" fmla="*/ 29 h 112"/>
                  <a:gd name="T98" fmla="*/ 93 w 115"/>
                  <a:gd name="T99" fmla="*/ 31 h 112"/>
                  <a:gd name="T100" fmla="*/ 97 w 115"/>
                  <a:gd name="T101" fmla="*/ 40 h 112"/>
                  <a:gd name="T102" fmla="*/ 98 w 115"/>
                  <a:gd name="T103" fmla="*/ 49 h 112"/>
                  <a:gd name="T104" fmla="*/ 97 w 115"/>
                  <a:gd name="T105" fmla="*/ 52 h 112"/>
                  <a:gd name="T106" fmla="*/ 96 w 115"/>
                  <a:gd name="T107" fmla="*/ 5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5" h="112">
                    <a:moveTo>
                      <a:pt x="110" y="36"/>
                    </a:moveTo>
                    <a:cubicBezTo>
                      <a:pt x="104" y="15"/>
                      <a:pt x="93" y="0"/>
                      <a:pt x="86" y="1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4"/>
                      <a:pt x="60" y="25"/>
                      <a:pt x="32" y="39"/>
                    </a:cubicBezTo>
                    <a:cubicBezTo>
                      <a:pt x="33" y="44"/>
                      <a:pt x="34" y="50"/>
                      <a:pt x="36" y="56"/>
                    </a:cubicBezTo>
                    <a:cubicBezTo>
                      <a:pt x="37" y="63"/>
                      <a:pt x="39" y="68"/>
                      <a:pt x="42" y="73"/>
                    </a:cubicBezTo>
                    <a:cubicBezTo>
                      <a:pt x="73" y="71"/>
                      <a:pt x="98" y="81"/>
                      <a:pt x="98" y="81"/>
                    </a:cubicBezTo>
                    <a:cubicBezTo>
                      <a:pt x="106" y="78"/>
                      <a:pt x="106" y="78"/>
                      <a:pt x="106" y="78"/>
                    </a:cubicBezTo>
                    <a:cubicBezTo>
                      <a:pt x="106" y="78"/>
                      <a:pt x="106" y="79"/>
                      <a:pt x="106" y="79"/>
                    </a:cubicBezTo>
                    <a:cubicBezTo>
                      <a:pt x="114" y="76"/>
                      <a:pt x="115" y="57"/>
                      <a:pt x="110" y="36"/>
                    </a:cubicBezTo>
                    <a:close/>
                    <a:moveTo>
                      <a:pt x="102" y="73"/>
                    </a:moveTo>
                    <a:cubicBezTo>
                      <a:pt x="101" y="74"/>
                      <a:pt x="99" y="73"/>
                      <a:pt x="99" y="73"/>
                    </a:cubicBezTo>
                    <a:cubicBezTo>
                      <a:pt x="97" y="71"/>
                      <a:pt x="95" y="69"/>
                      <a:pt x="93" y="67"/>
                    </a:cubicBezTo>
                    <a:cubicBezTo>
                      <a:pt x="89" y="61"/>
                      <a:pt x="85" y="53"/>
                      <a:pt x="83" y="43"/>
                    </a:cubicBezTo>
                    <a:cubicBezTo>
                      <a:pt x="80" y="34"/>
                      <a:pt x="79" y="25"/>
                      <a:pt x="80" y="18"/>
                    </a:cubicBezTo>
                    <a:cubicBezTo>
                      <a:pt x="80" y="15"/>
                      <a:pt x="81" y="12"/>
                      <a:pt x="82" y="10"/>
                    </a:cubicBezTo>
                    <a:cubicBezTo>
                      <a:pt x="82" y="10"/>
                      <a:pt x="83" y="8"/>
                      <a:pt x="84" y="8"/>
                    </a:cubicBezTo>
                    <a:cubicBezTo>
                      <a:pt x="85" y="8"/>
                      <a:pt x="87" y="9"/>
                      <a:pt x="87" y="9"/>
                    </a:cubicBezTo>
                    <a:cubicBezTo>
                      <a:pt x="89" y="10"/>
                      <a:pt x="91" y="12"/>
                      <a:pt x="93" y="15"/>
                    </a:cubicBezTo>
                    <a:cubicBezTo>
                      <a:pt x="97" y="20"/>
                      <a:pt x="101" y="29"/>
                      <a:pt x="103" y="38"/>
                    </a:cubicBezTo>
                    <a:cubicBezTo>
                      <a:pt x="106" y="47"/>
                      <a:pt x="107" y="56"/>
                      <a:pt x="106" y="63"/>
                    </a:cubicBezTo>
                    <a:cubicBezTo>
                      <a:pt x="105" y="67"/>
                      <a:pt x="105" y="69"/>
                      <a:pt x="104" y="71"/>
                    </a:cubicBezTo>
                    <a:cubicBezTo>
                      <a:pt x="103" y="72"/>
                      <a:pt x="103" y="73"/>
                      <a:pt x="102" y="73"/>
                    </a:cubicBezTo>
                    <a:close/>
                    <a:moveTo>
                      <a:pt x="28" y="58"/>
                    </a:moveTo>
                    <a:cubicBezTo>
                      <a:pt x="27" y="53"/>
                      <a:pt x="26" y="47"/>
                      <a:pt x="25" y="42"/>
                    </a:cubicBezTo>
                    <a:cubicBezTo>
                      <a:pt x="20" y="44"/>
                      <a:pt x="16" y="46"/>
                      <a:pt x="11" y="47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11" y="78"/>
                      <a:pt x="11" y="78"/>
                      <a:pt x="11" y="78"/>
                    </a:cubicBezTo>
                    <a:cubicBezTo>
                      <a:pt x="11" y="78"/>
                      <a:pt x="11" y="78"/>
                      <a:pt x="19" y="76"/>
                    </a:cubicBezTo>
                    <a:cubicBezTo>
                      <a:pt x="24" y="75"/>
                      <a:pt x="28" y="74"/>
                      <a:pt x="34" y="73"/>
                    </a:cubicBezTo>
                    <a:cubicBezTo>
                      <a:pt x="32" y="69"/>
                      <a:pt x="30" y="64"/>
                      <a:pt x="28" y="58"/>
                    </a:cubicBezTo>
                    <a:close/>
                    <a:moveTo>
                      <a:pt x="47" y="77"/>
                    </a:moveTo>
                    <a:cubicBezTo>
                      <a:pt x="32" y="78"/>
                      <a:pt x="32" y="78"/>
                      <a:pt x="32" y="78"/>
                    </a:cubicBezTo>
                    <a:cubicBezTo>
                      <a:pt x="50" y="110"/>
                      <a:pt x="50" y="110"/>
                      <a:pt x="50" y="110"/>
                    </a:cubicBezTo>
                    <a:cubicBezTo>
                      <a:pt x="51" y="112"/>
                      <a:pt x="53" y="112"/>
                      <a:pt x="54" y="111"/>
                    </a:cubicBezTo>
                    <a:cubicBezTo>
                      <a:pt x="66" y="102"/>
                      <a:pt x="66" y="102"/>
                      <a:pt x="66" y="102"/>
                    </a:cubicBezTo>
                    <a:cubicBezTo>
                      <a:pt x="67" y="101"/>
                      <a:pt x="67" y="99"/>
                      <a:pt x="66" y="98"/>
                    </a:cubicBezTo>
                    <a:lnTo>
                      <a:pt x="47" y="77"/>
                    </a:lnTo>
                    <a:close/>
                    <a:moveTo>
                      <a:pt x="96" y="53"/>
                    </a:moveTo>
                    <a:cubicBezTo>
                      <a:pt x="96" y="53"/>
                      <a:pt x="95" y="53"/>
                      <a:pt x="95" y="53"/>
                    </a:cubicBezTo>
                    <a:cubicBezTo>
                      <a:pt x="94" y="53"/>
                      <a:pt x="94" y="52"/>
                      <a:pt x="93" y="51"/>
                    </a:cubicBezTo>
                    <a:cubicBezTo>
                      <a:pt x="91" y="49"/>
                      <a:pt x="90" y="45"/>
                      <a:pt x="89" y="42"/>
                    </a:cubicBezTo>
                    <a:cubicBezTo>
                      <a:pt x="88" y="38"/>
                      <a:pt x="88" y="35"/>
                      <a:pt x="88" y="32"/>
                    </a:cubicBezTo>
                    <a:cubicBezTo>
                      <a:pt x="88" y="31"/>
                      <a:pt x="88" y="30"/>
                      <a:pt x="89" y="29"/>
                    </a:cubicBezTo>
                    <a:cubicBezTo>
                      <a:pt x="89" y="29"/>
                      <a:pt x="89" y="28"/>
                      <a:pt x="90" y="28"/>
                    </a:cubicBezTo>
                    <a:cubicBezTo>
                      <a:pt x="90" y="28"/>
                      <a:pt x="90" y="28"/>
                      <a:pt x="91" y="29"/>
                    </a:cubicBezTo>
                    <a:cubicBezTo>
                      <a:pt x="91" y="29"/>
                      <a:pt x="92" y="30"/>
                      <a:pt x="93" y="31"/>
                    </a:cubicBezTo>
                    <a:cubicBezTo>
                      <a:pt x="94" y="33"/>
                      <a:pt x="96" y="36"/>
                      <a:pt x="97" y="40"/>
                    </a:cubicBezTo>
                    <a:cubicBezTo>
                      <a:pt x="98" y="43"/>
                      <a:pt x="98" y="47"/>
                      <a:pt x="98" y="49"/>
                    </a:cubicBezTo>
                    <a:cubicBezTo>
                      <a:pt x="98" y="51"/>
                      <a:pt x="98" y="52"/>
                      <a:pt x="97" y="52"/>
                    </a:cubicBezTo>
                    <a:cubicBezTo>
                      <a:pt x="97" y="53"/>
                      <a:pt x="97" y="53"/>
                      <a:pt x="96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760828E5-3167-44C5-B9B0-57E9FFB3ED71}"/>
                  </a:ext>
                </a:extLst>
              </p:cNvPr>
              <p:cNvSpPr/>
              <p:nvPr/>
            </p:nvSpPr>
            <p:spPr bwMode="auto">
              <a:xfrm>
                <a:off x="9420962" y="6157397"/>
                <a:ext cx="334704" cy="336662"/>
              </a:xfrm>
              <a:custGeom>
                <a:avLst/>
                <a:gdLst>
                  <a:gd name="T0" fmla="*/ 100 w 105"/>
                  <a:gd name="T1" fmla="*/ 29 h 105"/>
                  <a:gd name="T2" fmla="*/ 71 w 105"/>
                  <a:gd name="T3" fmla="*/ 26 h 105"/>
                  <a:gd name="T4" fmla="*/ 88 w 105"/>
                  <a:gd name="T5" fmla="*/ 9 h 105"/>
                  <a:gd name="T6" fmla="*/ 82 w 105"/>
                  <a:gd name="T7" fmla="*/ 3 h 105"/>
                  <a:gd name="T8" fmla="*/ 59 w 105"/>
                  <a:gd name="T9" fmla="*/ 26 h 105"/>
                  <a:gd name="T10" fmla="*/ 52 w 105"/>
                  <a:gd name="T11" fmla="*/ 26 h 105"/>
                  <a:gd name="T12" fmla="*/ 52 w 105"/>
                  <a:gd name="T13" fmla="*/ 26 h 105"/>
                  <a:gd name="T14" fmla="*/ 26 w 105"/>
                  <a:gd name="T15" fmla="*/ 0 h 105"/>
                  <a:gd name="T16" fmla="*/ 19 w 105"/>
                  <a:gd name="T17" fmla="*/ 6 h 105"/>
                  <a:gd name="T18" fmla="*/ 39 w 105"/>
                  <a:gd name="T19" fmla="*/ 26 h 105"/>
                  <a:gd name="T20" fmla="*/ 4 w 105"/>
                  <a:gd name="T21" fmla="*/ 29 h 105"/>
                  <a:gd name="T22" fmla="*/ 0 w 105"/>
                  <a:gd name="T23" fmla="*/ 65 h 105"/>
                  <a:gd name="T24" fmla="*/ 4 w 105"/>
                  <a:gd name="T25" fmla="*/ 101 h 105"/>
                  <a:gd name="T26" fmla="*/ 52 w 105"/>
                  <a:gd name="T27" fmla="*/ 105 h 105"/>
                  <a:gd name="T28" fmla="*/ 100 w 105"/>
                  <a:gd name="T29" fmla="*/ 101 h 105"/>
                  <a:gd name="T30" fmla="*/ 105 w 105"/>
                  <a:gd name="T31" fmla="*/ 65 h 105"/>
                  <a:gd name="T32" fmla="*/ 100 w 105"/>
                  <a:gd name="T33" fmla="*/ 29 h 105"/>
                  <a:gd name="T34" fmla="*/ 88 w 105"/>
                  <a:gd name="T35" fmla="*/ 89 h 105"/>
                  <a:gd name="T36" fmla="*/ 52 w 105"/>
                  <a:gd name="T37" fmla="*/ 92 h 105"/>
                  <a:gd name="T38" fmla="*/ 16 w 105"/>
                  <a:gd name="T39" fmla="*/ 89 h 105"/>
                  <a:gd name="T40" fmla="*/ 13 w 105"/>
                  <a:gd name="T41" fmla="*/ 65 h 105"/>
                  <a:gd name="T42" fmla="*/ 16 w 105"/>
                  <a:gd name="T43" fmla="*/ 41 h 105"/>
                  <a:gd name="T44" fmla="*/ 52 w 105"/>
                  <a:gd name="T45" fmla="*/ 39 h 105"/>
                  <a:gd name="T46" fmla="*/ 88 w 105"/>
                  <a:gd name="T47" fmla="*/ 41 h 105"/>
                  <a:gd name="T48" fmla="*/ 92 w 105"/>
                  <a:gd name="T49" fmla="*/ 65 h 105"/>
                  <a:gd name="T50" fmla="*/ 88 w 105"/>
                  <a:gd name="T51" fmla="*/ 89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05" h="105">
                    <a:moveTo>
                      <a:pt x="100" y="29"/>
                    </a:moveTo>
                    <a:cubicBezTo>
                      <a:pt x="91" y="28"/>
                      <a:pt x="82" y="27"/>
                      <a:pt x="71" y="26"/>
                    </a:cubicBezTo>
                    <a:cubicBezTo>
                      <a:pt x="88" y="9"/>
                      <a:pt x="88" y="9"/>
                      <a:pt x="88" y="9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7" y="26"/>
                      <a:pt x="54" y="26"/>
                      <a:pt x="52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27" y="27"/>
                      <a:pt x="15" y="28"/>
                      <a:pt x="4" y="29"/>
                    </a:cubicBezTo>
                    <a:cubicBezTo>
                      <a:pt x="1" y="40"/>
                      <a:pt x="0" y="52"/>
                      <a:pt x="0" y="65"/>
                    </a:cubicBezTo>
                    <a:cubicBezTo>
                      <a:pt x="0" y="78"/>
                      <a:pt x="1" y="90"/>
                      <a:pt x="4" y="101"/>
                    </a:cubicBezTo>
                    <a:cubicBezTo>
                      <a:pt x="19" y="104"/>
                      <a:pt x="35" y="105"/>
                      <a:pt x="52" y="105"/>
                    </a:cubicBezTo>
                    <a:cubicBezTo>
                      <a:pt x="69" y="105"/>
                      <a:pt x="86" y="104"/>
                      <a:pt x="100" y="101"/>
                    </a:cubicBezTo>
                    <a:cubicBezTo>
                      <a:pt x="103" y="90"/>
                      <a:pt x="105" y="78"/>
                      <a:pt x="105" y="65"/>
                    </a:cubicBezTo>
                    <a:cubicBezTo>
                      <a:pt x="105" y="52"/>
                      <a:pt x="103" y="40"/>
                      <a:pt x="100" y="29"/>
                    </a:cubicBezTo>
                    <a:close/>
                    <a:moveTo>
                      <a:pt x="88" y="89"/>
                    </a:moveTo>
                    <a:cubicBezTo>
                      <a:pt x="77" y="91"/>
                      <a:pt x="65" y="92"/>
                      <a:pt x="52" y="92"/>
                    </a:cubicBezTo>
                    <a:cubicBezTo>
                      <a:pt x="39" y="92"/>
                      <a:pt x="27" y="91"/>
                      <a:pt x="16" y="89"/>
                    </a:cubicBezTo>
                    <a:cubicBezTo>
                      <a:pt x="14" y="82"/>
                      <a:pt x="13" y="74"/>
                      <a:pt x="13" y="65"/>
                    </a:cubicBezTo>
                    <a:cubicBezTo>
                      <a:pt x="13" y="57"/>
                      <a:pt x="14" y="49"/>
                      <a:pt x="16" y="41"/>
                    </a:cubicBezTo>
                    <a:cubicBezTo>
                      <a:pt x="27" y="40"/>
                      <a:pt x="39" y="39"/>
                      <a:pt x="52" y="39"/>
                    </a:cubicBezTo>
                    <a:cubicBezTo>
                      <a:pt x="65" y="39"/>
                      <a:pt x="77" y="40"/>
                      <a:pt x="88" y="41"/>
                    </a:cubicBezTo>
                    <a:cubicBezTo>
                      <a:pt x="90" y="49"/>
                      <a:pt x="92" y="57"/>
                      <a:pt x="92" y="65"/>
                    </a:cubicBezTo>
                    <a:cubicBezTo>
                      <a:pt x="92" y="74"/>
                      <a:pt x="90" y="82"/>
                      <a:pt x="8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" name="任意多边形: 形状 168">
                <a:extLst>
                  <a:ext uri="{FF2B5EF4-FFF2-40B4-BE49-F238E27FC236}">
                    <a16:creationId xmlns:a16="http://schemas.microsoft.com/office/drawing/2014/main" id="{6D359061-A993-4766-AD6D-8334FF48E0F8}"/>
                  </a:ext>
                </a:extLst>
              </p:cNvPr>
              <p:cNvSpPr/>
              <p:nvPr/>
            </p:nvSpPr>
            <p:spPr bwMode="auto">
              <a:xfrm>
                <a:off x="9372031" y="6560606"/>
                <a:ext cx="409081" cy="230966"/>
              </a:xfrm>
              <a:custGeom>
                <a:avLst/>
                <a:gdLst>
                  <a:gd name="T0" fmla="*/ 128 w 128"/>
                  <a:gd name="T1" fmla="*/ 50 h 72"/>
                  <a:gd name="T2" fmla="*/ 112 w 128"/>
                  <a:gd name="T3" fmla="*/ 29 h 72"/>
                  <a:gd name="T4" fmla="*/ 82 w 128"/>
                  <a:gd name="T5" fmla="*/ 0 h 72"/>
                  <a:gd name="T6" fmla="*/ 58 w 128"/>
                  <a:gd name="T7" fmla="*/ 11 h 72"/>
                  <a:gd name="T8" fmla="*/ 45 w 128"/>
                  <a:gd name="T9" fmla="*/ 4 h 72"/>
                  <a:gd name="T10" fmla="*/ 29 w 128"/>
                  <a:gd name="T11" fmla="*/ 21 h 72"/>
                  <a:gd name="T12" fmla="*/ 29 w 128"/>
                  <a:gd name="T13" fmla="*/ 23 h 72"/>
                  <a:gd name="T14" fmla="*/ 24 w 128"/>
                  <a:gd name="T15" fmla="*/ 23 h 72"/>
                  <a:gd name="T16" fmla="*/ 0 w 128"/>
                  <a:gd name="T17" fmla="*/ 47 h 72"/>
                  <a:gd name="T18" fmla="*/ 24 w 128"/>
                  <a:gd name="T19" fmla="*/ 72 h 72"/>
                  <a:gd name="T20" fmla="*/ 106 w 128"/>
                  <a:gd name="T21" fmla="*/ 72 h 72"/>
                  <a:gd name="T22" fmla="*/ 106 w 128"/>
                  <a:gd name="T23" fmla="*/ 72 h 72"/>
                  <a:gd name="T24" fmla="*/ 128 w 128"/>
                  <a:gd name="T25" fmla="*/ 5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2">
                    <a:moveTo>
                      <a:pt x="128" y="50"/>
                    </a:moveTo>
                    <a:cubicBezTo>
                      <a:pt x="128" y="39"/>
                      <a:pt x="121" y="31"/>
                      <a:pt x="112" y="29"/>
                    </a:cubicBezTo>
                    <a:cubicBezTo>
                      <a:pt x="111" y="12"/>
                      <a:pt x="98" y="0"/>
                      <a:pt x="82" y="0"/>
                    </a:cubicBezTo>
                    <a:cubicBezTo>
                      <a:pt x="72" y="0"/>
                      <a:pt x="64" y="4"/>
                      <a:pt x="58" y="11"/>
                    </a:cubicBezTo>
                    <a:cubicBezTo>
                      <a:pt x="55" y="7"/>
                      <a:pt x="51" y="4"/>
                      <a:pt x="45" y="4"/>
                    </a:cubicBezTo>
                    <a:cubicBezTo>
                      <a:pt x="36" y="4"/>
                      <a:pt x="29" y="12"/>
                      <a:pt x="29" y="21"/>
                    </a:cubicBezTo>
                    <a:cubicBezTo>
                      <a:pt x="29" y="22"/>
                      <a:pt x="29" y="23"/>
                      <a:pt x="29" y="23"/>
                    </a:cubicBezTo>
                    <a:cubicBezTo>
                      <a:pt x="27" y="23"/>
                      <a:pt x="26" y="23"/>
                      <a:pt x="24" y="23"/>
                    </a:cubicBezTo>
                    <a:cubicBezTo>
                      <a:pt x="11" y="23"/>
                      <a:pt x="0" y="34"/>
                      <a:pt x="0" y="47"/>
                    </a:cubicBezTo>
                    <a:cubicBezTo>
                      <a:pt x="0" y="61"/>
                      <a:pt x="11" y="72"/>
                      <a:pt x="24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18" y="71"/>
                      <a:pt x="128" y="62"/>
                      <a:pt x="128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A9C848FB-9209-4758-952B-ED70EAA7D39C}"/>
                  </a:ext>
                </a:extLst>
              </p:cNvPr>
              <p:cNvSpPr/>
              <p:nvPr/>
            </p:nvSpPr>
            <p:spPr bwMode="auto">
              <a:xfrm>
                <a:off x="8992309" y="6560606"/>
                <a:ext cx="281855" cy="230966"/>
              </a:xfrm>
              <a:custGeom>
                <a:avLst/>
                <a:gdLst>
                  <a:gd name="T0" fmla="*/ 0 w 88"/>
                  <a:gd name="T1" fmla="*/ 0 h 72"/>
                  <a:gd name="T2" fmla="*/ 0 w 88"/>
                  <a:gd name="T3" fmla="*/ 72 h 72"/>
                  <a:gd name="T4" fmla="*/ 88 w 88"/>
                  <a:gd name="T5" fmla="*/ 72 h 72"/>
                  <a:gd name="T6" fmla="*/ 88 w 88"/>
                  <a:gd name="T7" fmla="*/ 0 h 72"/>
                  <a:gd name="T8" fmla="*/ 0 w 88"/>
                  <a:gd name="T9" fmla="*/ 0 h 72"/>
                  <a:gd name="T10" fmla="*/ 83 w 88"/>
                  <a:gd name="T11" fmla="*/ 66 h 72"/>
                  <a:gd name="T12" fmla="*/ 5 w 88"/>
                  <a:gd name="T13" fmla="*/ 66 h 72"/>
                  <a:gd name="T14" fmla="*/ 5 w 88"/>
                  <a:gd name="T15" fmla="*/ 5 h 72"/>
                  <a:gd name="T16" fmla="*/ 83 w 88"/>
                  <a:gd name="T17" fmla="*/ 5 h 72"/>
                  <a:gd name="T18" fmla="*/ 83 w 88"/>
                  <a:gd name="T19" fmla="*/ 66 h 72"/>
                  <a:gd name="T20" fmla="*/ 61 w 88"/>
                  <a:gd name="T21" fmla="*/ 19 h 72"/>
                  <a:gd name="T22" fmla="*/ 69 w 88"/>
                  <a:gd name="T23" fmla="*/ 27 h 72"/>
                  <a:gd name="T24" fmla="*/ 77 w 88"/>
                  <a:gd name="T25" fmla="*/ 19 h 72"/>
                  <a:gd name="T26" fmla="*/ 69 w 88"/>
                  <a:gd name="T27" fmla="*/ 11 h 72"/>
                  <a:gd name="T28" fmla="*/ 61 w 88"/>
                  <a:gd name="T29" fmla="*/ 19 h 72"/>
                  <a:gd name="T30" fmla="*/ 77 w 88"/>
                  <a:gd name="T31" fmla="*/ 60 h 72"/>
                  <a:gd name="T32" fmla="*/ 11 w 88"/>
                  <a:gd name="T33" fmla="*/ 60 h 72"/>
                  <a:gd name="T34" fmla="*/ 27 w 88"/>
                  <a:gd name="T35" fmla="*/ 16 h 72"/>
                  <a:gd name="T36" fmla="*/ 50 w 88"/>
                  <a:gd name="T37" fmla="*/ 44 h 72"/>
                  <a:gd name="T38" fmla="*/ 61 w 88"/>
                  <a:gd name="T39" fmla="*/ 36 h 72"/>
                  <a:gd name="T40" fmla="*/ 77 w 88"/>
                  <a:gd name="T41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8" h="72">
                    <a:moveTo>
                      <a:pt x="0" y="0"/>
                    </a:moveTo>
                    <a:cubicBezTo>
                      <a:pt x="0" y="72"/>
                      <a:pt x="0" y="72"/>
                      <a:pt x="0" y="72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88" y="0"/>
                      <a:pt x="88" y="0"/>
                      <a:pt x="88" y="0"/>
                    </a:cubicBezTo>
                    <a:lnTo>
                      <a:pt x="0" y="0"/>
                    </a:lnTo>
                    <a:close/>
                    <a:moveTo>
                      <a:pt x="83" y="66"/>
                    </a:moveTo>
                    <a:cubicBezTo>
                      <a:pt x="5" y="66"/>
                      <a:pt x="5" y="66"/>
                      <a:pt x="5" y="66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83" y="5"/>
                      <a:pt x="83" y="5"/>
                      <a:pt x="83" y="5"/>
                    </a:cubicBezTo>
                    <a:lnTo>
                      <a:pt x="83" y="66"/>
                    </a:lnTo>
                    <a:close/>
                    <a:moveTo>
                      <a:pt x="61" y="19"/>
                    </a:moveTo>
                    <a:cubicBezTo>
                      <a:pt x="61" y="24"/>
                      <a:pt x="64" y="27"/>
                      <a:pt x="69" y="27"/>
                    </a:cubicBezTo>
                    <a:cubicBezTo>
                      <a:pt x="74" y="27"/>
                      <a:pt x="77" y="24"/>
                      <a:pt x="77" y="19"/>
                    </a:cubicBezTo>
                    <a:cubicBezTo>
                      <a:pt x="77" y="14"/>
                      <a:pt x="74" y="11"/>
                      <a:pt x="69" y="11"/>
                    </a:cubicBezTo>
                    <a:cubicBezTo>
                      <a:pt x="64" y="11"/>
                      <a:pt x="61" y="14"/>
                      <a:pt x="61" y="19"/>
                    </a:cubicBezTo>
                    <a:close/>
                    <a:moveTo>
                      <a:pt x="77" y="60"/>
                    </a:moveTo>
                    <a:cubicBezTo>
                      <a:pt x="11" y="60"/>
                      <a:pt x="11" y="60"/>
                      <a:pt x="11" y="60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50" y="44"/>
                      <a:pt x="50" y="44"/>
                      <a:pt x="50" y="44"/>
                    </a:cubicBezTo>
                    <a:cubicBezTo>
                      <a:pt x="61" y="36"/>
                      <a:pt x="61" y="36"/>
                      <a:pt x="61" y="36"/>
                    </a:cubicBezTo>
                    <a:lnTo>
                      <a:pt x="77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F7054F38-9200-4260-8598-2FD568392184}"/>
                  </a:ext>
                </a:extLst>
              </p:cNvPr>
              <p:cNvSpPr/>
              <p:nvPr/>
            </p:nvSpPr>
            <p:spPr bwMode="auto">
              <a:xfrm>
                <a:off x="8583226" y="6505801"/>
                <a:ext cx="272069" cy="275983"/>
              </a:xfrm>
              <a:custGeom>
                <a:avLst/>
                <a:gdLst>
                  <a:gd name="T0" fmla="*/ 57 w 85"/>
                  <a:gd name="T1" fmla="*/ 59 h 86"/>
                  <a:gd name="T2" fmla="*/ 82 w 85"/>
                  <a:gd name="T3" fmla="*/ 47 h 86"/>
                  <a:gd name="T4" fmla="*/ 82 w 85"/>
                  <a:gd name="T5" fmla="*/ 59 h 86"/>
                  <a:gd name="T6" fmla="*/ 66 w 85"/>
                  <a:gd name="T7" fmla="*/ 67 h 86"/>
                  <a:gd name="T8" fmla="*/ 59 w 85"/>
                  <a:gd name="T9" fmla="*/ 84 h 86"/>
                  <a:gd name="T10" fmla="*/ 47 w 85"/>
                  <a:gd name="T11" fmla="*/ 84 h 86"/>
                  <a:gd name="T12" fmla="*/ 57 w 85"/>
                  <a:gd name="T13" fmla="*/ 59 h 86"/>
                  <a:gd name="T14" fmla="*/ 24 w 85"/>
                  <a:gd name="T15" fmla="*/ 85 h 86"/>
                  <a:gd name="T16" fmla="*/ 39 w 85"/>
                  <a:gd name="T17" fmla="*/ 42 h 86"/>
                  <a:gd name="T18" fmla="*/ 81 w 85"/>
                  <a:gd name="T19" fmla="*/ 23 h 86"/>
                  <a:gd name="T20" fmla="*/ 81 w 85"/>
                  <a:gd name="T21" fmla="*/ 35 h 86"/>
                  <a:gd name="T22" fmla="*/ 81 w 85"/>
                  <a:gd name="T23" fmla="*/ 35 h 86"/>
                  <a:gd name="T24" fmla="*/ 48 w 85"/>
                  <a:gd name="T25" fmla="*/ 51 h 86"/>
                  <a:gd name="T26" fmla="*/ 36 w 85"/>
                  <a:gd name="T27" fmla="*/ 85 h 86"/>
                  <a:gd name="T28" fmla="*/ 24 w 85"/>
                  <a:gd name="T29" fmla="*/ 85 h 86"/>
                  <a:gd name="T30" fmla="*/ 49 w 85"/>
                  <a:gd name="T31" fmla="*/ 7 h 86"/>
                  <a:gd name="T32" fmla="*/ 80 w 85"/>
                  <a:gd name="T33" fmla="*/ 0 h 86"/>
                  <a:gd name="T34" fmla="*/ 80 w 85"/>
                  <a:gd name="T35" fmla="*/ 0 h 86"/>
                  <a:gd name="T36" fmla="*/ 80 w 85"/>
                  <a:gd name="T37" fmla="*/ 12 h 86"/>
                  <a:gd name="T38" fmla="*/ 31 w 85"/>
                  <a:gd name="T39" fmla="*/ 34 h 86"/>
                  <a:gd name="T40" fmla="*/ 12 w 85"/>
                  <a:gd name="T41" fmla="*/ 86 h 86"/>
                  <a:gd name="T42" fmla="*/ 0 w 85"/>
                  <a:gd name="T43" fmla="*/ 86 h 86"/>
                  <a:gd name="T44" fmla="*/ 5 w 85"/>
                  <a:gd name="T45" fmla="*/ 55 h 86"/>
                  <a:gd name="T46" fmla="*/ 22 w 85"/>
                  <a:gd name="T47" fmla="*/ 26 h 86"/>
                  <a:gd name="T48" fmla="*/ 49 w 85"/>
                  <a:gd name="T49" fmla="*/ 7 h 86"/>
                  <a:gd name="T50" fmla="*/ 75 w 85"/>
                  <a:gd name="T51" fmla="*/ 83 h 86"/>
                  <a:gd name="T52" fmla="*/ 83 w 85"/>
                  <a:gd name="T53" fmla="*/ 83 h 86"/>
                  <a:gd name="T54" fmla="*/ 83 w 85"/>
                  <a:gd name="T55" fmla="*/ 74 h 86"/>
                  <a:gd name="T56" fmla="*/ 74 w 85"/>
                  <a:gd name="T57" fmla="*/ 75 h 86"/>
                  <a:gd name="T58" fmla="*/ 75 w 85"/>
                  <a:gd name="T59" fmla="*/ 8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5" h="86">
                    <a:moveTo>
                      <a:pt x="57" y="59"/>
                    </a:moveTo>
                    <a:cubicBezTo>
                      <a:pt x="64" y="51"/>
                      <a:pt x="73" y="48"/>
                      <a:pt x="82" y="47"/>
                    </a:cubicBezTo>
                    <a:cubicBezTo>
                      <a:pt x="82" y="59"/>
                      <a:pt x="82" y="59"/>
                      <a:pt x="82" y="59"/>
                    </a:cubicBezTo>
                    <a:cubicBezTo>
                      <a:pt x="76" y="59"/>
                      <a:pt x="70" y="62"/>
                      <a:pt x="66" y="67"/>
                    </a:cubicBezTo>
                    <a:cubicBezTo>
                      <a:pt x="61" y="71"/>
                      <a:pt x="59" y="78"/>
                      <a:pt x="59" y="84"/>
                    </a:cubicBezTo>
                    <a:cubicBezTo>
                      <a:pt x="47" y="84"/>
                      <a:pt x="47" y="84"/>
                      <a:pt x="47" y="84"/>
                    </a:cubicBezTo>
                    <a:cubicBezTo>
                      <a:pt x="47" y="75"/>
                      <a:pt x="50" y="66"/>
                      <a:pt x="57" y="59"/>
                    </a:cubicBezTo>
                    <a:close/>
                    <a:moveTo>
                      <a:pt x="24" y="85"/>
                    </a:moveTo>
                    <a:cubicBezTo>
                      <a:pt x="23" y="69"/>
                      <a:pt x="29" y="54"/>
                      <a:pt x="39" y="42"/>
                    </a:cubicBezTo>
                    <a:cubicBezTo>
                      <a:pt x="50" y="31"/>
                      <a:pt x="65" y="24"/>
                      <a:pt x="81" y="23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69" y="36"/>
                      <a:pt x="57" y="41"/>
                      <a:pt x="48" y="51"/>
                    </a:cubicBezTo>
                    <a:cubicBezTo>
                      <a:pt x="40" y="60"/>
                      <a:pt x="35" y="72"/>
                      <a:pt x="36" y="85"/>
                    </a:cubicBezTo>
                    <a:lnTo>
                      <a:pt x="24" y="85"/>
                    </a:lnTo>
                    <a:close/>
                    <a:moveTo>
                      <a:pt x="49" y="7"/>
                    </a:moveTo>
                    <a:cubicBezTo>
                      <a:pt x="59" y="3"/>
                      <a:pt x="69" y="0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61" y="12"/>
                      <a:pt x="44" y="20"/>
                      <a:pt x="31" y="34"/>
                    </a:cubicBezTo>
                    <a:cubicBezTo>
                      <a:pt x="18" y="48"/>
                      <a:pt x="11" y="67"/>
                      <a:pt x="12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75"/>
                      <a:pt x="1" y="65"/>
                      <a:pt x="5" y="55"/>
                    </a:cubicBezTo>
                    <a:cubicBezTo>
                      <a:pt x="9" y="44"/>
                      <a:pt x="14" y="35"/>
                      <a:pt x="22" y="26"/>
                    </a:cubicBezTo>
                    <a:cubicBezTo>
                      <a:pt x="30" y="18"/>
                      <a:pt x="39" y="12"/>
                      <a:pt x="49" y="7"/>
                    </a:cubicBezTo>
                    <a:close/>
                    <a:moveTo>
                      <a:pt x="75" y="83"/>
                    </a:moveTo>
                    <a:cubicBezTo>
                      <a:pt x="77" y="85"/>
                      <a:pt x="81" y="85"/>
                      <a:pt x="83" y="83"/>
                    </a:cubicBezTo>
                    <a:cubicBezTo>
                      <a:pt x="85" y="80"/>
                      <a:pt x="85" y="77"/>
                      <a:pt x="83" y="74"/>
                    </a:cubicBezTo>
                    <a:cubicBezTo>
                      <a:pt x="80" y="72"/>
                      <a:pt x="77" y="72"/>
                      <a:pt x="74" y="75"/>
                    </a:cubicBezTo>
                    <a:cubicBezTo>
                      <a:pt x="72" y="77"/>
                      <a:pt x="72" y="81"/>
                      <a:pt x="75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606674C8-81D9-46EE-B462-3C6144D000B0}"/>
                  </a:ext>
                </a:extLst>
              </p:cNvPr>
              <p:cNvSpPr/>
              <p:nvPr/>
            </p:nvSpPr>
            <p:spPr bwMode="auto">
              <a:xfrm>
                <a:off x="7782157" y="3068719"/>
                <a:ext cx="230965" cy="227050"/>
              </a:xfrm>
              <a:custGeom>
                <a:avLst/>
                <a:gdLst>
                  <a:gd name="T0" fmla="*/ 14 w 72"/>
                  <a:gd name="T1" fmla="*/ 35 h 71"/>
                  <a:gd name="T2" fmla="*/ 14 w 72"/>
                  <a:gd name="T3" fmla="*/ 33 h 71"/>
                  <a:gd name="T4" fmla="*/ 1 w 72"/>
                  <a:gd name="T5" fmla="*/ 29 h 71"/>
                  <a:gd name="T6" fmla="*/ 0 w 72"/>
                  <a:gd name="T7" fmla="*/ 35 h 71"/>
                  <a:gd name="T8" fmla="*/ 11 w 72"/>
                  <a:gd name="T9" fmla="*/ 62 h 71"/>
                  <a:gd name="T10" fmla="*/ 19 w 72"/>
                  <a:gd name="T11" fmla="*/ 51 h 71"/>
                  <a:gd name="T12" fmla="*/ 14 w 72"/>
                  <a:gd name="T13" fmla="*/ 35 h 71"/>
                  <a:gd name="T14" fmla="*/ 58 w 72"/>
                  <a:gd name="T15" fmla="*/ 35 h 71"/>
                  <a:gd name="T16" fmla="*/ 53 w 72"/>
                  <a:gd name="T17" fmla="*/ 51 h 71"/>
                  <a:gd name="T18" fmla="*/ 61 w 72"/>
                  <a:gd name="T19" fmla="*/ 62 h 71"/>
                  <a:gd name="T20" fmla="*/ 72 w 72"/>
                  <a:gd name="T21" fmla="*/ 35 h 71"/>
                  <a:gd name="T22" fmla="*/ 71 w 72"/>
                  <a:gd name="T23" fmla="*/ 29 h 71"/>
                  <a:gd name="T24" fmla="*/ 58 w 72"/>
                  <a:gd name="T25" fmla="*/ 33 h 71"/>
                  <a:gd name="T26" fmla="*/ 58 w 72"/>
                  <a:gd name="T27" fmla="*/ 35 h 71"/>
                  <a:gd name="T28" fmla="*/ 40 w 72"/>
                  <a:gd name="T29" fmla="*/ 13 h 71"/>
                  <a:gd name="T30" fmla="*/ 56 w 72"/>
                  <a:gd name="T31" fmla="*/ 24 h 71"/>
                  <a:gd name="T32" fmla="*/ 68 w 72"/>
                  <a:gd name="T33" fmla="*/ 20 h 71"/>
                  <a:gd name="T34" fmla="*/ 40 w 72"/>
                  <a:gd name="T35" fmla="*/ 0 h 71"/>
                  <a:gd name="T36" fmla="*/ 40 w 72"/>
                  <a:gd name="T37" fmla="*/ 13 h 71"/>
                  <a:gd name="T38" fmla="*/ 16 w 72"/>
                  <a:gd name="T39" fmla="*/ 24 h 71"/>
                  <a:gd name="T40" fmla="*/ 31 w 72"/>
                  <a:gd name="T41" fmla="*/ 13 h 71"/>
                  <a:gd name="T42" fmla="*/ 31 w 72"/>
                  <a:gd name="T43" fmla="*/ 0 h 71"/>
                  <a:gd name="T44" fmla="*/ 3 w 72"/>
                  <a:gd name="T45" fmla="*/ 20 h 71"/>
                  <a:gd name="T46" fmla="*/ 16 w 72"/>
                  <a:gd name="T47" fmla="*/ 24 h 71"/>
                  <a:gd name="T48" fmla="*/ 45 w 72"/>
                  <a:gd name="T49" fmla="*/ 56 h 71"/>
                  <a:gd name="T50" fmla="*/ 36 w 72"/>
                  <a:gd name="T51" fmla="*/ 58 h 71"/>
                  <a:gd name="T52" fmla="*/ 27 w 72"/>
                  <a:gd name="T53" fmla="*/ 56 h 71"/>
                  <a:gd name="T54" fmla="*/ 19 w 72"/>
                  <a:gd name="T55" fmla="*/ 67 h 71"/>
                  <a:gd name="T56" fmla="*/ 36 w 72"/>
                  <a:gd name="T57" fmla="*/ 71 h 71"/>
                  <a:gd name="T58" fmla="*/ 53 w 72"/>
                  <a:gd name="T59" fmla="*/ 67 h 71"/>
                  <a:gd name="T60" fmla="*/ 45 w 72"/>
                  <a:gd name="T61" fmla="*/ 5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71">
                    <a:moveTo>
                      <a:pt x="14" y="35"/>
                    </a:moveTo>
                    <a:cubicBezTo>
                      <a:pt x="14" y="35"/>
                      <a:pt x="14" y="34"/>
                      <a:pt x="14" y="33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31"/>
                      <a:pt x="0" y="33"/>
                      <a:pt x="0" y="35"/>
                    </a:cubicBezTo>
                    <a:cubicBezTo>
                      <a:pt x="0" y="46"/>
                      <a:pt x="4" y="55"/>
                      <a:pt x="11" y="62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6" y="47"/>
                      <a:pt x="14" y="41"/>
                      <a:pt x="14" y="35"/>
                    </a:cubicBezTo>
                    <a:close/>
                    <a:moveTo>
                      <a:pt x="58" y="35"/>
                    </a:moveTo>
                    <a:cubicBezTo>
                      <a:pt x="58" y="41"/>
                      <a:pt x="56" y="47"/>
                      <a:pt x="53" y="51"/>
                    </a:cubicBezTo>
                    <a:cubicBezTo>
                      <a:pt x="61" y="62"/>
                      <a:pt x="61" y="62"/>
                      <a:pt x="61" y="62"/>
                    </a:cubicBezTo>
                    <a:cubicBezTo>
                      <a:pt x="68" y="55"/>
                      <a:pt x="72" y="46"/>
                      <a:pt x="72" y="35"/>
                    </a:cubicBezTo>
                    <a:cubicBezTo>
                      <a:pt x="72" y="33"/>
                      <a:pt x="72" y="31"/>
                      <a:pt x="71" y="29"/>
                    </a:cubicBezTo>
                    <a:cubicBezTo>
                      <a:pt x="58" y="33"/>
                      <a:pt x="58" y="33"/>
                      <a:pt x="58" y="33"/>
                    </a:cubicBezTo>
                    <a:cubicBezTo>
                      <a:pt x="58" y="34"/>
                      <a:pt x="58" y="35"/>
                      <a:pt x="58" y="35"/>
                    </a:cubicBezTo>
                    <a:close/>
                    <a:moveTo>
                      <a:pt x="40" y="13"/>
                    </a:moveTo>
                    <a:cubicBezTo>
                      <a:pt x="47" y="15"/>
                      <a:pt x="52" y="19"/>
                      <a:pt x="56" y="24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3" y="9"/>
                      <a:pt x="53" y="1"/>
                      <a:pt x="40" y="0"/>
                    </a:cubicBezTo>
                    <a:lnTo>
                      <a:pt x="40" y="13"/>
                    </a:lnTo>
                    <a:close/>
                    <a:moveTo>
                      <a:pt x="16" y="24"/>
                    </a:moveTo>
                    <a:cubicBezTo>
                      <a:pt x="20" y="19"/>
                      <a:pt x="25" y="15"/>
                      <a:pt x="31" y="1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9" y="1"/>
                      <a:pt x="9" y="9"/>
                      <a:pt x="3" y="20"/>
                    </a:cubicBezTo>
                    <a:lnTo>
                      <a:pt x="16" y="24"/>
                    </a:lnTo>
                    <a:close/>
                    <a:moveTo>
                      <a:pt x="45" y="56"/>
                    </a:moveTo>
                    <a:cubicBezTo>
                      <a:pt x="42" y="57"/>
                      <a:pt x="39" y="58"/>
                      <a:pt x="36" y="58"/>
                    </a:cubicBezTo>
                    <a:cubicBezTo>
                      <a:pt x="33" y="58"/>
                      <a:pt x="30" y="57"/>
                      <a:pt x="27" y="56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4" y="70"/>
                      <a:pt x="30" y="71"/>
                      <a:pt x="36" y="71"/>
                    </a:cubicBezTo>
                    <a:cubicBezTo>
                      <a:pt x="42" y="71"/>
                      <a:pt x="48" y="70"/>
                      <a:pt x="53" y="67"/>
                    </a:cubicBezTo>
                    <a:lnTo>
                      <a:pt x="4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F932205D-F33C-44C9-A39D-9F57D276ACF2}"/>
                  </a:ext>
                </a:extLst>
              </p:cNvPr>
              <p:cNvSpPr/>
              <p:nvPr/>
            </p:nvSpPr>
            <p:spPr bwMode="auto">
              <a:xfrm>
                <a:off x="8409034" y="762985"/>
                <a:ext cx="189861" cy="187905"/>
              </a:xfrm>
              <a:custGeom>
                <a:avLst/>
                <a:gdLst>
                  <a:gd name="T0" fmla="*/ 30 w 59"/>
                  <a:gd name="T1" fmla="*/ 0 h 59"/>
                  <a:gd name="T2" fmla="*/ 0 w 59"/>
                  <a:gd name="T3" fmla="*/ 29 h 59"/>
                  <a:gd name="T4" fmla="*/ 30 w 59"/>
                  <a:gd name="T5" fmla="*/ 59 h 59"/>
                  <a:gd name="T6" fmla="*/ 59 w 59"/>
                  <a:gd name="T7" fmla="*/ 29 h 59"/>
                  <a:gd name="T8" fmla="*/ 30 w 59"/>
                  <a:gd name="T9" fmla="*/ 0 h 59"/>
                  <a:gd name="T10" fmla="*/ 47 w 59"/>
                  <a:gd name="T11" fmla="*/ 25 h 59"/>
                  <a:gd name="T12" fmla="*/ 31 w 59"/>
                  <a:gd name="T13" fmla="*/ 47 h 59"/>
                  <a:gd name="T14" fmla="*/ 24 w 59"/>
                  <a:gd name="T15" fmla="*/ 44 h 59"/>
                  <a:gd name="T16" fmla="*/ 18 w 59"/>
                  <a:gd name="T17" fmla="*/ 27 h 59"/>
                  <a:gd name="T18" fmla="*/ 14 w 59"/>
                  <a:gd name="T19" fmla="*/ 28 h 59"/>
                  <a:gd name="T20" fmla="*/ 12 w 59"/>
                  <a:gd name="T21" fmla="*/ 26 h 59"/>
                  <a:gd name="T22" fmla="*/ 23 w 59"/>
                  <a:gd name="T23" fmla="*/ 18 h 59"/>
                  <a:gd name="T24" fmla="*/ 29 w 59"/>
                  <a:gd name="T25" fmla="*/ 30 h 59"/>
                  <a:gd name="T26" fmla="*/ 32 w 59"/>
                  <a:gd name="T27" fmla="*/ 37 h 59"/>
                  <a:gd name="T28" fmla="*/ 36 w 59"/>
                  <a:gd name="T29" fmla="*/ 31 h 59"/>
                  <a:gd name="T30" fmla="*/ 32 w 59"/>
                  <a:gd name="T31" fmla="*/ 26 h 59"/>
                  <a:gd name="T32" fmla="*/ 47 w 59"/>
                  <a:gd name="T33" fmla="*/ 25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9" h="59">
                    <a:moveTo>
                      <a:pt x="30" y="0"/>
                    </a:moveTo>
                    <a:cubicBezTo>
                      <a:pt x="14" y="0"/>
                      <a:pt x="0" y="13"/>
                      <a:pt x="0" y="29"/>
                    </a:cubicBezTo>
                    <a:cubicBezTo>
                      <a:pt x="0" y="45"/>
                      <a:pt x="14" y="59"/>
                      <a:pt x="30" y="59"/>
                    </a:cubicBezTo>
                    <a:cubicBezTo>
                      <a:pt x="46" y="59"/>
                      <a:pt x="59" y="45"/>
                      <a:pt x="59" y="29"/>
                    </a:cubicBezTo>
                    <a:cubicBezTo>
                      <a:pt x="59" y="13"/>
                      <a:pt x="46" y="0"/>
                      <a:pt x="30" y="0"/>
                    </a:cubicBezTo>
                    <a:close/>
                    <a:moveTo>
                      <a:pt x="47" y="25"/>
                    </a:moveTo>
                    <a:cubicBezTo>
                      <a:pt x="45" y="36"/>
                      <a:pt x="34" y="45"/>
                      <a:pt x="31" y="47"/>
                    </a:cubicBezTo>
                    <a:cubicBezTo>
                      <a:pt x="28" y="49"/>
                      <a:pt x="25" y="46"/>
                      <a:pt x="24" y="44"/>
                    </a:cubicBezTo>
                    <a:cubicBezTo>
                      <a:pt x="22" y="42"/>
                      <a:pt x="19" y="28"/>
                      <a:pt x="18" y="27"/>
                    </a:cubicBezTo>
                    <a:cubicBezTo>
                      <a:pt x="17" y="25"/>
                      <a:pt x="14" y="28"/>
                      <a:pt x="14" y="28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2" y="26"/>
                      <a:pt x="18" y="19"/>
                      <a:pt x="23" y="18"/>
                    </a:cubicBezTo>
                    <a:cubicBezTo>
                      <a:pt x="28" y="17"/>
                      <a:pt x="28" y="25"/>
                      <a:pt x="29" y="30"/>
                    </a:cubicBezTo>
                    <a:cubicBezTo>
                      <a:pt x="30" y="34"/>
                      <a:pt x="31" y="37"/>
                      <a:pt x="32" y="37"/>
                    </a:cubicBezTo>
                    <a:cubicBezTo>
                      <a:pt x="33" y="37"/>
                      <a:pt x="34" y="34"/>
                      <a:pt x="36" y="31"/>
                    </a:cubicBezTo>
                    <a:cubicBezTo>
                      <a:pt x="39" y="27"/>
                      <a:pt x="36" y="23"/>
                      <a:pt x="32" y="26"/>
                    </a:cubicBezTo>
                    <a:cubicBezTo>
                      <a:pt x="34" y="16"/>
                      <a:pt x="49" y="14"/>
                      <a:pt x="4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6" name="组合 195"/>
          <p:cNvGrpSpPr/>
          <p:nvPr/>
        </p:nvGrpSpPr>
        <p:grpSpPr>
          <a:xfrm>
            <a:off x="6550569" y="2703539"/>
            <a:ext cx="3923451" cy="147988"/>
            <a:chOff x="6804569" y="3371200"/>
            <a:chExt cx="4722380" cy="0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9403F3B-4F9C-44FC-998B-D916577B5CAD}"/>
                </a:ext>
              </a:extLst>
            </p:cNvPr>
            <p:cNvCxnSpPr/>
            <p:nvPr/>
          </p:nvCxnSpPr>
          <p:spPr>
            <a:xfrm>
              <a:off x="6804569" y="3371200"/>
              <a:ext cx="472238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FFD97C4-0F88-4D56-A93F-4D7C1B751169}"/>
                </a:ext>
              </a:extLst>
            </p:cNvPr>
            <p:cNvCxnSpPr/>
            <p:nvPr/>
          </p:nvCxnSpPr>
          <p:spPr>
            <a:xfrm>
              <a:off x="6804569" y="3371200"/>
              <a:ext cx="1818856" cy="0"/>
            </a:xfrm>
            <a:prstGeom prst="line">
              <a:avLst/>
            </a:prstGeom>
            <a:ln w="19050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AD93EA7-9EE0-4921-8390-C5B4C1E60755}"/>
              </a:ext>
            </a:extLst>
          </p:cNvPr>
          <p:cNvGrpSpPr/>
          <p:nvPr/>
        </p:nvGrpSpPr>
        <p:grpSpPr>
          <a:xfrm>
            <a:off x="6455015" y="4642150"/>
            <a:ext cx="1033041" cy="959990"/>
            <a:chOff x="6654873" y="4642147"/>
            <a:chExt cx="1033040" cy="959989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2FB9494-832B-4C2F-BB8D-5D782266DC71}"/>
                </a:ext>
              </a:extLst>
            </p:cNvPr>
            <p:cNvGrpSpPr/>
            <p:nvPr/>
          </p:nvGrpSpPr>
          <p:grpSpPr>
            <a:xfrm>
              <a:off x="6897029" y="4642147"/>
              <a:ext cx="548728" cy="548732"/>
              <a:chOff x="6897029" y="4642147"/>
              <a:chExt cx="548728" cy="548732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716B3D2F-390A-4016-8E86-B77DD5E43194}"/>
                  </a:ext>
                </a:extLst>
              </p:cNvPr>
              <p:cNvSpPr/>
              <p:nvPr/>
            </p:nvSpPr>
            <p:spPr>
              <a:xfrm>
                <a:off x="6897029" y="4642147"/>
                <a:ext cx="548728" cy="548732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17FAC7B1-A792-473D-A238-262F6580C949}"/>
                  </a:ext>
                </a:extLst>
              </p:cNvPr>
              <p:cNvSpPr/>
              <p:nvPr/>
            </p:nvSpPr>
            <p:spPr>
              <a:xfrm>
                <a:off x="7021707" y="4767116"/>
                <a:ext cx="299371" cy="298794"/>
              </a:xfrm>
              <a:custGeom>
                <a:avLst/>
                <a:gdLst>
                  <a:gd name="T0" fmla="*/ 325 w 333"/>
                  <a:gd name="T1" fmla="*/ 136 h 333"/>
                  <a:gd name="T2" fmla="*/ 295 w 333"/>
                  <a:gd name="T3" fmla="*/ 132 h 333"/>
                  <a:gd name="T4" fmla="*/ 282 w 333"/>
                  <a:gd name="T5" fmla="*/ 100 h 333"/>
                  <a:gd name="T6" fmla="*/ 301 w 333"/>
                  <a:gd name="T7" fmla="*/ 77 h 333"/>
                  <a:gd name="T8" fmla="*/ 300 w 333"/>
                  <a:gd name="T9" fmla="*/ 64 h 333"/>
                  <a:gd name="T10" fmla="*/ 269 w 333"/>
                  <a:gd name="T11" fmla="*/ 33 h 333"/>
                  <a:gd name="T12" fmla="*/ 257 w 333"/>
                  <a:gd name="T13" fmla="*/ 33 h 333"/>
                  <a:gd name="T14" fmla="*/ 233 w 333"/>
                  <a:gd name="T15" fmla="*/ 51 h 333"/>
                  <a:gd name="T16" fmla="*/ 201 w 333"/>
                  <a:gd name="T17" fmla="*/ 38 h 333"/>
                  <a:gd name="T18" fmla="*/ 198 w 333"/>
                  <a:gd name="T19" fmla="*/ 8 h 333"/>
                  <a:gd name="T20" fmla="*/ 188 w 333"/>
                  <a:gd name="T21" fmla="*/ 0 h 333"/>
                  <a:gd name="T22" fmla="*/ 145 w 333"/>
                  <a:gd name="T23" fmla="*/ 0 h 333"/>
                  <a:gd name="T24" fmla="*/ 136 w 333"/>
                  <a:gd name="T25" fmla="*/ 8 h 333"/>
                  <a:gd name="T26" fmla="*/ 132 w 333"/>
                  <a:gd name="T27" fmla="*/ 38 h 333"/>
                  <a:gd name="T28" fmla="*/ 100 w 333"/>
                  <a:gd name="T29" fmla="*/ 51 h 333"/>
                  <a:gd name="T30" fmla="*/ 77 w 333"/>
                  <a:gd name="T31" fmla="*/ 33 h 333"/>
                  <a:gd name="T32" fmla="*/ 64 w 333"/>
                  <a:gd name="T33" fmla="*/ 33 h 333"/>
                  <a:gd name="T34" fmla="*/ 33 w 333"/>
                  <a:gd name="T35" fmla="*/ 64 h 333"/>
                  <a:gd name="T36" fmla="*/ 33 w 333"/>
                  <a:gd name="T37" fmla="*/ 77 h 333"/>
                  <a:gd name="T38" fmla="*/ 51 w 333"/>
                  <a:gd name="T39" fmla="*/ 100 h 333"/>
                  <a:gd name="T40" fmla="*/ 38 w 333"/>
                  <a:gd name="T41" fmla="*/ 132 h 333"/>
                  <a:gd name="T42" fmla="*/ 8 w 333"/>
                  <a:gd name="T43" fmla="*/ 136 h 333"/>
                  <a:gd name="T44" fmla="*/ 0 w 333"/>
                  <a:gd name="T45" fmla="*/ 145 h 333"/>
                  <a:gd name="T46" fmla="*/ 0 w 333"/>
                  <a:gd name="T47" fmla="*/ 188 h 333"/>
                  <a:gd name="T48" fmla="*/ 8 w 333"/>
                  <a:gd name="T49" fmla="*/ 198 h 333"/>
                  <a:gd name="T50" fmla="*/ 38 w 333"/>
                  <a:gd name="T51" fmla="*/ 201 h 333"/>
                  <a:gd name="T52" fmla="*/ 51 w 333"/>
                  <a:gd name="T53" fmla="*/ 233 h 333"/>
                  <a:gd name="T54" fmla="*/ 33 w 333"/>
                  <a:gd name="T55" fmla="*/ 257 h 333"/>
                  <a:gd name="T56" fmla="*/ 34 w 333"/>
                  <a:gd name="T57" fmla="*/ 269 h 333"/>
                  <a:gd name="T58" fmla="*/ 64 w 333"/>
                  <a:gd name="T59" fmla="*/ 300 h 333"/>
                  <a:gd name="T60" fmla="*/ 77 w 333"/>
                  <a:gd name="T61" fmla="*/ 301 h 333"/>
                  <a:gd name="T62" fmla="*/ 100 w 333"/>
                  <a:gd name="T63" fmla="*/ 282 h 333"/>
                  <a:gd name="T64" fmla="*/ 132 w 333"/>
                  <a:gd name="T65" fmla="*/ 295 h 333"/>
                  <a:gd name="T66" fmla="*/ 136 w 333"/>
                  <a:gd name="T67" fmla="*/ 325 h 333"/>
                  <a:gd name="T68" fmla="*/ 145 w 333"/>
                  <a:gd name="T69" fmla="*/ 333 h 333"/>
                  <a:gd name="T70" fmla="*/ 188 w 333"/>
                  <a:gd name="T71" fmla="*/ 333 h 333"/>
                  <a:gd name="T72" fmla="*/ 198 w 333"/>
                  <a:gd name="T73" fmla="*/ 325 h 333"/>
                  <a:gd name="T74" fmla="*/ 201 w 333"/>
                  <a:gd name="T75" fmla="*/ 295 h 333"/>
                  <a:gd name="T76" fmla="*/ 233 w 333"/>
                  <a:gd name="T77" fmla="*/ 282 h 333"/>
                  <a:gd name="T78" fmla="*/ 257 w 333"/>
                  <a:gd name="T79" fmla="*/ 301 h 333"/>
                  <a:gd name="T80" fmla="*/ 269 w 333"/>
                  <a:gd name="T81" fmla="*/ 300 h 333"/>
                  <a:gd name="T82" fmla="*/ 300 w 333"/>
                  <a:gd name="T83" fmla="*/ 269 h 333"/>
                  <a:gd name="T84" fmla="*/ 301 w 333"/>
                  <a:gd name="T85" fmla="*/ 257 h 333"/>
                  <a:gd name="T86" fmla="*/ 282 w 333"/>
                  <a:gd name="T87" fmla="*/ 233 h 333"/>
                  <a:gd name="T88" fmla="*/ 295 w 333"/>
                  <a:gd name="T89" fmla="*/ 201 h 333"/>
                  <a:gd name="T90" fmla="*/ 325 w 333"/>
                  <a:gd name="T91" fmla="*/ 198 h 333"/>
                  <a:gd name="T92" fmla="*/ 333 w 333"/>
                  <a:gd name="T93" fmla="*/ 188 h 333"/>
                  <a:gd name="T94" fmla="*/ 333 w 333"/>
                  <a:gd name="T95" fmla="*/ 145 h 333"/>
                  <a:gd name="T96" fmla="*/ 325 w 333"/>
                  <a:gd name="T97" fmla="*/ 136 h 333"/>
                  <a:gd name="T98" fmla="*/ 167 w 333"/>
                  <a:gd name="T99" fmla="*/ 250 h 333"/>
                  <a:gd name="T100" fmla="*/ 83 w 333"/>
                  <a:gd name="T101" fmla="*/ 167 h 333"/>
                  <a:gd name="T102" fmla="*/ 167 w 333"/>
                  <a:gd name="T103" fmla="*/ 83 h 333"/>
                  <a:gd name="T104" fmla="*/ 250 w 333"/>
                  <a:gd name="T105" fmla="*/ 167 h 333"/>
                  <a:gd name="T106" fmla="*/ 167 w 333"/>
                  <a:gd name="T107" fmla="*/ 25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33" h="333">
                    <a:moveTo>
                      <a:pt x="325" y="136"/>
                    </a:moveTo>
                    <a:lnTo>
                      <a:pt x="295" y="132"/>
                    </a:lnTo>
                    <a:cubicBezTo>
                      <a:pt x="292" y="121"/>
                      <a:pt x="288" y="110"/>
                      <a:pt x="282" y="100"/>
                    </a:cubicBezTo>
                    <a:lnTo>
                      <a:pt x="301" y="77"/>
                    </a:lnTo>
                    <a:cubicBezTo>
                      <a:pt x="303" y="73"/>
                      <a:pt x="303" y="67"/>
                      <a:pt x="300" y="64"/>
                    </a:cubicBezTo>
                    <a:lnTo>
                      <a:pt x="269" y="33"/>
                    </a:lnTo>
                    <a:cubicBezTo>
                      <a:pt x="266" y="30"/>
                      <a:pt x="260" y="30"/>
                      <a:pt x="257" y="33"/>
                    </a:cubicBezTo>
                    <a:lnTo>
                      <a:pt x="233" y="51"/>
                    </a:lnTo>
                    <a:cubicBezTo>
                      <a:pt x="223" y="45"/>
                      <a:pt x="213" y="41"/>
                      <a:pt x="201" y="38"/>
                    </a:cubicBezTo>
                    <a:lnTo>
                      <a:pt x="198" y="8"/>
                    </a:lnTo>
                    <a:cubicBezTo>
                      <a:pt x="197" y="4"/>
                      <a:pt x="193" y="0"/>
                      <a:pt x="188" y="0"/>
                    </a:cubicBezTo>
                    <a:lnTo>
                      <a:pt x="145" y="0"/>
                    </a:lnTo>
                    <a:cubicBezTo>
                      <a:pt x="140" y="0"/>
                      <a:pt x="136" y="4"/>
                      <a:pt x="136" y="8"/>
                    </a:cubicBezTo>
                    <a:lnTo>
                      <a:pt x="132" y="38"/>
                    </a:lnTo>
                    <a:cubicBezTo>
                      <a:pt x="121" y="41"/>
                      <a:pt x="110" y="46"/>
                      <a:pt x="100" y="51"/>
                    </a:cubicBezTo>
                    <a:lnTo>
                      <a:pt x="77" y="33"/>
                    </a:lnTo>
                    <a:cubicBezTo>
                      <a:pt x="73" y="30"/>
                      <a:pt x="67" y="30"/>
                      <a:pt x="64" y="33"/>
                    </a:cubicBezTo>
                    <a:lnTo>
                      <a:pt x="33" y="64"/>
                    </a:lnTo>
                    <a:cubicBezTo>
                      <a:pt x="30" y="67"/>
                      <a:pt x="30" y="73"/>
                      <a:pt x="33" y="77"/>
                    </a:cubicBezTo>
                    <a:lnTo>
                      <a:pt x="51" y="100"/>
                    </a:lnTo>
                    <a:cubicBezTo>
                      <a:pt x="45" y="110"/>
                      <a:pt x="41" y="121"/>
                      <a:pt x="38" y="132"/>
                    </a:cubicBezTo>
                    <a:lnTo>
                      <a:pt x="8" y="136"/>
                    </a:lnTo>
                    <a:cubicBezTo>
                      <a:pt x="4" y="136"/>
                      <a:pt x="0" y="140"/>
                      <a:pt x="0" y="145"/>
                    </a:cubicBezTo>
                    <a:lnTo>
                      <a:pt x="0" y="188"/>
                    </a:lnTo>
                    <a:cubicBezTo>
                      <a:pt x="0" y="193"/>
                      <a:pt x="4" y="197"/>
                      <a:pt x="8" y="198"/>
                    </a:cubicBezTo>
                    <a:lnTo>
                      <a:pt x="38" y="201"/>
                    </a:lnTo>
                    <a:cubicBezTo>
                      <a:pt x="41" y="213"/>
                      <a:pt x="46" y="223"/>
                      <a:pt x="51" y="233"/>
                    </a:cubicBezTo>
                    <a:lnTo>
                      <a:pt x="33" y="257"/>
                    </a:lnTo>
                    <a:cubicBezTo>
                      <a:pt x="30" y="260"/>
                      <a:pt x="30" y="266"/>
                      <a:pt x="34" y="269"/>
                    </a:cubicBezTo>
                    <a:lnTo>
                      <a:pt x="64" y="300"/>
                    </a:lnTo>
                    <a:cubicBezTo>
                      <a:pt x="67" y="303"/>
                      <a:pt x="73" y="303"/>
                      <a:pt x="77" y="301"/>
                    </a:cubicBezTo>
                    <a:lnTo>
                      <a:pt x="100" y="282"/>
                    </a:lnTo>
                    <a:cubicBezTo>
                      <a:pt x="110" y="288"/>
                      <a:pt x="121" y="292"/>
                      <a:pt x="132" y="295"/>
                    </a:cubicBezTo>
                    <a:lnTo>
                      <a:pt x="136" y="325"/>
                    </a:lnTo>
                    <a:cubicBezTo>
                      <a:pt x="136" y="330"/>
                      <a:pt x="140" y="333"/>
                      <a:pt x="145" y="333"/>
                    </a:cubicBezTo>
                    <a:lnTo>
                      <a:pt x="188" y="333"/>
                    </a:lnTo>
                    <a:cubicBezTo>
                      <a:pt x="193" y="333"/>
                      <a:pt x="197" y="330"/>
                      <a:pt x="198" y="325"/>
                    </a:cubicBezTo>
                    <a:lnTo>
                      <a:pt x="201" y="295"/>
                    </a:lnTo>
                    <a:cubicBezTo>
                      <a:pt x="213" y="292"/>
                      <a:pt x="223" y="288"/>
                      <a:pt x="233" y="282"/>
                    </a:cubicBezTo>
                    <a:lnTo>
                      <a:pt x="257" y="301"/>
                    </a:lnTo>
                    <a:cubicBezTo>
                      <a:pt x="260" y="303"/>
                      <a:pt x="266" y="303"/>
                      <a:pt x="269" y="300"/>
                    </a:cubicBezTo>
                    <a:lnTo>
                      <a:pt x="300" y="269"/>
                    </a:lnTo>
                    <a:cubicBezTo>
                      <a:pt x="303" y="266"/>
                      <a:pt x="303" y="260"/>
                      <a:pt x="301" y="257"/>
                    </a:cubicBezTo>
                    <a:lnTo>
                      <a:pt x="282" y="233"/>
                    </a:lnTo>
                    <a:cubicBezTo>
                      <a:pt x="288" y="223"/>
                      <a:pt x="292" y="213"/>
                      <a:pt x="295" y="201"/>
                    </a:cubicBezTo>
                    <a:lnTo>
                      <a:pt x="325" y="198"/>
                    </a:lnTo>
                    <a:cubicBezTo>
                      <a:pt x="330" y="197"/>
                      <a:pt x="333" y="193"/>
                      <a:pt x="333" y="188"/>
                    </a:cubicBezTo>
                    <a:lnTo>
                      <a:pt x="333" y="145"/>
                    </a:lnTo>
                    <a:cubicBezTo>
                      <a:pt x="333" y="140"/>
                      <a:pt x="330" y="136"/>
                      <a:pt x="325" y="136"/>
                    </a:cubicBezTo>
                    <a:close/>
                    <a:moveTo>
                      <a:pt x="167" y="250"/>
                    </a:moveTo>
                    <a:cubicBezTo>
                      <a:pt x="121" y="250"/>
                      <a:pt x="83" y="213"/>
                      <a:pt x="83" y="167"/>
                    </a:cubicBezTo>
                    <a:cubicBezTo>
                      <a:pt x="83" y="121"/>
                      <a:pt x="121" y="83"/>
                      <a:pt x="167" y="83"/>
                    </a:cubicBezTo>
                    <a:cubicBezTo>
                      <a:pt x="213" y="83"/>
                      <a:pt x="250" y="121"/>
                      <a:pt x="250" y="167"/>
                    </a:cubicBezTo>
                    <a:cubicBezTo>
                      <a:pt x="250" y="213"/>
                      <a:pt x="213" y="250"/>
                      <a:pt x="167" y="25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B164B65-32ED-4383-9E30-2BB7767DB2E4}"/>
                </a:ext>
              </a:extLst>
            </p:cNvPr>
            <p:cNvSpPr/>
            <p:nvPr/>
          </p:nvSpPr>
          <p:spPr>
            <a:xfrm>
              <a:off x="6654873" y="5263582"/>
              <a:ext cx="1033040" cy="338554"/>
            </a:xfrm>
            <a:prstGeom prst="rect">
              <a:avLst/>
            </a:prstGeom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cs typeface="+mn-ea"/>
                  <a:sym typeface="+mn-lt"/>
                </a:rPr>
                <a:t>…</a:t>
              </a:r>
              <a:r>
                <a:rPr lang="zh-CN" altLang="en-US" sz="1400" b="1" dirty="0">
                  <a:cs typeface="+mn-ea"/>
                  <a:sym typeface="+mn-lt"/>
                </a:rPr>
                <a:t>要点</a:t>
              </a:r>
              <a:endParaRPr lang="en-US" altLang="zh-CN" sz="1400" b="1" dirty="0"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220DC77-ED44-4EA4-A3AC-708988D3E1F5}"/>
              </a:ext>
            </a:extLst>
          </p:cNvPr>
          <p:cNvGrpSpPr/>
          <p:nvPr/>
        </p:nvGrpSpPr>
        <p:grpSpPr>
          <a:xfrm>
            <a:off x="8972913" y="4642150"/>
            <a:ext cx="1033041" cy="959990"/>
            <a:chOff x="9221649" y="4642147"/>
            <a:chExt cx="1033040" cy="95998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DF084CB-78B1-4A5E-A116-4DBC7E999F5C}"/>
                </a:ext>
              </a:extLst>
            </p:cNvPr>
            <p:cNvGrpSpPr/>
            <p:nvPr/>
          </p:nvGrpSpPr>
          <p:grpSpPr>
            <a:xfrm>
              <a:off x="9463805" y="4642147"/>
              <a:ext cx="548728" cy="548732"/>
              <a:chOff x="8349058" y="4642147"/>
              <a:chExt cx="548728" cy="548732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716B3D2F-390A-4016-8E86-B77DD5E43194}"/>
                  </a:ext>
                </a:extLst>
              </p:cNvPr>
              <p:cNvSpPr/>
              <p:nvPr/>
            </p:nvSpPr>
            <p:spPr>
              <a:xfrm>
                <a:off x="8349058" y="4642147"/>
                <a:ext cx="548728" cy="548732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17FAC7B1-A792-473D-A238-262F6580C949}"/>
                  </a:ext>
                </a:extLst>
              </p:cNvPr>
              <p:cNvSpPr/>
              <p:nvPr/>
            </p:nvSpPr>
            <p:spPr>
              <a:xfrm>
                <a:off x="8486168" y="4766828"/>
                <a:ext cx="274507" cy="299371"/>
              </a:xfrm>
              <a:custGeom>
                <a:avLst/>
                <a:gdLst>
                  <a:gd name="T0" fmla="*/ 2518 w 2518"/>
                  <a:gd name="T1" fmla="*/ 2650 h 2750"/>
                  <a:gd name="T2" fmla="*/ 100 w 2518"/>
                  <a:gd name="T3" fmla="*/ 2750 h 2750"/>
                  <a:gd name="T4" fmla="*/ 0 w 2518"/>
                  <a:gd name="T5" fmla="*/ 2207 h 2750"/>
                  <a:gd name="T6" fmla="*/ 735 w 2518"/>
                  <a:gd name="T7" fmla="*/ 1547 h 2750"/>
                  <a:gd name="T8" fmla="*/ 871 w 2518"/>
                  <a:gd name="T9" fmla="*/ 1596 h 2750"/>
                  <a:gd name="T10" fmla="*/ 1098 w 2518"/>
                  <a:gd name="T11" fmla="*/ 1922 h 2750"/>
                  <a:gd name="T12" fmla="*/ 1069 w 2518"/>
                  <a:gd name="T13" fmla="*/ 1733 h 2750"/>
                  <a:gd name="T14" fmla="*/ 1366 w 2518"/>
                  <a:gd name="T15" fmla="*/ 1688 h 2750"/>
                  <a:gd name="T16" fmla="*/ 1459 w 2518"/>
                  <a:gd name="T17" fmla="*/ 1826 h 2750"/>
                  <a:gd name="T18" fmla="*/ 1453 w 2518"/>
                  <a:gd name="T19" fmla="*/ 2031 h 2750"/>
                  <a:gd name="T20" fmla="*/ 1705 w 2518"/>
                  <a:gd name="T21" fmla="*/ 1543 h 2750"/>
                  <a:gd name="T22" fmla="*/ 2221 w 2518"/>
                  <a:gd name="T23" fmla="*/ 1765 h 2750"/>
                  <a:gd name="T24" fmla="*/ 1774 w 2518"/>
                  <a:gd name="T25" fmla="*/ 827 h 2750"/>
                  <a:gd name="T26" fmla="*/ 1774 w 2518"/>
                  <a:gd name="T27" fmla="*/ 827 h 2750"/>
                  <a:gd name="T28" fmla="*/ 1752 w 2518"/>
                  <a:gd name="T29" fmla="*/ 1190 h 2750"/>
                  <a:gd name="T30" fmla="*/ 1453 w 2518"/>
                  <a:gd name="T31" fmla="*/ 1525 h 2750"/>
                  <a:gd name="T32" fmla="*/ 1065 w 2518"/>
                  <a:gd name="T33" fmla="*/ 1525 h 2750"/>
                  <a:gd name="T34" fmla="*/ 766 w 2518"/>
                  <a:gd name="T35" fmla="*/ 1190 h 2750"/>
                  <a:gd name="T36" fmla="*/ 582 w 2518"/>
                  <a:gd name="T37" fmla="*/ 719 h 2750"/>
                  <a:gd name="T38" fmla="*/ 632 w 2518"/>
                  <a:gd name="T39" fmla="*/ 594 h 2750"/>
                  <a:gd name="T40" fmla="*/ 633 w 2518"/>
                  <a:gd name="T41" fmla="*/ 586 h 2750"/>
                  <a:gd name="T42" fmla="*/ 874 w 2518"/>
                  <a:gd name="T43" fmla="*/ 132 h 2750"/>
                  <a:gd name="T44" fmla="*/ 1259 w 2518"/>
                  <a:gd name="T45" fmla="*/ 0 h 2750"/>
                  <a:gd name="T46" fmla="*/ 1292 w 2518"/>
                  <a:gd name="T47" fmla="*/ 2 h 2750"/>
                  <a:gd name="T48" fmla="*/ 1891 w 2518"/>
                  <a:gd name="T49" fmla="*/ 669 h 2750"/>
                  <a:gd name="T50" fmla="*/ 1959 w 2518"/>
                  <a:gd name="T51" fmla="*/ 960 h 2750"/>
                  <a:gd name="T52" fmla="*/ 1691 w 2518"/>
                  <a:gd name="T53" fmla="*/ 720 h 2750"/>
                  <a:gd name="T54" fmla="*/ 1526 w 2518"/>
                  <a:gd name="T55" fmla="*/ 617 h 2750"/>
                  <a:gd name="T56" fmla="*/ 1041 w 2518"/>
                  <a:gd name="T57" fmla="*/ 482 h 2750"/>
                  <a:gd name="T58" fmla="*/ 827 w 2518"/>
                  <a:gd name="T59" fmla="*/ 674 h 2750"/>
                  <a:gd name="T60" fmla="*/ 751 w 2518"/>
                  <a:gd name="T61" fmla="*/ 826 h 2750"/>
                  <a:gd name="T62" fmla="*/ 813 w 2518"/>
                  <a:gd name="T63" fmla="*/ 996 h 2750"/>
                  <a:gd name="T64" fmla="*/ 921 w 2518"/>
                  <a:gd name="T65" fmla="*/ 1052 h 2750"/>
                  <a:gd name="T66" fmla="*/ 1151 w 2518"/>
                  <a:gd name="T67" fmla="*/ 1344 h 2750"/>
                  <a:gd name="T68" fmla="*/ 1439 w 2518"/>
                  <a:gd name="T69" fmla="*/ 1304 h 2750"/>
                  <a:gd name="T70" fmla="*/ 1705 w 2518"/>
                  <a:gd name="T71" fmla="*/ 996 h 2750"/>
                  <a:gd name="T72" fmla="*/ 1774 w 2518"/>
                  <a:gd name="T73" fmla="*/ 827 h 2750"/>
                  <a:gd name="T74" fmla="*/ 1692 w 2518"/>
                  <a:gd name="T75" fmla="*/ 720 h 2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518" h="2750">
                    <a:moveTo>
                      <a:pt x="2518" y="2207"/>
                    </a:moveTo>
                    <a:lnTo>
                      <a:pt x="2518" y="2650"/>
                    </a:lnTo>
                    <a:cubicBezTo>
                      <a:pt x="2518" y="2705"/>
                      <a:pt x="2473" y="2750"/>
                      <a:pt x="2418" y="2750"/>
                    </a:cubicBezTo>
                    <a:lnTo>
                      <a:pt x="100" y="2750"/>
                    </a:lnTo>
                    <a:cubicBezTo>
                      <a:pt x="45" y="2750"/>
                      <a:pt x="0" y="2705"/>
                      <a:pt x="0" y="2650"/>
                    </a:cubicBezTo>
                    <a:lnTo>
                      <a:pt x="0" y="2207"/>
                    </a:lnTo>
                    <a:cubicBezTo>
                      <a:pt x="0" y="2012"/>
                      <a:pt x="117" y="1839"/>
                      <a:pt x="297" y="1765"/>
                    </a:cubicBezTo>
                    <a:lnTo>
                      <a:pt x="735" y="1547"/>
                    </a:lnTo>
                    <a:cubicBezTo>
                      <a:pt x="760" y="1535"/>
                      <a:pt x="788" y="1534"/>
                      <a:pt x="813" y="1543"/>
                    </a:cubicBezTo>
                    <a:cubicBezTo>
                      <a:pt x="839" y="1552"/>
                      <a:pt x="860" y="1571"/>
                      <a:pt x="871" y="1596"/>
                    </a:cubicBezTo>
                    <a:lnTo>
                      <a:pt x="1066" y="2031"/>
                    </a:lnTo>
                    <a:lnTo>
                      <a:pt x="1098" y="1922"/>
                    </a:lnTo>
                    <a:lnTo>
                      <a:pt x="1059" y="1826"/>
                    </a:lnTo>
                    <a:cubicBezTo>
                      <a:pt x="1047" y="1795"/>
                      <a:pt x="1050" y="1760"/>
                      <a:pt x="1069" y="1733"/>
                    </a:cubicBezTo>
                    <a:cubicBezTo>
                      <a:pt x="1087" y="1705"/>
                      <a:pt x="1118" y="1688"/>
                      <a:pt x="1152" y="1688"/>
                    </a:cubicBezTo>
                    <a:lnTo>
                      <a:pt x="1366" y="1688"/>
                    </a:lnTo>
                    <a:cubicBezTo>
                      <a:pt x="1400" y="1688"/>
                      <a:pt x="1431" y="1705"/>
                      <a:pt x="1449" y="1733"/>
                    </a:cubicBezTo>
                    <a:cubicBezTo>
                      <a:pt x="1468" y="1760"/>
                      <a:pt x="1472" y="1795"/>
                      <a:pt x="1459" y="1826"/>
                    </a:cubicBezTo>
                    <a:lnTo>
                      <a:pt x="1420" y="1922"/>
                    </a:lnTo>
                    <a:lnTo>
                      <a:pt x="1453" y="2031"/>
                    </a:lnTo>
                    <a:lnTo>
                      <a:pt x="1647" y="1596"/>
                    </a:lnTo>
                    <a:cubicBezTo>
                      <a:pt x="1658" y="1571"/>
                      <a:pt x="1679" y="1552"/>
                      <a:pt x="1705" y="1543"/>
                    </a:cubicBezTo>
                    <a:cubicBezTo>
                      <a:pt x="1730" y="1534"/>
                      <a:pt x="1759" y="1535"/>
                      <a:pt x="1783" y="1547"/>
                    </a:cubicBezTo>
                    <a:lnTo>
                      <a:pt x="2221" y="1765"/>
                    </a:lnTo>
                    <a:cubicBezTo>
                      <a:pt x="2402" y="1839"/>
                      <a:pt x="2518" y="2012"/>
                      <a:pt x="2518" y="2207"/>
                    </a:cubicBezTo>
                    <a:close/>
                    <a:moveTo>
                      <a:pt x="1774" y="827"/>
                    </a:moveTo>
                    <a:cubicBezTo>
                      <a:pt x="1774" y="827"/>
                      <a:pt x="1771" y="827"/>
                      <a:pt x="1774" y="827"/>
                    </a:cubicBezTo>
                    <a:lnTo>
                      <a:pt x="1774" y="827"/>
                    </a:lnTo>
                    <a:close/>
                    <a:moveTo>
                      <a:pt x="1959" y="960"/>
                    </a:moveTo>
                    <a:cubicBezTo>
                      <a:pt x="1915" y="1126"/>
                      <a:pt x="1817" y="1176"/>
                      <a:pt x="1752" y="1190"/>
                    </a:cubicBezTo>
                    <a:cubicBezTo>
                      <a:pt x="1715" y="1262"/>
                      <a:pt x="1646" y="1385"/>
                      <a:pt x="1576" y="1450"/>
                    </a:cubicBezTo>
                    <a:cubicBezTo>
                      <a:pt x="1544" y="1481"/>
                      <a:pt x="1502" y="1506"/>
                      <a:pt x="1453" y="1525"/>
                    </a:cubicBezTo>
                    <a:cubicBezTo>
                      <a:pt x="1391" y="1550"/>
                      <a:pt x="1326" y="1562"/>
                      <a:pt x="1259" y="1562"/>
                    </a:cubicBezTo>
                    <a:cubicBezTo>
                      <a:pt x="1192" y="1562"/>
                      <a:pt x="1127" y="1550"/>
                      <a:pt x="1065" y="1525"/>
                    </a:cubicBezTo>
                    <a:cubicBezTo>
                      <a:pt x="1016" y="1506"/>
                      <a:pt x="974" y="1481"/>
                      <a:pt x="942" y="1450"/>
                    </a:cubicBezTo>
                    <a:cubicBezTo>
                      <a:pt x="872" y="1385"/>
                      <a:pt x="803" y="1262"/>
                      <a:pt x="766" y="1190"/>
                    </a:cubicBezTo>
                    <a:cubicBezTo>
                      <a:pt x="701" y="1176"/>
                      <a:pt x="603" y="1126"/>
                      <a:pt x="560" y="960"/>
                    </a:cubicBezTo>
                    <a:cubicBezTo>
                      <a:pt x="534" y="862"/>
                      <a:pt x="541" y="781"/>
                      <a:pt x="582" y="719"/>
                    </a:cubicBezTo>
                    <a:cubicBezTo>
                      <a:pt x="595" y="698"/>
                      <a:pt x="611" y="681"/>
                      <a:pt x="627" y="669"/>
                    </a:cubicBezTo>
                    <a:cubicBezTo>
                      <a:pt x="627" y="648"/>
                      <a:pt x="629" y="622"/>
                      <a:pt x="632" y="594"/>
                    </a:cubicBezTo>
                    <a:cubicBezTo>
                      <a:pt x="632" y="593"/>
                      <a:pt x="632" y="592"/>
                      <a:pt x="632" y="591"/>
                    </a:cubicBezTo>
                    <a:cubicBezTo>
                      <a:pt x="633" y="589"/>
                      <a:pt x="633" y="588"/>
                      <a:pt x="633" y="586"/>
                    </a:cubicBezTo>
                    <a:cubicBezTo>
                      <a:pt x="646" y="480"/>
                      <a:pt x="683" y="337"/>
                      <a:pt x="783" y="219"/>
                    </a:cubicBezTo>
                    <a:cubicBezTo>
                      <a:pt x="811" y="185"/>
                      <a:pt x="842" y="156"/>
                      <a:pt x="874" y="132"/>
                    </a:cubicBezTo>
                    <a:cubicBezTo>
                      <a:pt x="965" y="54"/>
                      <a:pt x="1085" y="0"/>
                      <a:pt x="1241" y="0"/>
                    </a:cubicBezTo>
                    <a:cubicBezTo>
                      <a:pt x="1247" y="0"/>
                      <a:pt x="1253" y="0"/>
                      <a:pt x="1259" y="0"/>
                    </a:cubicBezTo>
                    <a:lnTo>
                      <a:pt x="1259" y="0"/>
                    </a:lnTo>
                    <a:cubicBezTo>
                      <a:pt x="1261" y="0"/>
                      <a:pt x="1273" y="0"/>
                      <a:pt x="1292" y="2"/>
                    </a:cubicBezTo>
                    <a:cubicBezTo>
                      <a:pt x="1693" y="28"/>
                      <a:pt x="1843" y="326"/>
                      <a:pt x="1867" y="486"/>
                    </a:cubicBezTo>
                    <a:cubicBezTo>
                      <a:pt x="1884" y="558"/>
                      <a:pt x="1890" y="623"/>
                      <a:pt x="1891" y="669"/>
                    </a:cubicBezTo>
                    <a:cubicBezTo>
                      <a:pt x="1907" y="681"/>
                      <a:pt x="1923" y="698"/>
                      <a:pt x="1937" y="719"/>
                    </a:cubicBezTo>
                    <a:cubicBezTo>
                      <a:pt x="1977" y="781"/>
                      <a:pt x="1984" y="862"/>
                      <a:pt x="1959" y="960"/>
                    </a:cubicBezTo>
                    <a:close/>
                    <a:moveTo>
                      <a:pt x="1692" y="720"/>
                    </a:moveTo>
                    <a:lnTo>
                      <a:pt x="1691" y="720"/>
                    </a:lnTo>
                    <a:cubicBezTo>
                      <a:pt x="1691" y="719"/>
                      <a:pt x="1694" y="674"/>
                      <a:pt x="1687" y="611"/>
                    </a:cubicBezTo>
                    <a:cubicBezTo>
                      <a:pt x="1642" y="615"/>
                      <a:pt x="1586" y="617"/>
                      <a:pt x="1526" y="617"/>
                    </a:cubicBezTo>
                    <a:cubicBezTo>
                      <a:pt x="1377" y="617"/>
                      <a:pt x="1268" y="601"/>
                      <a:pt x="1193" y="568"/>
                    </a:cubicBezTo>
                    <a:cubicBezTo>
                      <a:pt x="1131" y="540"/>
                      <a:pt x="1081" y="510"/>
                      <a:pt x="1041" y="482"/>
                    </a:cubicBezTo>
                    <a:cubicBezTo>
                      <a:pt x="1027" y="508"/>
                      <a:pt x="1009" y="534"/>
                      <a:pt x="988" y="557"/>
                    </a:cubicBezTo>
                    <a:cubicBezTo>
                      <a:pt x="934" y="615"/>
                      <a:pt x="873" y="652"/>
                      <a:pt x="827" y="674"/>
                    </a:cubicBezTo>
                    <a:cubicBezTo>
                      <a:pt x="826" y="702"/>
                      <a:pt x="827" y="720"/>
                      <a:pt x="827" y="720"/>
                    </a:cubicBezTo>
                    <a:cubicBezTo>
                      <a:pt x="832" y="770"/>
                      <a:pt x="799" y="815"/>
                      <a:pt x="751" y="826"/>
                    </a:cubicBezTo>
                    <a:cubicBezTo>
                      <a:pt x="746" y="829"/>
                      <a:pt x="738" y="854"/>
                      <a:pt x="753" y="909"/>
                    </a:cubicBezTo>
                    <a:cubicBezTo>
                      <a:pt x="767" y="962"/>
                      <a:pt x="789" y="994"/>
                      <a:pt x="813" y="996"/>
                    </a:cubicBezTo>
                    <a:cubicBezTo>
                      <a:pt x="822" y="993"/>
                      <a:pt x="831" y="992"/>
                      <a:pt x="839" y="992"/>
                    </a:cubicBezTo>
                    <a:cubicBezTo>
                      <a:pt x="875" y="992"/>
                      <a:pt x="904" y="1016"/>
                      <a:pt x="921" y="1052"/>
                    </a:cubicBezTo>
                    <a:cubicBezTo>
                      <a:pt x="955" y="1124"/>
                      <a:pt x="1027" y="1256"/>
                      <a:pt x="1079" y="1304"/>
                    </a:cubicBezTo>
                    <a:cubicBezTo>
                      <a:pt x="1094" y="1319"/>
                      <a:pt x="1120" y="1333"/>
                      <a:pt x="1151" y="1344"/>
                    </a:cubicBezTo>
                    <a:cubicBezTo>
                      <a:pt x="1221" y="1368"/>
                      <a:pt x="1297" y="1368"/>
                      <a:pt x="1367" y="1344"/>
                    </a:cubicBezTo>
                    <a:cubicBezTo>
                      <a:pt x="1398" y="1333"/>
                      <a:pt x="1424" y="1319"/>
                      <a:pt x="1439" y="1304"/>
                    </a:cubicBezTo>
                    <a:cubicBezTo>
                      <a:pt x="1491" y="1256"/>
                      <a:pt x="1564" y="1124"/>
                      <a:pt x="1597" y="1052"/>
                    </a:cubicBezTo>
                    <a:cubicBezTo>
                      <a:pt x="1618" y="1007"/>
                      <a:pt x="1658" y="982"/>
                      <a:pt x="1705" y="996"/>
                    </a:cubicBezTo>
                    <a:cubicBezTo>
                      <a:pt x="1729" y="994"/>
                      <a:pt x="1751" y="962"/>
                      <a:pt x="1765" y="909"/>
                    </a:cubicBezTo>
                    <a:cubicBezTo>
                      <a:pt x="1778" y="860"/>
                      <a:pt x="1774" y="840"/>
                      <a:pt x="1774" y="827"/>
                    </a:cubicBezTo>
                    <a:cubicBezTo>
                      <a:pt x="1774" y="824"/>
                      <a:pt x="1774" y="825"/>
                      <a:pt x="1774" y="826"/>
                    </a:cubicBezTo>
                    <a:cubicBezTo>
                      <a:pt x="1783" y="773"/>
                      <a:pt x="1745" y="725"/>
                      <a:pt x="1692" y="72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B164B65-32ED-4383-9E30-2BB7767DB2E4}"/>
                </a:ext>
              </a:extLst>
            </p:cNvPr>
            <p:cNvSpPr/>
            <p:nvPr/>
          </p:nvSpPr>
          <p:spPr>
            <a:xfrm>
              <a:off x="9221649" y="5263582"/>
              <a:ext cx="1033040" cy="338554"/>
            </a:xfrm>
            <a:prstGeom prst="rect">
              <a:avLst/>
            </a:prstGeom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cs typeface="+mn-ea"/>
                  <a:sym typeface="+mn-lt"/>
                </a:rPr>
                <a:t>…</a:t>
              </a:r>
              <a:r>
                <a:rPr lang="zh-CN" altLang="en-US" sz="1400" b="1" dirty="0">
                  <a:cs typeface="+mn-ea"/>
                  <a:sym typeface="+mn-lt"/>
                </a:rPr>
                <a:t>要点</a:t>
              </a:r>
              <a:endParaRPr lang="en-US" altLang="zh-CN" sz="1400" b="1" dirty="0"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587583-8A74-4909-861F-69C4E29D2847}"/>
              </a:ext>
            </a:extLst>
          </p:cNvPr>
          <p:cNvGrpSpPr/>
          <p:nvPr/>
        </p:nvGrpSpPr>
        <p:grpSpPr>
          <a:xfrm>
            <a:off x="7713964" y="4642150"/>
            <a:ext cx="1033041" cy="959990"/>
            <a:chOff x="7938261" y="4642147"/>
            <a:chExt cx="1033040" cy="95998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49AF685-B928-4442-9848-E6B387BECC20}"/>
                </a:ext>
              </a:extLst>
            </p:cNvPr>
            <p:cNvGrpSpPr/>
            <p:nvPr/>
          </p:nvGrpSpPr>
          <p:grpSpPr>
            <a:xfrm>
              <a:off x="8180417" y="4642147"/>
              <a:ext cx="548728" cy="548732"/>
              <a:chOff x="8180417" y="4642147"/>
              <a:chExt cx="548728" cy="548732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716B3D2F-390A-4016-8E86-B77DD5E43194}"/>
                  </a:ext>
                </a:extLst>
              </p:cNvPr>
              <p:cNvSpPr/>
              <p:nvPr/>
            </p:nvSpPr>
            <p:spPr>
              <a:xfrm>
                <a:off x="8180417" y="4642147"/>
                <a:ext cx="548728" cy="548732"/>
              </a:xfrm>
              <a:prstGeom prst="ellipse">
                <a:avLst/>
              </a:prstGeom>
              <a:solidFill>
                <a:schemeClr val="accent2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17FAC7B1-A792-473D-A238-262F6580C949}"/>
                  </a:ext>
                </a:extLst>
              </p:cNvPr>
              <p:cNvSpPr/>
              <p:nvPr/>
            </p:nvSpPr>
            <p:spPr>
              <a:xfrm>
                <a:off x="8282338" y="4794301"/>
                <a:ext cx="344886" cy="244424"/>
              </a:xfrm>
              <a:custGeom>
                <a:avLst/>
                <a:gdLst>
                  <a:gd name="connsiteX0" fmla="*/ 304032 w 608062"/>
                  <a:gd name="connsiteY0" fmla="*/ 356779 h 430943"/>
                  <a:gd name="connsiteX1" fmla="*/ 351777 w 608062"/>
                  <a:gd name="connsiteY1" fmla="*/ 376570 h 430943"/>
                  <a:gd name="connsiteX2" fmla="*/ 351777 w 608062"/>
                  <a:gd name="connsiteY2" fmla="*/ 385965 h 430943"/>
                  <a:gd name="connsiteX3" fmla="*/ 308736 w 608062"/>
                  <a:gd name="connsiteY3" fmla="*/ 428944 h 430943"/>
                  <a:gd name="connsiteX4" fmla="*/ 304032 w 608062"/>
                  <a:gd name="connsiteY4" fmla="*/ 430943 h 430943"/>
                  <a:gd name="connsiteX5" fmla="*/ 299327 w 608062"/>
                  <a:gd name="connsiteY5" fmla="*/ 428944 h 430943"/>
                  <a:gd name="connsiteX6" fmla="*/ 256286 w 608062"/>
                  <a:gd name="connsiteY6" fmla="*/ 385965 h 430943"/>
                  <a:gd name="connsiteX7" fmla="*/ 256286 w 608062"/>
                  <a:gd name="connsiteY7" fmla="*/ 376570 h 430943"/>
                  <a:gd name="connsiteX8" fmla="*/ 304032 w 608062"/>
                  <a:gd name="connsiteY8" fmla="*/ 356779 h 430943"/>
                  <a:gd name="connsiteX9" fmla="*/ 304013 w 608062"/>
                  <a:gd name="connsiteY9" fmla="*/ 233219 h 430943"/>
                  <a:gd name="connsiteX10" fmla="*/ 440761 w 608062"/>
                  <a:gd name="connsiteY10" fmla="*/ 289982 h 430943"/>
                  <a:gd name="connsiteX11" fmla="*/ 440761 w 608062"/>
                  <a:gd name="connsiteY11" fmla="*/ 299376 h 430943"/>
                  <a:gd name="connsiteX12" fmla="*/ 396746 w 608062"/>
                  <a:gd name="connsiteY12" fmla="*/ 343348 h 430943"/>
                  <a:gd name="connsiteX13" fmla="*/ 392044 w 608062"/>
                  <a:gd name="connsiteY13" fmla="*/ 345347 h 430943"/>
                  <a:gd name="connsiteX14" fmla="*/ 387342 w 608062"/>
                  <a:gd name="connsiteY14" fmla="*/ 343348 h 430943"/>
                  <a:gd name="connsiteX15" fmla="*/ 304013 w 608062"/>
                  <a:gd name="connsiteY15" fmla="*/ 308770 h 430943"/>
                  <a:gd name="connsiteX16" fmla="*/ 220684 w 608062"/>
                  <a:gd name="connsiteY16" fmla="*/ 343348 h 430943"/>
                  <a:gd name="connsiteX17" fmla="*/ 215982 w 608062"/>
                  <a:gd name="connsiteY17" fmla="*/ 345347 h 430943"/>
                  <a:gd name="connsiteX18" fmla="*/ 211280 w 608062"/>
                  <a:gd name="connsiteY18" fmla="*/ 343348 h 430943"/>
                  <a:gd name="connsiteX19" fmla="*/ 167165 w 608062"/>
                  <a:gd name="connsiteY19" fmla="*/ 299376 h 430943"/>
                  <a:gd name="connsiteX20" fmla="*/ 165264 w 608062"/>
                  <a:gd name="connsiteY20" fmla="*/ 294679 h 430943"/>
                  <a:gd name="connsiteX21" fmla="*/ 167165 w 608062"/>
                  <a:gd name="connsiteY21" fmla="*/ 289982 h 430943"/>
                  <a:gd name="connsiteX22" fmla="*/ 304013 w 608062"/>
                  <a:gd name="connsiteY22" fmla="*/ 233219 h 430943"/>
                  <a:gd name="connsiteX23" fmla="*/ 304064 w 608062"/>
                  <a:gd name="connsiteY23" fmla="*/ 116645 h 430943"/>
                  <a:gd name="connsiteX24" fmla="*/ 523459 w 608062"/>
                  <a:gd name="connsiteY24" fmla="*/ 207446 h 430943"/>
                  <a:gd name="connsiteX25" fmla="*/ 525360 w 608062"/>
                  <a:gd name="connsiteY25" fmla="*/ 212141 h 430943"/>
                  <a:gd name="connsiteX26" fmla="*/ 523459 w 608062"/>
                  <a:gd name="connsiteY26" fmla="*/ 216936 h 430943"/>
                  <a:gd name="connsiteX27" fmla="*/ 479440 w 608062"/>
                  <a:gd name="connsiteY27" fmla="*/ 260888 h 430943"/>
                  <a:gd name="connsiteX28" fmla="*/ 474638 w 608062"/>
                  <a:gd name="connsiteY28" fmla="*/ 262786 h 430943"/>
                  <a:gd name="connsiteX29" fmla="*/ 469936 w 608062"/>
                  <a:gd name="connsiteY29" fmla="*/ 260888 h 430943"/>
                  <a:gd name="connsiteX30" fmla="*/ 304064 w 608062"/>
                  <a:gd name="connsiteY30" fmla="*/ 192163 h 430943"/>
                  <a:gd name="connsiteX31" fmla="*/ 138192 w 608062"/>
                  <a:gd name="connsiteY31" fmla="*/ 260888 h 430943"/>
                  <a:gd name="connsiteX32" fmla="*/ 133390 w 608062"/>
                  <a:gd name="connsiteY32" fmla="*/ 262786 h 430943"/>
                  <a:gd name="connsiteX33" fmla="*/ 128688 w 608062"/>
                  <a:gd name="connsiteY33" fmla="*/ 260888 h 430943"/>
                  <a:gd name="connsiteX34" fmla="*/ 84669 w 608062"/>
                  <a:gd name="connsiteY34" fmla="*/ 216936 h 430943"/>
                  <a:gd name="connsiteX35" fmla="*/ 84669 w 608062"/>
                  <a:gd name="connsiteY35" fmla="*/ 207446 h 430943"/>
                  <a:gd name="connsiteX36" fmla="*/ 304064 w 608062"/>
                  <a:gd name="connsiteY36" fmla="*/ 116645 h 430943"/>
                  <a:gd name="connsiteX37" fmla="*/ 304031 w 608062"/>
                  <a:gd name="connsiteY37" fmla="*/ 0 h 430943"/>
                  <a:gd name="connsiteX38" fmla="*/ 606061 w 608062"/>
                  <a:gd name="connsiteY38" fmla="*/ 124937 h 430943"/>
                  <a:gd name="connsiteX39" fmla="*/ 606862 w 608062"/>
                  <a:gd name="connsiteY39" fmla="*/ 125836 h 430943"/>
                  <a:gd name="connsiteX40" fmla="*/ 608062 w 608062"/>
                  <a:gd name="connsiteY40" fmla="*/ 129631 h 430943"/>
                  <a:gd name="connsiteX41" fmla="*/ 606061 w 608062"/>
                  <a:gd name="connsiteY41" fmla="*/ 134325 h 430943"/>
                  <a:gd name="connsiteX42" fmla="*/ 561942 w 608062"/>
                  <a:gd name="connsiteY42" fmla="*/ 178367 h 430943"/>
                  <a:gd name="connsiteX43" fmla="*/ 557240 w 608062"/>
                  <a:gd name="connsiteY43" fmla="*/ 180365 h 430943"/>
                  <a:gd name="connsiteX44" fmla="*/ 552538 w 608062"/>
                  <a:gd name="connsiteY44" fmla="*/ 178367 h 430943"/>
                  <a:gd name="connsiteX45" fmla="*/ 304031 w 608062"/>
                  <a:gd name="connsiteY45" fmla="*/ 75501 h 430943"/>
                  <a:gd name="connsiteX46" fmla="*/ 55524 w 608062"/>
                  <a:gd name="connsiteY46" fmla="*/ 178367 h 430943"/>
                  <a:gd name="connsiteX47" fmla="*/ 50822 w 608062"/>
                  <a:gd name="connsiteY47" fmla="*/ 180365 h 430943"/>
                  <a:gd name="connsiteX48" fmla="*/ 46120 w 608062"/>
                  <a:gd name="connsiteY48" fmla="*/ 178367 h 430943"/>
                  <a:gd name="connsiteX49" fmla="*/ 2001 w 608062"/>
                  <a:gd name="connsiteY49" fmla="*/ 134325 h 430943"/>
                  <a:gd name="connsiteX50" fmla="*/ 0 w 608062"/>
                  <a:gd name="connsiteY50" fmla="*/ 129631 h 430943"/>
                  <a:gd name="connsiteX51" fmla="*/ 2001 w 608062"/>
                  <a:gd name="connsiteY51" fmla="*/ 124837 h 430943"/>
                  <a:gd name="connsiteX52" fmla="*/ 304031 w 608062"/>
                  <a:gd name="connsiteY52" fmla="*/ 0 h 430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608062" h="430943">
                    <a:moveTo>
                      <a:pt x="304032" y="356779"/>
                    </a:moveTo>
                    <a:cubicBezTo>
                      <a:pt x="322049" y="356779"/>
                      <a:pt x="339065" y="363876"/>
                      <a:pt x="351777" y="376570"/>
                    </a:cubicBezTo>
                    <a:cubicBezTo>
                      <a:pt x="354380" y="379168"/>
                      <a:pt x="354380" y="383366"/>
                      <a:pt x="351777" y="385965"/>
                    </a:cubicBezTo>
                    <a:lnTo>
                      <a:pt x="308736" y="428944"/>
                    </a:lnTo>
                    <a:cubicBezTo>
                      <a:pt x="307535" y="430244"/>
                      <a:pt x="305833" y="430943"/>
                      <a:pt x="304032" y="430943"/>
                    </a:cubicBezTo>
                    <a:cubicBezTo>
                      <a:pt x="302230" y="430943"/>
                      <a:pt x="300528" y="430244"/>
                      <a:pt x="299327" y="428944"/>
                    </a:cubicBezTo>
                    <a:lnTo>
                      <a:pt x="256286" y="385965"/>
                    </a:lnTo>
                    <a:cubicBezTo>
                      <a:pt x="253683" y="383366"/>
                      <a:pt x="253683" y="379168"/>
                      <a:pt x="256286" y="376570"/>
                    </a:cubicBezTo>
                    <a:cubicBezTo>
                      <a:pt x="268998" y="363876"/>
                      <a:pt x="286014" y="356779"/>
                      <a:pt x="304032" y="356779"/>
                    </a:cubicBezTo>
                    <a:close/>
                    <a:moveTo>
                      <a:pt x="304013" y="233219"/>
                    </a:moveTo>
                    <a:cubicBezTo>
                      <a:pt x="355631" y="233219"/>
                      <a:pt x="404248" y="253406"/>
                      <a:pt x="440761" y="289982"/>
                    </a:cubicBezTo>
                    <a:cubicBezTo>
                      <a:pt x="443362" y="292581"/>
                      <a:pt x="443362" y="296778"/>
                      <a:pt x="440761" y="299376"/>
                    </a:cubicBezTo>
                    <a:lnTo>
                      <a:pt x="396746" y="343348"/>
                    </a:lnTo>
                    <a:cubicBezTo>
                      <a:pt x="395545" y="344547"/>
                      <a:pt x="393845" y="345347"/>
                      <a:pt x="392044" y="345347"/>
                    </a:cubicBezTo>
                    <a:cubicBezTo>
                      <a:pt x="390343" y="345347"/>
                      <a:pt x="388643" y="344547"/>
                      <a:pt x="387342" y="343348"/>
                    </a:cubicBezTo>
                    <a:cubicBezTo>
                      <a:pt x="365034" y="321062"/>
                      <a:pt x="335424" y="308770"/>
                      <a:pt x="304013" y="308770"/>
                    </a:cubicBezTo>
                    <a:cubicBezTo>
                      <a:pt x="272602" y="308770"/>
                      <a:pt x="242991" y="321062"/>
                      <a:pt x="220684" y="343348"/>
                    </a:cubicBezTo>
                    <a:cubicBezTo>
                      <a:pt x="219383" y="344547"/>
                      <a:pt x="217682" y="345347"/>
                      <a:pt x="215982" y="345347"/>
                    </a:cubicBezTo>
                    <a:cubicBezTo>
                      <a:pt x="214181" y="345347"/>
                      <a:pt x="212481" y="344547"/>
                      <a:pt x="211280" y="343348"/>
                    </a:cubicBezTo>
                    <a:lnTo>
                      <a:pt x="167165" y="299376"/>
                    </a:lnTo>
                    <a:cubicBezTo>
                      <a:pt x="165964" y="298077"/>
                      <a:pt x="165264" y="296378"/>
                      <a:pt x="165264" y="294679"/>
                    </a:cubicBezTo>
                    <a:cubicBezTo>
                      <a:pt x="165264" y="292880"/>
                      <a:pt x="165964" y="291182"/>
                      <a:pt x="167165" y="289982"/>
                    </a:cubicBezTo>
                    <a:cubicBezTo>
                      <a:pt x="203778" y="253406"/>
                      <a:pt x="252395" y="233219"/>
                      <a:pt x="304013" y="233219"/>
                    </a:cubicBezTo>
                    <a:close/>
                    <a:moveTo>
                      <a:pt x="304064" y="116645"/>
                    </a:moveTo>
                    <a:cubicBezTo>
                      <a:pt x="386800" y="116645"/>
                      <a:pt x="464734" y="148910"/>
                      <a:pt x="523459" y="207446"/>
                    </a:cubicBezTo>
                    <a:cubicBezTo>
                      <a:pt x="524660" y="208745"/>
                      <a:pt x="525360" y="210443"/>
                      <a:pt x="525360" y="212141"/>
                    </a:cubicBezTo>
                    <a:cubicBezTo>
                      <a:pt x="525360" y="213939"/>
                      <a:pt x="524660" y="215637"/>
                      <a:pt x="523459" y="216936"/>
                    </a:cubicBezTo>
                    <a:lnTo>
                      <a:pt x="479440" y="260888"/>
                    </a:lnTo>
                    <a:cubicBezTo>
                      <a:pt x="478140" y="262087"/>
                      <a:pt x="476439" y="262786"/>
                      <a:pt x="474638" y="262786"/>
                    </a:cubicBezTo>
                    <a:cubicBezTo>
                      <a:pt x="472937" y="262786"/>
                      <a:pt x="471237" y="262087"/>
                      <a:pt x="469936" y="260888"/>
                    </a:cubicBezTo>
                    <a:cubicBezTo>
                      <a:pt x="425617" y="216536"/>
                      <a:pt x="366691" y="192163"/>
                      <a:pt x="304064" y="192163"/>
                    </a:cubicBezTo>
                    <a:cubicBezTo>
                      <a:pt x="241437" y="192163"/>
                      <a:pt x="182512" y="216536"/>
                      <a:pt x="138192" y="260888"/>
                    </a:cubicBezTo>
                    <a:cubicBezTo>
                      <a:pt x="136892" y="262087"/>
                      <a:pt x="135191" y="262786"/>
                      <a:pt x="133390" y="262786"/>
                    </a:cubicBezTo>
                    <a:cubicBezTo>
                      <a:pt x="131689" y="262786"/>
                      <a:pt x="129989" y="262087"/>
                      <a:pt x="128688" y="260888"/>
                    </a:cubicBezTo>
                    <a:lnTo>
                      <a:pt x="84669" y="216936"/>
                    </a:lnTo>
                    <a:cubicBezTo>
                      <a:pt x="82068" y="214338"/>
                      <a:pt x="82068" y="210043"/>
                      <a:pt x="84669" y="207446"/>
                    </a:cubicBezTo>
                    <a:cubicBezTo>
                      <a:pt x="143395" y="148910"/>
                      <a:pt x="221328" y="116645"/>
                      <a:pt x="304064" y="116645"/>
                    </a:cubicBezTo>
                    <a:close/>
                    <a:moveTo>
                      <a:pt x="304031" y="0"/>
                    </a:moveTo>
                    <a:cubicBezTo>
                      <a:pt x="418080" y="0"/>
                      <a:pt x="525426" y="44342"/>
                      <a:pt x="606061" y="124937"/>
                    </a:cubicBezTo>
                    <a:cubicBezTo>
                      <a:pt x="606361" y="125237"/>
                      <a:pt x="606661" y="125536"/>
                      <a:pt x="606862" y="125836"/>
                    </a:cubicBezTo>
                    <a:cubicBezTo>
                      <a:pt x="607662" y="126934"/>
                      <a:pt x="608062" y="128233"/>
                      <a:pt x="608062" y="129631"/>
                    </a:cubicBezTo>
                    <a:cubicBezTo>
                      <a:pt x="608062" y="131429"/>
                      <a:pt x="607362" y="133026"/>
                      <a:pt x="606061" y="134325"/>
                    </a:cubicBezTo>
                    <a:lnTo>
                      <a:pt x="561942" y="178367"/>
                    </a:lnTo>
                    <a:cubicBezTo>
                      <a:pt x="560642" y="179666"/>
                      <a:pt x="558941" y="180365"/>
                      <a:pt x="557240" y="180365"/>
                    </a:cubicBezTo>
                    <a:cubicBezTo>
                      <a:pt x="555439" y="180365"/>
                      <a:pt x="553739" y="179666"/>
                      <a:pt x="552538" y="178367"/>
                    </a:cubicBezTo>
                    <a:cubicBezTo>
                      <a:pt x="486009" y="112054"/>
                      <a:pt x="397771" y="75501"/>
                      <a:pt x="304031" y="75501"/>
                    </a:cubicBezTo>
                    <a:cubicBezTo>
                      <a:pt x="210291" y="75501"/>
                      <a:pt x="122053" y="112054"/>
                      <a:pt x="55524" y="178367"/>
                    </a:cubicBezTo>
                    <a:cubicBezTo>
                      <a:pt x="54323" y="179666"/>
                      <a:pt x="52623" y="180365"/>
                      <a:pt x="50822" y="180365"/>
                    </a:cubicBezTo>
                    <a:cubicBezTo>
                      <a:pt x="49021" y="180365"/>
                      <a:pt x="47420" y="179666"/>
                      <a:pt x="46120" y="178367"/>
                    </a:cubicBezTo>
                    <a:lnTo>
                      <a:pt x="2001" y="134325"/>
                    </a:lnTo>
                    <a:cubicBezTo>
                      <a:pt x="700" y="133026"/>
                      <a:pt x="0" y="131429"/>
                      <a:pt x="0" y="129631"/>
                    </a:cubicBezTo>
                    <a:cubicBezTo>
                      <a:pt x="0" y="127833"/>
                      <a:pt x="700" y="126135"/>
                      <a:pt x="2001" y="124837"/>
                    </a:cubicBezTo>
                    <a:cubicBezTo>
                      <a:pt x="82636" y="44342"/>
                      <a:pt x="189882" y="0"/>
                      <a:pt x="30403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B164B65-32ED-4383-9E30-2BB7767DB2E4}"/>
                </a:ext>
              </a:extLst>
            </p:cNvPr>
            <p:cNvSpPr/>
            <p:nvPr/>
          </p:nvSpPr>
          <p:spPr>
            <a:xfrm>
              <a:off x="7938261" y="5263582"/>
              <a:ext cx="1033040" cy="338554"/>
            </a:xfrm>
            <a:prstGeom prst="rect">
              <a:avLst/>
            </a:prstGeom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cs typeface="+mn-ea"/>
                  <a:sym typeface="+mn-lt"/>
                </a:rPr>
                <a:t>…</a:t>
              </a:r>
              <a:r>
                <a:rPr lang="zh-CN" altLang="en-US" sz="1400" b="1" dirty="0">
                  <a:cs typeface="+mn-ea"/>
                  <a:sym typeface="+mn-lt"/>
                </a:rPr>
                <a:t>要点</a:t>
              </a:r>
              <a:endParaRPr lang="en-US" altLang="zh-CN" sz="1400" b="1" dirty="0">
                <a:cs typeface="+mn-ea"/>
                <a:sym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08A940E-DF1E-43D6-8F1B-F1D04007678C}"/>
              </a:ext>
            </a:extLst>
          </p:cNvPr>
          <p:cNvGrpSpPr/>
          <p:nvPr/>
        </p:nvGrpSpPr>
        <p:grpSpPr>
          <a:xfrm>
            <a:off x="10231864" y="4642150"/>
            <a:ext cx="1033041" cy="959990"/>
            <a:chOff x="10431718" y="4642147"/>
            <a:chExt cx="1033040" cy="95998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B164B65-32ED-4383-9E30-2BB7767DB2E4}"/>
                </a:ext>
              </a:extLst>
            </p:cNvPr>
            <p:cNvSpPr/>
            <p:nvPr/>
          </p:nvSpPr>
          <p:spPr>
            <a:xfrm>
              <a:off x="10431718" y="5263582"/>
              <a:ext cx="1033040" cy="338554"/>
            </a:xfrm>
            <a:prstGeom prst="rect">
              <a:avLst/>
            </a:prstGeom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400" b="1" dirty="0">
                  <a:cs typeface="+mn-ea"/>
                  <a:sym typeface="+mn-lt"/>
                </a:rPr>
                <a:t>…</a:t>
              </a:r>
              <a:r>
                <a:rPr lang="zh-CN" altLang="en-US" sz="1400" b="1" dirty="0">
                  <a:cs typeface="+mn-ea"/>
                  <a:sym typeface="+mn-lt"/>
                </a:rPr>
                <a:t>要点</a:t>
              </a:r>
              <a:endParaRPr lang="en-US" altLang="zh-CN" sz="1400" b="1" dirty="0">
                <a:cs typeface="+mn-ea"/>
                <a:sym typeface="+mn-lt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347D210-AA06-4E82-AEAE-B8DC70E3A889}"/>
                </a:ext>
              </a:extLst>
            </p:cNvPr>
            <p:cNvGrpSpPr/>
            <p:nvPr/>
          </p:nvGrpSpPr>
          <p:grpSpPr>
            <a:xfrm>
              <a:off x="10673874" y="4642147"/>
              <a:ext cx="548728" cy="548732"/>
              <a:chOff x="10673874" y="4642147"/>
              <a:chExt cx="548728" cy="548732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716B3D2F-390A-4016-8E86-B77DD5E43194}"/>
                  </a:ext>
                </a:extLst>
              </p:cNvPr>
              <p:cNvSpPr/>
              <p:nvPr/>
            </p:nvSpPr>
            <p:spPr>
              <a:xfrm>
                <a:off x="10673874" y="4642147"/>
                <a:ext cx="548728" cy="548732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17FAC7B1-A792-473D-A238-262F6580C949}"/>
                  </a:ext>
                </a:extLst>
              </p:cNvPr>
              <p:cNvSpPr/>
              <p:nvPr/>
            </p:nvSpPr>
            <p:spPr>
              <a:xfrm>
                <a:off x="10803486" y="4766828"/>
                <a:ext cx="289504" cy="299371"/>
              </a:xfrm>
              <a:custGeom>
                <a:avLst/>
                <a:gdLst>
                  <a:gd name="connsiteX0" fmla="*/ 554327 w 582017"/>
                  <a:gd name="connsiteY0" fmla="*/ 398973 h 601853"/>
                  <a:gd name="connsiteX1" fmla="*/ 563560 w 582017"/>
                  <a:gd name="connsiteY1" fmla="*/ 402454 h 601853"/>
                  <a:gd name="connsiteX2" fmla="*/ 577799 w 582017"/>
                  <a:gd name="connsiteY2" fmla="*/ 415635 h 601853"/>
                  <a:gd name="connsiteX3" fmla="*/ 578540 w 582017"/>
                  <a:gd name="connsiteY3" fmla="*/ 434001 h 601853"/>
                  <a:gd name="connsiteX4" fmla="*/ 468040 w 582017"/>
                  <a:gd name="connsiteY4" fmla="*/ 550266 h 601853"/>
                  <a:gd name="connsiteX5" fmla="*/ 448758 w 582017"/>
                  <a:gd name="connsiteY5" fmla="*/ 552043 h 601853"/>
                  <a:gd name="connsiteX6" fmla="*/ 357392 w 582017"/>
                  <a:gd name="connsiteY6" fmla="*/ 484654 h 601853"/>
                  <a:gd name="connsiteX7" fmla="*/ 354870 w 582017"/>
                  <a:gd name="connsiteY7" fmla="*/ 466584 h 601853"/>
                  <a:gd name="connsiteX8" fmla="*/ 366588 w 582017"/>
                  <a:gd name="connsiteY8" fmla="*/ 451033 h 601853"/>
                  <a:gd name="connsiteX9" fmla="*/ 384831 w 582017"/>
                  <a:gd name="connsiteY9" fmla="*/ 448367 h 601853"/>
                  <a:gd name="connsiteX10" fmla="*/ 443419 w 582017"/>
                  <a:gd name="connsiteY10" fmla="*/ 491319 h 601853"/>
                  <a:gd name="connsiteX11" fmla="*/ 462701 w 582017"/>
                  <a:gd name="connsiteY11" fmla="*/ 489393 h 601853"/>
                  <a:gd name="connsiteX12" fmla="*/ 545316 w 582017"/>
                  <a:gd name="connsiteY12" fmla="*/ 403046 h 601853"/>
                  <a:gd name="connsiteX13" fmla="*/ 554327 w 582017"/>
                  <a:gd name="connsiteY13" fmla="*/ 398973 h 601853"/>
                  <a:gd name="connsiteX14" fmla="*/ 262860 w 582017"/>
                  <a:gd name="connsiteY14" fmla="*/ 0 h 601853"/>
                  <a:gd name="connsiteX15" fmla="*/ 415651 w 582017"/>
                  <a:gd name="connsiteY15" fmla="*/ 73473 h 601853"/>
                  <a:gd name="connsiteX16" fmla="*/ 510885 w 582017"/>
                  <a:gd name="connsiteY16" fmla="*/ 82805 h 601853"/>
                  <a:gd name="connsiteX17" fmla="*/ 524829 w 582017"/>
                  <a:gd name="connsiteY17" fmla="*/ 99543 h 601853"/>
                  <a:gd name="connsiteX18" fmla="*/ 525571 w 582017"/>
                  <a:gd name="connsiteY18" fmla="*/ 272856 h 601853"/>
                  <a:gd name="connsiteX19" fmla="*/ 517412 w 582017"/>
                  <a:gd name="connsiteY19" fmla="*/ 332108 h 601853"/>
                  <a:gd name="connsiteX20" fmla="*/ 506138 w 582017"/>
                  <a:gd name="connsiteY20" fmla="*/ 338181 h 601853"/>
                  <a:gd name="connsiteX21" fmla="*/ 467125 w 582017"/>
                  <a:gd name="connsiteY21" fmla="*/ 332849 h 601853"/>
                  <a:gd name="connsiteX22" fmla="*/ 322938 w 582017"/>
                  <a:gd name="connsiteY22" fmla="*/ 476831 h 601853"/>
                  <a:gd name="connsiteX23" fmla="*/ 344002 w 582017"/>
                  <a:gd name="connsiteY23" fmla="*/ 551933 h 601853"/>
                  <a:gd name="connsiteX24" fmla="*/ 343260 w 582017"/>
                  <a:gd name="connsiteY24" fmla="*/ 561265 h 601853"/>
                  <a:gd name="connsiteX25" fmla="*/ 262860 w 582017"/>
                  <a:gd name="connsiteY25" fmla="*/ 601853 h 601853"/>
                  <a:gd name="connsiteX26" fmla="*/ 0 w 582017"/>
                  <a:gd name="connsiteY26" fmla="*/ 272856 h 601853"/>
                  <a:gd name="connsiteX27" fmla="*/ 3263 w 582017"/>
                  <a:gd name="connsiteY27" fmla="*/ 93766 h 601853"/>
                  <a:gd name="connsiteX28" fmla="*/ 15872 w 582017"/>
                  <a:gd name="connsiteY28" fmla="*/ 80879 h 601853"/>
                  <a:gd name="connsiteX29" fmla="*/ 126386 w 582017"/>
                  <a:gd name="connsiteY29" fmla="*/ 73473 h 601853"/>
                  <a:gd name="connsiteX30" fmla="*/ 262860 w 582017"/>
                  <a:gd name="connsiteY30" fmla="*/ 0 h 60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2017" h="601853">
                    <a:moveTo>
                      <a:pt x="554327" y="398973"/>
                    </a:moveTo>
                    <a:cubicBezTo>
                      <a:pt x="557627" y="398862"/>
                      <a:pt x="560965" y="400010"/>
                      <a:pt x="563560" y="402454"/>
                    </a:cubicBezTo>
                    <a:lnTo>
                      <a:pt x="577799" y="415635"/>
                    </a:lnTo>
                    <a:cubicBezTo>
                      <a:pt x="583138" y="420523"/>
                      <a:pt x="583435" y="428817"/>
                      <a:pt x="578540" y="434001"/>
                    </a:cubicBezTo>
                    <a:lnTo>
                      <a:pt x="468040" y="550266"/>
                    </a:lnTo>
                    <a:cubicBezTo>
                      <a:pt x="463146" y="555449"/>
                      <a:pt x="454543" y="556338"/>
                      <a:pt x="448758" y="552043"/>
                    </a:cubicBezTo>
                    <a:lnTo>
                      <a:pt x="357392" y="484654"/>
                    </a:lnTo>
                    <a:cubicBezTo>
                      <a:pt x="351756" y="480358"/>
                      <a:pt x="350569" y="472361"/>
                      <a:pt x="354870" y="466584"/>
                    </a:cubicBezTo>
                    <a:lnTo>
                      <a:pt x="366588" y="451033"/>
                    </a:lnTo>
                    <a:cubicBezTo>
                      <a:pt x="370741" y="445405"/>
                      <a:pt x="379047" y="444220"/>
                      <a:pt x="384831" y="448367"/>
                    </a:cubicBezTo>
                    <a:lnTo>
                      <a:pt x="443419" y="491319"/>
                    </a:lnTo>
                    <a:cubicBezTo>
                      <a:pt x="449055" y="495466"/>
                      <a:pt x="457806" y="494725"/>
                      <a:pt x="462701" y="489393"/>
                    </a:cubicBezTo>
                    <a:lnTo>
                      <a:pt x="545316" y="403046"/>
                    </a:lnTo>
                    <a:cubicBezTo>
                      <a:pt x="547764" y="400454"/>
                      <a:pt x="551027" y="399084"/>
                      <a:pt x="554327" y="398973"/>
                    </a:cubicBezTo>
                    <a:close/>
                    <a:moveTo>
                      <a:pt x="262860" y="0"/>
                    </a:moveTo>
                    <a:cubicBezTo>
                      <a:pt x="286001" y="0"/>
                      <a:pt x="346969" y="53623"/>
                      <a:pt x="415651" y="73473"/>
                    </a:cubicBezTo>
                    <a:cubicBezTo>
                      <a:pt x="448731" y="82953"/>
                      <a:pt x="480179" y="82953"/>
                      <a:pt x="510885" y="82805"/>
                    </a:cubicBezTo>
                    <a:cubicBezTo>
                      <a:pt x="515187" y="82805"/>
                      <a:pt x="524829" y="82805"/>
                      <a:pt x="524829" y="99543"/>
                    </a:cubicBezTo>
                    <a:cubicBezTo>
                      <a:pt x="524829" y="101617"/>
                      <a:pt x="525571" y="271523"/>
                      <a:pt x="525571" y="272856"/>
                    </a:cubicBezTo>
                    <a:cubicBezTo>
                      <a:pt x="525571" y="292853"/>
                      <a:pt x="522604" y="312703"/>
                      <a:pt x="517412" y="332108"/>
                    </a:cubicBezTo>
                    <a:cubicBezTo>
                      <a:pt x="516671" y="335071"/>
                      <a:pt x="513704" y="341440"/>
                      <a:pt x="506138" y="338181"/>
                    </a:cubicBezTo>
                    <a:cubicBezTo>
                      <a:pt x="494716" y="334922"/>
                      <a:pt x="483887" y="332849"/>
                      <a:pt x="467125" y="332849"/>
                    </a:cubicBezTo>
                    <a:cubicBezTo>
                      <a:pt x="387466" y="332849"/>
                      <a:pt x="322938" y="397433"/>
                      <a:pt x="322938" y="476831"/>
                    </a:cubicBezTo>
                    <a:cubicBezTo>
                      <a:pt x="322938" y="504383"/>
                      <a:pt x="330651" y="530158"/>
                      <a:pt x="344002" y="551933"/>
                    </a:cubicBezTo>
                    <a:cubicBezTo>
                      <a:pt x="345485" y="554303"/>
                      <a:pt x="348156" y="557118"/>
                      <a:pt x="343260" y="561265"/>
                    </a:cubicBezTo>
                    <a:cubicBezTo>
                      <a:pt x="306768" y="588373"/>
                      <a:pt x="279622" y="601853"/>
                      <a:pt x="262860" y="601853"/>
                    </a:cubicBezTo>
                    <a:cubicBezTo>
                      <a:pt x="210199" y="601853"/>
                      <a:pt x="0" y="442613"/>
                      <a:pt x="0" y="272856"/>
                    </a:cubicBezTo>
                    <a:cubicBezTo>
                      <a:pt x="0" y="270930"/>
                      <a:pt x="2670" y="97322"/>
                      <a:pt x="3263" y="93766"/>
                    </a:cubicBezTo>
                    <a:cubicBezTo>
                      <a:pt x="5192" y="79694"/>
                      <a:pt x="11719" y="80731"/>
                      <a:pt x="15872" y="80879"/>
                    </a:cubicBezTo>
                    <a:cubicBezTo>
                      <a:pt x="50584" y="82509"/>
                      <a:pt x="87669" y="84582"/>
                      <a:pt x="126386" y="73473"/>
                    </a:cubicBezTo>
                    <a:cubicBezTo>
                      <a:pt x="195068" y="53623"/>
                      <a:pt x="240312" y="0"/>
                      <a:pt x="26286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94" name="文本框 193">
            <a:extLst>
              <a:ext uri="{FF2B5EF4-FFF2-40B4-BE49-F238E27FC236}">
                <a16:creationId xmlns:a16="http://schemas.microsoft.com/office/drawing/2014/main" id="{D3B9F833-C4A6-4A7D-AE6C-6DC88F62BBD0}"/>
              </a:ext>
            </a:extLst>
          </p:cNvPr>
          <p:cNvSpPr txBox="1"/>
          <p:nvPr/>
        </p:nvSpPr>
        <p:spPr>
          <a:xfrm>
            <a:off x="6455015" y="1722353"/>
            <a:ext cx="4809890" cy="8521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en-US" sz="2400" b="1" dirty="0">
                <a:cs typeface="+mn-ea"/>
                <a:sym typeface="+mn-lt"/>
              </a:rPr>
              <a:t>Unified fonts make reading more fluent.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46E5E8E8-24F4-4A51-80AE-2991C2D88681}"/>
              </a:ext>
            </a:extLst>
          </p:cNvPr>
          <p:cNvSpPr txBox="1"/>
          <p:nvPr/>
        </p:nvSpPr>
        <p:spPr>
          <a:xfrm>
            <a:off x="6455013" y="2763199"/>
            <a:ext cx="4148619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441862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课程亮点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>
                <a:cs typeface="+mn-ea"/>
                <a:sym typeface="+mn-lt"/>
              </a:rPr>
              <a:t>节标题内容：</a:t>
            </a:r>
            <a:r>
              <a:rPr lang="en-US" altLang="zh-CN" dirty="0">
                <a:cs typeface="+mn-ea"/>
                <a:sym typeface="+mn-lt"/>
              </a:rPr>
              <a:t>Arial/</a:t>
            </a:r>
            <a:r>
              <a:rPr lang="zh-CN" altLang="en-US" dirty="0">
                <a:cs typeface="+mn-ea"/>
                <a:sym typeface="+mn-lt"/>
              </a:rPr>
              <a:t>微软雅黑</a:t>
            </a:r>
            <a:r>
              <a:rPr lang="en-US" altLang="zh-CN" dirty="0">
                <a:cs typeface="+mn-ea"/>
                <a:sym typeface="+mn-lt"/>
              </a:rPr>
              <a:t>11</a:t>
            </a:r>
            <a:r>
              <a:rPr lang="zh-CN" altLang="en-US" dirty="0">
                <a:cs typeface="+mn-ea"/>
                <a:sym typeface="+mn-lt"/>
              </a:rPr>
              <a:t>号灰色，行距</a:t>
            </a:r>
            <a:r>
              <a:rPr lang="en-US" altLang="zh-CN" dirty="0">
                <a:cs typeface="+mn-ea"/>
                <a:sym typeface="+mn-lt"/>
              </a:rPr>
              <a:t>1.2-1.5</a:t>
            </a:r>
            <a:r>
              <a:rPr lang="zh-CN" altLang="en-US" dirty="0">
                <a:cs typeface="+mn-ea"/>
                <a:sym typeface="+mn-lt"/>
              </a:rPr>
              <a:t>倍</a:t>
            </a:r>
            <a:endParaRPr lang="en-US" altLang="zh-CN" dirty="0">
              <a:cs typeface="+mn-ea"/>
              <a:sym typeface="+mn-lt"/>
            </a:endParaRPr>
          </a:p>
          <a:p>
            <a:pPr lvl="0"/>
            <a:r>
              <a:rPr lang="en-US" altLang="zh-CN" dirty="0">
                <a:cs typeface="+mn-ea"/>
                <a:sym typeface="+mn-lt"/>
              </a:rPr>
              <a:t>… …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66404" y="2027387"/>
            <a:ext cx="1189496" cy="103422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cs typeface="+mn-ea"/>
                <a:sym typeface="+mn-lt"/>
              </a:rPr>
              <a:t>/03</a:t>
            </a:r>
            <a:endParaRPr lang="zh-CN" altLang="en-US" spc="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068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D111C-2D27-4A2A-8FBC-106E614D1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课程亮点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ECF234D-E259-4668-834D-2171FF84A42A}"/>
              </a:ext>
            </a:extLst>
          </p:cNvPr>
          <p:cNvSpPr/>
          <p:nvPr/>
        </p:nvSpPr>
        <p:spPr bwMode="auto">
          <a:xfrm>
            <a:off x="806521" y="1225556"/>
            <a:ext cx="3822194" cy="5016500"/>
          </a:xfrm>
          <a:custGeom>
            <a:avLst/>
            <a:gdLst>
              <a:gd name="T0" fmla="*/ 17212 w 17213"/>
              <a:gd name="T1" fmla="*/ 9749 h 9750"/>
              <a:gd name="T2" fmla="*/ 0 w 17213"/>
              <a:gd name="T3" fmla="*/ 9749 h 9750"/>
              <a:gd name="T4" fmla="*/ 0 w 17213"/>
              <a:gd name="T5" fmla="*/ 0 h 9750"/>
              <a:gd name="T6" fmla="*/ 17212 w 17213"/>
              <a:gd name="T7" fmla="*/ 0 h 9750"/>
              <a:gd name="T8" fmla="*/ 17212 w 17213"/>
              <a:gd name="T9" fmla="*/ 9749 h 9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213" h="9750">
                <a:moveTo>
                  <a:pt x="17212" y="9749"/>
                </a:moveTo>
                <a:lnTo>
                  <a:pt x="0" y="9749"/>
                </a:lnTo>
                <a:lnTo>
                  <a:pt x="0" y="0"/>
                </a:lnTo>
                <a:lnTo>
                  <a:pt x="17212" y="0"/>
                </a:lnTo>
                <a:lnTo>
                  <a:pt x="17212" y="9749"/>
                </a:lnTo>
              </a:path>
            </a:pathLst>
          </a:custGeom>
          <a:blipFill>
            <a:blip r:embed="rId2"/>
            <a:srcRect/>
            <a:stretch>
              <a:fillRect l="-41162" t="-5" r="-40877" b="-5"/>
            </a:stretch>
          </a:blip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25A89C5-9957-4FF8-8FF1-B94E2DBF0B8C}"/>
              </a:ext>
            </a:extLst>
          </p:cNvPr>
          <p:cNvCxnSpPr/>
          <p:nvPr/>
        </p:nvCxnSpPr>
        <p:spPr>
          <a:xfrm flipH="1">
            <a:off x="5250079" y="3284777"/>
            <a:ext cx="6283107" cy="0"/>
          </a:xfrm>
          <a:prstGeom prst="line">
            <a:avLst/>
          </a:prstGeom>
          <a:ln w="3175" cap="rnd">
            <a:solidFill>
              <a:schemeClr val="bg1">
                <a:lumMod val="6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ACBA591-C1DC-4813-9F8F-306263E2841A}"/>
              </a:ext>
            </a:extLst>
          </p:cNvPr>
          <p:cNvSpPr txBox="1"/>
          <p:nvPr/>
        </p:nvSpPr>
        <p:spPr>
          <a:xfrm>
            <a:off x="5475001" y="5653899"/>
            <a:ext cx="619438" cy="444113"/>
          </a:xfrm>
          <a:prstGeom prst="round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ctr" anchorCtr="0">
            <a:normAutofit fontScale="85000" lnSpcReduction="10000"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35</a:t>
            </a:r>
            <a:r>
              <a:rPr lang="id-ID" dirty="0">
                <a:cs typeface="+mn-ea"/>
                <a:sym typeface="+mn-lt"/>
              </a:rPr>
              <a:t>%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CEB6A-EC0C-4194-ABDF-84F6B6E4457B}"/>
              </a:ext>
            </a:extLst>
          </p:cNvPr>
          <p:cNvGrpSpPr/>
          <p:nvPr/>
        </p:nvGrpSpPr>
        <p:grpSpPr>
          <a:xfrm>
            <a:off x="4783697" y="3762721"/>
            <a:ext cx="2002047" cy="1891178"/>
            <a:chOff x="5454968" y="3711921"/>
            <a:chExt cx="2567154" cy="1891178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5702550" y="3711921"/>
              <a:ext cx="2319572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亮点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5454968" y="4169409"/>
              <a:ext cx="2567154" cy="1433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Copy paste fonts. Choose the only option to retain text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……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DACBA591-C1DC-4813-9F8F-306263E2841A}"/>
              </a:ext>
            </a:extLst>
          </p:cNvPr>
          <p:cNvSpPr txBox="1"/>
          <p:nvPr/>
        </p:nvSpPr>
        <p:spPr>
          <a:xfrm>
            <a:off x="7882261" y="5653899"/>
            <a:ext cx="619438" cy="444113"/>
          </a:xfrm>
          <a:prstGeom prst="roundRect">
            <a:avLst/>
          </a:prstGeom>
          <a:solidFill>
            <a:schemeClr val="accent2"/>
          </a:solidFill>
        </p:spPr>
        <p:txBody>
          <a:bodyPr wrap="square" lIns="91440" tIns="45720" rIns="91440" bIns="45720" rtlCol="0" anchor="ctr" anchorCtr="0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cs typeface="+mn-ea"/>
                <a:sym typeface="+mn-lt"/>
              </a:rPr>
              <a:t>6</a:t>
            </a:r>
            <a:r>
              <a:rPr lang="id-ID" b="1" dirty="0">
                <a:solidFill>
                  <a:schemeClr val="bg1"/>
                </a:solidFill>
                <a:cs typeface="+mn-ea"/>
                <a:sym typeface="+mn-lt"/>
              </a:rPr>
              <a:t>0%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294C729-05E5-488A-97A5-BC12A53B8185}"/>
              </a:ext>
            </a:extLst>
          </p:cNvPr>
          <p:cNvGrpSpPr/>
          <p:nvPr/>
        </p:nvGrpSpPr>
        <p:grpSpPr>
          <a:xfrm>
            <a:off x="7210007" y="3762721"/>
            <a:ext cx="1963947" cy="1891178"/>
            <a:chOff x="5702550" y="3711921"/>
            <a:chExt cx="2518300" cy="1891178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5702550" y="3711921"/>
              <a:ext cx="2319572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亮点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5702550" y="4169409"/>
              <a:ext cx="2518300" cy="1433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Copy paste fonts. Choose the only option to retain text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……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DACBA591-C1DC-4813-9F8F-306263E2841A}"/>
              </a:ext>
            </a:extLst>
          </p:cNvPr>
          <p:cNvSpPr txBox="1"/>
          <p:nvPr/>
        </p:nvSpPr>
        <p:spPr>
          <a:xfrm>
            <a:off x="10203891" y="5653899"/>
            <a:ext cx="619438" cy="444113"/>
          </a:xfrm>
          <a:prstGeom prst="round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ctr" anchorCtr="0">
            <a:normAutofit fontScale="85000" lnSpcReduction="10000"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55</a:t>
            </a:r>
            <a:r>
              <a:rPr lang="id-ID" dirty="0">
                <a:cs typeface="+mn-ea"/>
                <a:sym typeface="+mn-lt"/>
              </a:rPr>
              <a:t>%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4AA3937-8715-4CFB-A230-67CC6410C5FC}"/>
              </a:ext>
            </a:extLst>
          </p:cNvPr>
          <p:cNvGrpSpPr/>
          <p:nvPr/>
        </p:nvGrpSpPr>
        <p:grpSpPr>
          <a:xfrm>
            <a:off x="9494034" y="3762721"/>
            <a:ext cx="2039152" cy="1891178"/>
            <a:chOff x="5702550" y="3711921"/>
            <a:chExt cx="2614733" cy="1891178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5702550" y="3711921"/>
              <a:ext cx="2319572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cs typeface="+mn-ea"/>
                  <a:sym typeface="+mn-lt"/>
                </a:rPr>
                <a:t>…</a:t>
              </a:r>
              <a:r>
                <a:rPr lang="zh-CN" altLang="en-US" b="1" dirty="0">
                  <a:cs typeface="+mn-ea"/>
                  <a:sym typeface="+mn-lt"/>
                </a:rPr>
                <a:t>亮点</a:t>
              </a:r>
              <a:endParaRPr lang="en-US" altLang="zh-CN" b="1" dirty="0">
                <a:cs typeface="+mn-ea"/>
                <a:sym typeface="+mn-lt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5702550" y="4169409"/>
              <a:ext cx="2614733" cy="1433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Copy paste fonts. Choose the only option to retain text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cs typeface="+mn-ea"/>
                  <a:sym typeface="+mn-lt"/>
                </a:rPr>
                <a:t>……</a:t>
              </a:r>
            </a:p>
          </p:txBody>
        </p: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ABA6547-8881-49D1-8F50-35D4762035A2}"/>
              </a:ext>
            </a:extLst>
          </p:cNvPr>
          <p:cNvCxnSpPr/>
          <p:nvPr/>
        </p:nvCxnSpPr>
        <p:spPr>
          <a:xfrm>
            <a:off x="7004225" y="4039883"/>
            <a:ext cx="0" cy="1780966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E40271C-88A1-401D-8CF6-CC2F9D160FAF}"/>
              </a:ext>
            </a:extLst>
          </p:cNvPr>
          <p:cNvCxnSpPr/>
          <p:nvPr/>
        </p:nvCxnSpPr>
        <p:spPr>
          <a:xfrm>
            <a:off x="9339054" y="4039883"/>
            <a:ext cx="0" cy="1780966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3B9F833-C4A6-4A7D-AE6C-6DC88F62BBD0}"/>
              </a:ext>
            </a:extLst>
          </p:cNvPr>
          <p:cNvSpPr txBox="1"/>
          <p:nvPr/>
        </p:nvSpPr>
        <p:spPr>
          <a:xfrm>
            <a:off x="5138057" y="1225556"/>
            <a:ext cx="6395129" cy="8521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 algn="r">
              <a:buSzPct val="25000"/>
            </a:pPr>
            <a:r>
              <a:rPr lang="en-US" sz="2400" b="1" dirty="0">
                <a:cs typeface="+mn-ea"/>
                <a:sym typeface="+mn-lt"/>
              </a:rPr>
              <a:t>Unified fonts make reading more fluent.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6E5E8E8-24F4-4A51-80AE-2991C2D88681}"/>
              </a:ext>
            </a:extLst>
          </p:cNvPr>
          <p:cNvSpPr txBox="1"/>
          <p:nvPr/>
        </p:nvSpPr>
        <p:spPr>
          <a:xfrm>
            <a:off x="4976779" y="2001517"/>
            <a:ext cx="6556407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algn="r"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Theme color makes PPT more convenient to change.</a:t>
            </a:r>
          </a:p>
          <a:p>
            <a:pPr algn="r">
              <a:lnSpc>
                <a:spcPct val="150000"/>
              </a:lnSpc>
              <a:buSzPct val="25000"/>
            </a:pPr>
            <a:r>
              <a:rPr lang="en-US" sz="1200" dirty="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1209835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44B5A-27EF-44DB-A6BA-910E3374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课程亮点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3732241-4977-478E-9161-1B341AE6440C}"/>
              </a:ext>
            </a:extLst>
          </p:cNvPr>
          <p:cNvSpPr/>
          <p:nvPr/>
        </p:nvSpPr>
        <p:spPr>
          <a:xfrm>
            <a:off x="4630105" y="2173592"/>
            <a:ext cx="1420615" cy="1427417"/>
          </a:xfrm>
          <a:custGeom>
            <a:avLst/>
            <a:gdLst>
              <a:gd name="connsiteX0" fmla="*/ 840278 w 905306"/>
              <a:gd name="connsiteY0" fmla="*/ 0 h 909640"/>
              <a:gd name="connsiteX1" fmla="*/ 851190 w 905306"/>
              <a:gd name="connsiteY1" fmla="*/ 2203 h 909640"/>
              <a:gd name="connsiteX2" fmla="*/ 905306 w 905306"/>
              <a:gd name="connsiteY2" fmla="*/ 83845 h 909640"/>
              <a:gd name="connsiteX3" fmla="*/ 905306 w 905306"/>
              <a:gd name="connsiteY3" fmla="*/ 588892 h 909640"/>
              <a:gd name="connsiteX4" fmla="*/ 890689 w 905306"/>
              <a:gd name="connsiteY4" fmla="*/ 575814 h 909640"/>
              <a:gd name="connsiteX5" fmla="*/ 835587 w 905306"/>
              <a:gd name="connsiteY5" fmla="*/ 536285 h 909640"/>
              <a:gd name="connsiteX6" fmla="*/ 766341 w 905306"/>
              <a:gd name="connsiteY6" fmla="*/ 502822 h 909640"/>
              <a:gd name="connsiteX7" fmla="*/ 693350 w 905306"/>
              <a:gd name="connsiteY7" fmla="*/ 490415 h 909640"/>
              <a:gd name="connsiteX8" fmla="*/ 490817 w 905306"/>
              <a:gd name="connsiteY8" fmla="*/ 561964 h 909640"/>
              <a:gd name="connsiteX9" fmla="*/ 417536 w 905306"/>
              <a:gd name="connsiteY9" fmla="*/ 760457 h 909640"/>
              <a:gd name="connsiteX10" fmla="*/ 431097 w 905306"/>
              <a:gd name="connsiteY10" fmla="*/ 840084 h 909640"/>
              <a:gd name="connsiteX11" fmla="*/ 461851 w 905306"/>
              <a:gd name="connsiteY11" fmla="*/ 909640 h 909640"/>
              <a:gd name="connsiteX12" fmla="*/ 79511 w 905306"/>
              <a:gd name="connsiteY12" fmla="*/ 909640 h 909640"/>
              <a:gd name="connsiteX13" fmla="*/ 16858 w 905306"/>
              <a:gd name="connsiteY13" fmla="*/ 883688 h 909640"/>
              <a:gd name="connsiteX14" fmla="*/ 0 w 905306"/>
              <a:gd name="connsiteY14" fmla="*/ 858685 h 909640"/>
              <a:gd name="connsiteX15" fmla="*/ 1064 w 905306"/>
              <a:gd name="connsiteY15" fmla="*/ 837626 h 909640"/>
              <a:gd name="connsiteX16" fmla="*/ 838605 w 905306"/>
              <a:gd name="connsiteY16" fmla="*/ 85 h 90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05306" h="909640">
                <a:moveTo>
                  <a:pt x="840278" y="0"/>
                </a:moveTo>
                <a:lnTo>
                  <a:pt x="851190" y="2203"/>
                </a:lnTo>
                <a:cubicBezTo>
                  <a:pt x="882992" y="15654"/>
                  <a:pt x="905306" y="47144"/>
                  <a:pt x="905306" y="83845"/>
                </a:cubicBezTo>
                <a:lnTo>
                  <a:pt x="905306" y="588892"/>
                </a:lnTo>
                <a:lnTo>
                  <a:pt x="890689" y="575814"/>
                </a:lnTo>
                <a:cubicBezTo>
                  <a:pt x="875301" y="563502"/>
                  <a:pt x="856933" y="550330"/>
                  <a:pt x="835587" y="536285"/>
                </a:cubicBezTo>
                <a:cubicBezTo>
                  <a:pt x="814238" y="522245"/>
                  <a:pt x="791156" y="511091"/>
                  <a:pt x="766341" y="502822"/>
                </a:cubicBezTo>
                <a:cubicBezTo>
                  <a:pt x="741531" y="494549"/>
                  <a:pt x="717201" y="490415"/>
                  <a:pt x="693350" y="490415"/>
                </a:cubicBezTo>
                <a:cubicBezTo>
                  <a:pt x="607182" y="490415"/>
                  <a:pt x="539673" y="514266"/>
                  <a:pt x="490817" y="561964"/>
                </a:cubicBezTo>
                <a:cubicBezTo>
                  <a:pt x="441966" y="609666"/>
                  <a:pt x="417536" y="675827"/>
                  <a:pt x="417536" y="760457"/>
                </a:cubicBezTo>
                <a:cubicBezTo>
                  <a:pt x="417536" y="786231"/>
                  <a:pt x="422059" y="812773"/>
                  <a:pt x="431097" y="840084"/>
                </a:cubicBezTo>
                <a:lnTo>
                  <a:pt x="461851" y="909640"/>
                </a:lnTo>
                <a:lnTo>
                  <a:pt x="79511" y="909640"/>
                </a:lnTo>
                <a:cubicBezTo>
                  <a:pt x="55044" y="909640"/>
                  <a:pt x="32893" y="899723"/>
                  <a:pt x="16858" y="883688"/>
                </a:cubicBezTo>
                <a:lnTo>
                  <a:pt x="0" y="858685"/>
                </a:lnTo>
                <a:lnTo>
                  <a:pt x="1064" y="837626"/>
                </a:lnTo>
                <a:cubicBezTo>
                  <a:pt x="45912" y="396014"/>
                  <a:pt x="396993" y="44933"/>
                  <a:pt x="838605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A63E14D-0491-447E-82B4-C2B19CD3C10E}"/>
              </a:ext>
            </a:extLst>
          </p:cNvPr>
          <p:cNvSpPr/>
          <p:nvPr/>
        </p:nvSpPr>
        <p:spPr>
          <a:xfrm>
            <a:off x="6134142" y="2173255"/>
            <a:ext cx="1427753" cy="1427755"/>
          </a:xfrm>
          <a:custGeom>
            <a:avLst/>
            <a:gdLst>
              <a:gd name="connsiteX0" fmla="*/ 66091 w 909855"/>
              <a:gd name="connsiteY0" fmla="*/ 0 h 909855"/>
              <a:gd name="connsiteX1" fmla="*/ 72014 w 909855"/>
              <a:gd name="connsiteY1" fmla="*/ 300 h 909855"/>
              <a:gd name="connsiteX2" fmla="*/ 909556 w 909855"/>
              <a:gd name="connsiteY2" fmla="*/ 837841 h 909855"/>
              <a:gd name="connsiteX3" fmla="*/ 909855 w 909855"/>
              <a:gd name="connsiteY3" fmla="*/ 843764 h 909855"/>
              <a:gd name="connsiteX4" fmla="*/ 907437 w 909855"/>
              <a:gd name="connsiteY4" fmla="*/ 855739 h 909855"/>
              <a:gd name="connsiteX5" fmla="*/ 825795 w 909855"/>
              <a:gd name="connsiteY5" fmla="*/ 909855 h 909855"/>
              <a:gd name="connsiteX6" fmla="*/ 447060 w 909855"/>
              <a:gd name="connsiteY6" fmla="*/ 909855 h 909855"/>
              <a:gd name="connsiteX7" fmla="*/ 460048 w 909855"/>
              <a:gd name="connsiteY7" fmla="*/ 889347 h 909855"/>
              <a:gd name="connsiteX8" fmla="*/ 493081 w 909855"/>
              <a:gd name="connsiteY8" fmla="*/ 760672 h 909855"/>
              <a:gd name="connsiteX9" fmla="*/ 419800 w 909855"/>
              <a:gd name="connsiteY9" fmla="*/ 562179 h 909855"/>
              <a:gd name="connsiteX10" fmla="*/ 217268 w 909855"/>
              <a:gd name="connsiteY10" fmla="*/ 490630 h 909855"/>
              <a:gd name="connsiteX11" fmla="*/ 144276 w 909855"/>
              <a:gd name="connsiteY11" fmla="*/ 503037 h 909855"/>
              <a:gd name="connsiteX12" fmla="*/ 75035 w 909855"/>
              <a:gd name="connsiteY12" fmla="*/ 536500 h 909855"/>
              <a:gd name="connsiteX13" fmla="*/ 19928 w 909855"/>
              <a:gd name="connsiteY13" fmla="*/ 576029 h 909855"/>
              <a:gd name="connsiteX14" fmla="*/ 0 w 909855"/>
              <a:gd name="connsiteY14" fmla="*/ 593859 h 909855"/>
              <a:gd name="connsiteX15" fmla="*/ 0 w 909855"/>
              <a:gd name="connsiteY15" fmla="*/ 84060 h 909855"/>
              <a:gd name="connsiteX16" fmla="*/ 54116 w 909855"/>
              <a:gd name="connsiteY16" fmla="*/ 2418 h 90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09855" h="909855">
                <a:moveTo>
                  <a:pt x="66091" y="0"/>
                </a:moveTo>
                <a:lnTo>
                  <a:pt x="72014" y="300"/>
                </a:lnTo>
                <a:cubicBezTo>
                  <a:pt x="513626" y="45148"/>
                  <a:pt x="864708" y="396229"/>
                  <a:pt x="909556" y="837841"/>
                </a:cubicBezTo>
                <a:lnTo>
                  <a:pt x="909855" y="843764"/>
                </a:lnTo>
                <a:lnTo>
                  <a:pt x="907437" y="855739"/>
                </a:lnTo>
                <a:cubicBezTo>
                  <a:pt x="893986" y="887541"/>
                  <a:pt x="862496" y="909855"/>
                  <a:pt x="825795" y="909855"/>
                </a:cubicBezTo>
                <a:lnTo>
                  <a:pt x="447060" y="909855"/>
                </a:lnTo>
                <a:lnTo>
                  <a:pt x="460048" y="889347"/>
                </a:lnTo>
                <a:cubicBezTo>
                  <a:pt x="482071" y="846071"/>
                  <a:pt x="493081" y="803179"/>
                  <a:pt x="493081" y="760672"/>
                </a:cubicBezTo>
                <a:cubicBezTo>
                  <a:pt x="493081" y="676042"/>
                  <a:pt x="468656" y="609881"/>
                  <a:pt x="419800" y="562179"/>
                </a:cubicBezTo>
                <a:cubicBezTo>
                  <a:pt x="370949" y="514481"/>
                  <a:pt x="303435" y="490630"/>
                  <a:pt x="217268" y="490630"/>
                </a:cubicBezTo>
                <a:cubicBezTo>
                  <a:pt x="193417" y="490630"/>
                  <a:pt x="169086" y="494764"/>
                  <a:pt x="144276" y="503037"/>
                </a:cubicBezTo>
                <a:cubicBezTo>
                  <a:pt x="119466" y="511306"/>
                  <a:pt x="96384" y="522460"/>
                  <a:pt x="75035" y="536500"/>
                </a:cubicBezTo>
                <a:cubicBezTo>
                  <a:pt x="53685" y="550545"/>
                  <a:pt x="35316" y="563717"/>
                  <a:pt x="19928" y="576029"/>
                </a:cubicBezTo>
                <a:lnTo>
                  <a:pt x="0" y="593859"/>
                </a:lnTo>
                <a:lnTo>
                  <a:pt x="0" y="84060"/>
                </a:lnTo>
                <a:cubicBezTo>
                  <a:pt x="0" y="47359"/>
                  <a:pt x="22315" y="15869"/>
                  <a:pt x="54116" y="24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C09A976-51B0-4FCE-9BE3-573B86248A88}"/>
              </a:ext>
            </a:extLst>
          </p:cNvPr>
          <p:cNvSpPr/>
          <p:nvPr/>
        </p:nvSpPr>
        <p:spPr>
          <a:xfrm>
            <a:off x="6134142" y="3676089"/>
            <a:ext cx="1427753" cy="1427756"/>
          </a:xfrm>
          <a:custGeom>
            <a:avLst/>
            <a:gdLst>
              <a:gd name="connsiteX0" fmla="*/ 415985 w 909855"/>
              <a:gd name="connsiteY0" fmla="*/ 0 h 909856"/>
              <a:gd name="connsiteX1" fmla="*/ 825795 w 909855"/>
              <a:gd name="connsiteY1" fmla="*/ 0 h 909856"/>
              <a:gd name="connsiteX2" fmla="*/ 907437 w 909855"/>
              <a:gd name="connsiteY2" fmla="*/ 54116 h 909856"/>
              <a:gd name="connsiteX3" fmla="*/ 909855 w 909855"/>
              <a:gd name="connsiteY3" fmla="*/ 66091 h 909856"/>
              <a:gd name="connsiteX4" fmla="*/ 909556 w 909855"/>
              <a:gd name="connsiteY4" fmla="*/ 72015 h 909856"/>
              <a:gd name="connsiteX5" fmla="*/ 72014 w 909855"/>
              <a:gd name="connsiteY5" fmla="*/ 909557 h 909856"/>
              <a:gd name="connsiteX6" fmla="*/ 66095 w 909855"/>
              <a:gd name="connsiteY6" fmla="*/ 909856 h 909856"/>
              <a:gd name="connsiteX7" fmla="*/ 54116 w 909855"/>
              <a:gd name="connsiteY7" fmla="*/ 907437 h 909856"/>
              <a:gd name="connsiteX8" fmla="*/ 0 w 909855"/>
              <a:gd name="connsiteY8" fmla="*/ 825795 h 909856"/>
              <a:gd name="connsiteX9" fmla="*/ 0 w 909855"/>
              <a:gd name="connsiteY9" fmla="*/ 409439 h 909856"/>
              <a:gd name="connsiteX10" fmla="*/ 1464 w 909855"/>
              <a:gd name="connsiteY10" fmla="*/ 408840 h 909856"/>
              <a:gd name="connsiteX11" fmla="*/ 360944 w 909855"/>
              <a:gd name="connsiteY11" fmla="*/ 62627 h 90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9855" h="909856">
                <a:moveTo>
                  <a:pt x="415985" y="0"/>
                </a:moveTo>
                <a:lnTo>
                  <a:pt x="825795" y="0"/>
                </a:lnTo>
                <a:cubicBezTo>
                  <a:pt x="862496" y="0"/>
                  <a:pt x="893986" y="22314"/>
                  <a:pt x="907437" y="54116"/>
                </a:cubicBezTo>
                <a:lnTo>
                  <a:pt x="909855" y="66091"/>
                </a:lnTo>
                <a:lnTo>
                  <a:pt x="909556" y="72015"/>
                </a:lnTo>
                <a:cubicBezTo>
                  <a:pt x="864708" y="513627"/>
                  <a:pt x="513626" y="864709"/>
                  <a:pt x="72014" y="909557"/>
                </a:cubicBezTo>
                <a:lnTo>
                  <a:pt x="66095" y="909856"/>
                </a:lnTo>
                <a:lnTo>
                  <a:pt x="54116" y="907437"/>
                </a:lnTo>
                <a:cubicBezTo>
                  <a:pt x="22315" y="893986"/>
                  <a:pt x="0" y="862496"/>
                  <a:pt x="0" y="825795"/>
                </a:cubicBezTo>
                <a:lnTo>
                  <a:pt x="0" y="409439"/>
                </a:lnTo>
                <a:lnTo>
                  <a:pt x="1464" y="408840"/>
                </a:lnTo>
                <a:lnTo>
                  <a:pt x="360944" y="6262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4BEC74C5-CF0A-4E11-B339-4D12AD9AAABB}"/>
              </a:ext>
            </a:extLst>
          </p:cNvPr>
          <p:cNvSpPr/>
          <p:nvPr/>
        </p:nvSpPr>
        <p:spPr>
          <a:xfrm>
            <a:off x="4630105" y="3676089"/>
            <a:ext cx="1420615" cy="1427418"/>
          </a:xfrm>
          <a:custGeom>
            <a:avLst/>
            <a:gdLst>
              <a:gd name="connsiteX0" fmla="*/ 79511 w 905306"/>
              <a:gd name="connsiteY0" fmla="*/ 0 h 909641"/>
              <a:gd name="connsiteX1" fmla="*/ 495151 w 905306"/>
              <a:gd name="connsiteY1" fmla="*/ 0 h 909641"/>
              <a:gd name="connsiteX2" fmla="*/ 501203 w 905306"/>
              <a:gd name="connsiteY2" fmla="*/ 8678 h 909641"/>
              <a:gd name="connsiteX3" fmla="*/ 533227 w 905306"/>
              <a:gd name="connsiteY3" fmla="*/ 46470 h 909641"/>
              <a:gd name="connsiteX4" fmla="*/ 549099 w 905306"/>
              <a:gd name="connsiteY4" fmla="*/ 61473 h 909641"/>
              <a:gd name="connsiteX5" fmla="*/ 905306 w 905306"/>
              <a:gd name="connsiteY5" fmla="*/ 405129 h 909641"/>
              <a:gd name="connsiteX6" fmla="*/ 905306 w 905306"/>
              <a:gd name="connsiteY6" fmla="*/ 825795 h 909641"/>
              <a:gd name="connsiteX7" fmla="*/ 851190 w 905306"/>
              <a:gd name="connsiteY7" fmla="*/ 907437 h 909641"/>
              <a:gd name="connsiteX8" fmla="*/ 840274 w 905306"/>
              <a:gd name="connsiteY8" fmla="*/ 909641 h 909641"/>
              <a:gd name="connsiteX9" fmla="*/ 838605 w 905306"/>
              <a:gd name="connsiteY9" fmla="*/ 909557 h 909641"/>
              <a:gd name="connsiteX10" fmla="*/ 1064 w 905306"/>
              <a:gd name="connsiteY10" fmla="*/ 72015 h 909641"/>
              <a:gd name="connsiteX11" fmla="*/ 0 w 905306"/>
              <a:gd name="connsiteY11" fmla="*/ 50955 h 909641"/>
              <a:gd name="connsiteX12" fmla="*/ 16858 w 905306"/>
              <a:gd name="connsiteY12" fmla="*/ 25952 h 909641"/>
              <a:gd name="connsiteX13" fmla="*/ 79511 w 905306"/>
              <a:gd name="connsiteY13" fmla="*/ 0 h 909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05306" h="909641">
                <a:moveTo>
                  <a:pt x="79511" y="0"/>
                </a:moveTo>
                <a:lnTo>
                  <a:pt x="495151" y="0"/>
                </a:lnTo>
                <a:lnTo>
                  <a:pt x="501203" y="8678"/>
                </a:lnTo>
                <a:cubicBezTo>
                  <a:pt x="515822" y="26947"/>
                  <a:pt x="526497" y="39549"/>
                  <a:pt x="533227" y="46470"/>
                </a:cubicBezTo>
                <a:cubicBezTo>
                  <a:pt x="539962" y="53395"/>
                  <a:pt x="545250" y="58397"/>
                  <a:pt x="549099" y="61473"/>
                </a:cubicBezTo>
                <a:lnTo>
                  <a:pt x="905306" y="405129"/>
                </a:lnTo>
                <a:lnTo>
                  <a:pt x="905306" y="825795"/>
                </a:lnTo>
                <a:cubicBezTo>
                  <a:pt x="905306" y="862496"/>
                  <a:pt x="882992" y="893986"/>
                  <a:pt x="851190" y="907437"/>
                </a:cubicBezTo>
                <a:lnTo>
                  <a:pt x="840274" y="909641"/>
                </a:lnTo>
                <a:lnTo>
                  <a:pt x="838605" y="909557"/>
                </a:lnTo>
                <a:cubicBezTo>
                  <a:pt x="396993" y="864709"/>
                  <a:pt x="45912" y="513627"/>
                  <a:pt x="1064" y="72015"/>
                </a:cubicBezTo>
                <a:lnTo>
                  <a:pt x="0" y="50955"/>
                </a:lnTo>
                <a:lnTo>
                  <a:pt x="16858" y="25952"/>
                </a:lnTo>
                <a:cubicBezTo>
                  <a:pt x="32893" y="9918"/>
                  <a:pt x="55044" y="0"/>
                  <a:pt x="795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76E3AD0-C224-4D4E-9C91-85E7817ED0DC}"/>
              </a:ext>
            </a:extLst>
          </p:cNvPr>
          <p:cNvSpPr/>
          <p:nvPr/>
        </p:nvSpPr>
        <p:spPr bwMode="auto">
          <a:xfrm>
            <a:off x="3564693" y="2127459"/>
            <a:ext cx="443392" cy="392114"/>
          </a:xfrm>
          <a:custGeom>
            <a:avLst/>
            <a:gdLst>
              <a:gd name="connsiteX0" fmla="*/ 358785 w 512434"/>
              <a:gd name="connsiteY0" fmla="*/ 409158 h 453171"/>
              <a:gd name="connsiteX1" fmla="*/ 345300 w 512434"/>
              <a:gd name="connsiteY1" fmla="*/ 425866 h 453171"/>
              <a:gd name="connsiteX2" fmla="*/ 358785 w 512434"/>
              <a:gd name="connsiteY2" fmla="*/ 439722 h 453171"/>
              <a:gd name="connsiteX3" fmla="*/ 372270 w 512434"/>
              <a:gd name="connsiteY3" fmla="*/ 425866 h 453171"/>
              <a:gd name="connsiteX4" fmla="*/ 358785 w 512434"/>
              <a:gd name="connsiteY4" fmla="*/ 409158 h 453171"/>
              <a:gd name="connsiteX5" fmla="*/ 151153 w 512434"/>
              <a:gd name="connsiteY5" fmla="*/ 300585 h 453171"/>
              <a:gd name="connsiteX6" fmla="*/ 195731 w 512434"/>
              <a:gd name="connsiteY6" fmla="*/ 300585 h 453171"/>
              <a:gd name="connsiteX7" fmla="*/ 195731 w 512434"/>
              <a:gd name="connsiteY7" fmla="*/ 345175 h 453171"/>
              <a:gd name="connsiteX8" fmla="*/ 151153 w 512434"/>
              <a:gd name="connsiteY8" fmla="*/ 345175 h 453171"/>
              <a:gd name="connsiteX9" fmla="*/ 71978 w 512434"/>
              <a:gd name="connsiteY9" fmla="*/ 300585 h 453171"/>
              <a:gd name="connsiteX10" fmla="*/ 120152 w 512434"/>
              <a:gd name="connsiteY10" fmla="*/ 300585 h 453171"/>
              <a:gd name="connsiteX11" fmla="*/ 120152 w 512434"/>
              <a:gd name="connsiteY11" fmla="*/ 345175 h 453171"/>
              <a:gd name="connsiteX12" fmla="*/ 71978 w 512434"/>
              <a:gd name="connsiteY12" fmla="*/ 345175 h 453171"/>
              <a:gd name="connsiteX13" fmla="*/ 481786 w 512434"/>
              <a:gd name="connsiteY13" fmla="*/ 286492 h 453171"/>
              <a:gd name="connsiteX14" fmla="*/ 468300 w 512434"/>
              <a:gd name="connsiteY14" fmla="*/ 299940 h 453171"/>
              <a:gd name="connsiteX15" fmla="*/ 481786 w 512434"/>
              <a:gd name="connsiteY15" fmla="*/ 313389 h 453171"/>
              <a:gd name="connsiteX16" fmla="*/ 498948 w 512434"/>
              <a:gd name="connsiteY16" fmla="*/ 299940 h 453171"/>
              <a:gd name="connsiteX17" fmla="*/ 481786 w 512434"/>
              <a:gd name="connsiteY17" fmla="*/ 286492 h 453171"/>
              <a:gd name="connsiteX18" fmla="*/ 235785 w 512434"/>
              <a:gd name="connsiteY18" fmla="*/ 286492 h 453171"/>
              <a:gd name="connsiteX19" fmla="*/ 222300 w 512434"/>
              <a:gd name="connsiteY19" fmla="*/ 299940 h 453171"/>
              <a:gd name="connsiteX20" fmla="*/ 235785 w 512434"/>
              <a:gd name="connsiteY20" fmla="*/ 313389 h 453171"/>
              <a:gd name="connsiteX21" fmla="*/ 249270 w 512434"/>
              <a:gd name="connsiteY21" fmla="*/ 299940 h 453171"/>
              <a:gd name="connsiteX22" fmla="*/ 235785 w 512434"/>
              <a:gd name="connsiteY22" fmla="*/ 286492 h 453171"/>
              <a:gd name="connsiteX23" fmla="*/ 151153 w 512434"/>
              <a:gd name="connsiteY23" fmla="*/ 228588 h 453171"/>
              <a:gd name="connsiteX24" fmla="*/ 195731 w 512434"/>
              <a:gd name="connsiteY24" fmla="*/ 228588 h 453171"/>
              <a:gd name="connsiteX25" fmla="*/ 195731 w 512434"/>
              <a:gd name="connsiteY25" fmla="*/ 273178 h 453171"/>
              <a:gd name="connsiteX26" fmla="*/ 151153 w 512434"/>
              <a:gd name="connsiteY26" fmla="*/ 273178 h 453171"/>
              <a:gd name="connsiteX27" fmla="*/ 71978 w 512434"/>
              <a:gd name="connsiteY27" fmla="*/ 228588 h 453171"/>
              <a:gd name="connsiteX28" fmla="*/ 120152 w 512434"/>
              <a:gd name="connsiteY28" fmla="*/ 228588 h 453171"/>
              <a:gd name="connsiteX29" fmla="*/ 120152 w 512434"/>
              <a:gd name="connsiteY29" fmla="*/ 273178 h 453171"/>
              <a:gd name="connsiteX30" fmla="*/ 71978 w 512434"/>
              <a:gd name="connsiteY30" fmla="*/ 273178 h 453171"/>
              <a:gd name="connsiteX31" fmla="*/ 427028 w 512434"/>
              <a:gd name="connsiteY31" fmla="*/ 221695 h 453171"/>
              <a:gd name="connsiteX32" fmla="*/ 372270 w 512434"/>
              <a:gd name="connsiteY32" fmla="*/ 275896 h 453171"/>
              <a:gd name="connsiteX33" fmla="*/ 358785 w 512434"/>
              <a:gd name="connsiteY33" fmla="*/ 272636 h 453171"/>
              <a:gd name="connsiteX34" fmla="*/ 341622 w 512434"/>
              <a:gd name="connsiteY34" fmla="*/ 279564 h 453171"/>
              <a:gd name="connsiteX35" fmla="*/ 283596 w 512434"/>
              <a:gd name="connsiteY35" fmla="*/ 238404 h 453171"/>
              <a:gd name="connsiteX36" fmla="*/ 266433 w 512434"/>
              <a:gd name="connsiteY36" fmla="*/ 238404 h 453171"/>
              <a:gd name="connsiteX37" fmla="*/ 270111 w 512434"/>
              <a:gd name="connsiteY37" fmla="*/ 255520 h 453171"/>
              <a:gd name="connsiteX38" fmla="*/ 331406 w 512434"/>
              <a:gd name="connsiteY38" fmla="*/ 303200 h 453171"/>
              <a:gd name="connsiteX39" fmla="*/ 358785 w 512434"/>
              <a:gd name="connsiteY39" fmla="*/ 327245 h 453171"/>
              <a:gd name="connsiteX40" fmla="*/ 386164 w 512434"/>
              <a:gd name="connsiteY40" fmla="*/ 299940 h 453171"/>
              <a:gd name="connsiteX41" fmla="*/ 386164 w 512434"/>
              <a:gd name="connsiteY41" fmla="*/ 296680 h 453171"/>
              <a:gd name="connsiteX42" fmla="*/ 444191 w 512434"/>
              <a:gd name="connsiteY42" fmla="*/ 238404 h 453171"/>
              <a:gd name="connsiteX43" fmla="*/ 444191 w 512434"/>
              <a:gd name="connsiteY43" fmla="*/ 221695 h 453171"/>
              <a:gd name="connsiteX44" fmla="*/ 427028 w 512434"/>
              <a:gd name="connsiteY44" fmla="*/ 221695 h 453171"/>
              <a:gd name="connsiteX45" fmla="*/ 358785 w 512434"/>
              <a:gd name="connsiteY45" fmla="*/ 163826 h 453171"/>
              <a:gd name="connsiteX46" fmla="*/ 345300 w 512434"/>
              <a:gd name="connsiteY46" fmla="*/ 177274 h 453171"/>
              <a:gd name="connsiteX47" fmla="*/ 358785 w 512434"/>
              <a:gd name="connsiteY47" fmla="*/ 190723 h 453171"/>
              <a:gd name="connsiteX48" fmla="*/ 372270 w 512434"/>
              <a:gd name="connsiteY48" fmla="*/ 177274 h 453171"/>
              <a:gd name="connsiteX49" fmla="*/ 358785 w 512434"/>
              <a:gd name="connsiteY49" fmla="*/ 163826 h 453171"/>
              <a:gd name="connsiteX50" fmla="*/ 151153 w 512434"/>
              <a:gd name="connsiteY50" fmla="*/ 156592 h 453171"/>
              <a:gd name="connsiteX51" fmla="*/ 195731 w 512434"/>
              <a:gd name="connsiteY51" fmla="*/ 156592 h 453171"/>
              <a:gd name="connsiteX52" fmla="*/ 195731 w 512434"/>
              <a:gd name="connsiteY52" fmla="*/ 201182 h 453171"/>
              <a:gd name="connsiteX53" fmla="*/ 151153 w 512434"/>
              <a:gd name="connsiteY53" fmla="*/ 201182 h 453171"/>
              <a:gd name="connsiteX54" fmla="*/ 37595 w 512434"/>
              <a:gd name="connsiteY54" fmla="*/ 102289 h 453171"/>
              <a:gd name="connsiteX55" fmla="*/ 37595 w 512434"/>
              <a:gd name="connsiteY55" fmla="*/ 374925 h 453171"/>
              <a:gd name="connsiteX56" fmla="*/ 228838 w 512434"/>
              <a:gd name="connsiteY56" fmla="*/ 374925 h 453171"/>
              <a:gd name="connsiteX57" fmla="*/ 208406 w 512434"/>
              <a:gd name="connsiteY57" fmla="*/ 299940 h 453171"/>
              <a:gd name="connsiteX58" fmla="*/ 246001 w 512434"/>
              <a:gd name="connsiteY58" fmla="*/ 201318 h 453171"/>
              <a:gd name="connsiteX59" fmla="*/ 225569 w 512434"/>
              <a:gd name="connsiteY59" fmla="*/ 201318 h 453171"/>
              <a:gd name="connsiteX60" fmla="*/ 225569 w 512434"/>
              <a:gd name="connsiteY60" fmla="*/ 156898 h 453171"/>
              <a:gd name="connsiteX61" fmla="*/ 270111 w 512434"/>
              <a:gd name="connsiteY61" fmla="*/ 156898 h 453171"/>
              <a:gd name="connsiteX62" fmla="*/ 270111 w 512434"/>
              <a:gd name="connsiteY62" fmla="*/ 177274 h 453171"/>
              <a:gd name="connsiteX63" fmla="*/ 358785 w 512434"/>
              <a:gd name="connsiteY63" fmla="*/ 149970 h 453171"/>
              <a:gd name="connsiteX64" fmla="*/ 382895 w 512434"/>
              <a:gd name="connsiteY64" fmla="*/ 149970 h 453171"/>
              <a:gd name="connsiteX65" fmla="*/ 382895 w 512434"/>
              <a:gd name="connsiteY65" fmla="*/ 102289 h 453171"/>
              <a:gd name="connsiteX66" fmla="*/ 37595 w 512434"/>
              <a:gd name="connsiteY66" fmla="*/ 102289 h 453171"/>
              <a:gd name="connsiteX67" fmla="*/ 136894 w 512434"/>
              <a:gd name="connsiteY67" fmla="*/ 30564 h 453171"/>
              <a:gd name="connsiteX68" fmla="*/ 136894 w 512434"/>
              <a:gd name="connsiteY68" fmla="*/ 68057 h 453171"/>
              <a:gd name="connsiteX69" fmla="*/ 283596 w 512434"/>
              <a:gd name="connsiteY69" fmla="*/ 68057 h 453171"/>
              <a:gd name="connsiteX70" fmla="*/ 283596 w 512434"/>
              <a:gd name="connsiteY70" fmla="*/ 30564 h 453171"/>
              <a:gd name="connsiteX71" fmla="*/ 136894 w 512434"/>
              <a:gd name="connsiteY71" fmla="*/ 30564 h 453171"/>
              <a:gd name="connsiteX72" fmla="*/ 30648 w 512434"/>
              <a:gd name="connsiteY72" fmla="*/ 0 h 453171"/>
              <a:gd name="connsiteX73" fmla="*/ 389433 w 512434"/>
              <a:gd name="connsiteY73" fmla="*/ 0 h 453171"/>
              <a:gd name="connsiteX74" fmla="*/ 420490 w 512434"/>
              <a:gd name="connsiteY74" fmla="*/ 30564 h 453171"/>
              <a:gd name="connsiteX75" fmla="*/ 420490 w 512434"/>
              <a:gd name="connsiteY75" fmla="*/ 163826 h 453171"/>
              <a:gd name="connsiteX76" fmla="*/ 512434 w 512434"/>
              <a:gd name="connsiteY76" fmla="*/ 299940 h 453171"/>
              <a:gd name="connsiteX77" fmla="*/ 358785 w 512434"/>
              <a:gd name="connsiteY77" fmla="*/ 453171 h 453171"/>
              <a:gd name="connsiteX78" fmla="*/ 263164 w 512434"/>
              <a:gd name="connsiteY78" fmla="*/ 419346 h 453171"/>
              <a:gd name="connsiteX79" fmla="*/ 30648 w 512434"/>
              <a:gd name="connsiteY79" fmla="*/ 419346 h 453171"/>
              <a:gd name="connsiteX80" fmla="*/ 0 w 512434"/>
              <a:gd name="connsiteY80" fmla="*/ 388374 h 453171"/>
              <a:gd name="connsiteX81" fmla="*/ 0 w 512434"/>
              <a:gd name="connsiteY81" fmla="*/ 30564 h 453171"/>
              <a:gd name="connsiteX82" fmla="*/ 30648 w 512434"/>
              <a:gd name="connsiteY82" fmla="*/ 0 h 453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512434" h="453171">
                <a:moveTo>
                  <a:pt x="358785" y="409158"/>
                </a:moveTo>
                <a:cubicBezTo>
                  <a:pt x="351838" y="409158"/>
                  <a:pt x="345300" y="415678"/>
                  <a:pt x="345300" y="425866"/>
                </a:cubicBezTo>
                <a:cubicBezTo>
                  <a:pt x="345300" y="432794"/>
                  <a:pt x="351838" y="439722"/>
                  <a:pt x="358785" y="439722"/>
                </a:cubicBezTo>
                <a:cubicBezTo>
                  <a:pt x="365732" y="439722"/>
                  <a:pt x="372270" y="432794"/>
                  <a:pt x="372270" y="425866"/>
                </a:cubicBezTo>
                <a:cubicBezTo>
                  <a:pt x="372270" y="415678"/>
                  <a:pt x="365732" y="409158"/>
                  <a:pt x="358785" y="409158"/>
                </a:cubicBezTo>
                <a:close/>
                <a:moveTo>
                  <a:pt x="151153" y="300585"/>
                </a:moveTo>
                <a:lnTo>
                  <a:pt x="195731" y="300585"/>
                </a:lnTo>
                <a:lnTo>
                  <a:pt x="195731" y="345175"/>
                </a:lnTo>
                <a:lnTo>
                  <a:pt x="151153" y="345175"/>
                </a:lnTo>
                <a:close/>
                <a:moveTo>
                  <a:pt x="71978" y="300585"/>
                </a:moveTo>
                <a:lnTo>
                  <a:pt x="120152" y="300585"/>
                </a:lnTo>
                <a:lnTo>
                  <a:pt x="120152" y="345175"/>
                </a:lnTo>
                <a:lnTo>
                  <a:pt x="71978" y="345175"/>
                </a:lnTo>
                <a:close/>
                <a:moveTo>
                  <a:pt x="481786" y="286492"/>
                </a:moveTo>
                <a:cubicBezTo>
                  <a:pt x="474839" y="286492"/>
                  <a:pt x="468300" y="293012"/>
                  <a:pt x="468300" y="299940"/>
                </a:cubicBezTo>
                <a:cubicBezTo>
                  <a:pt x="468300" y="310128"/>
                  <a:pt x="474839" y="313389"/>
                  <a:pt x="481786" y="313389"/>
                </a:cubicBezTo>
                <a:cubicBezTo>
                  <a:pt x="492002" y="313389"/>
                  <a:pt x="498948" y="310128"/>
                  <a:pt x="498948" y="299940"/>
                </a:cubicBezTo>
                <a:cubicBezTo>
                  <a:pt x="498948" y="293012"/>
                  <a:pt x="492002" y="286492"/>
                  <a:pt x="481786" y="286492"/>
                </a:cubicBezTo>
                <a:close/>
                <a:moveTo>
                  <a:pt x="235785" y="286492"/>
                </a:moveTo>
                <a:cubicBezTo>
                  <a:pt x="228838" y="286492"/>
                  <a:pt x="222300" y="293012"/>
                  <a:pt x="222300" y="299940"/>
                </a:cubicBezTo>
                <a:cubicBezTo>
                  <a:pt x="222300" y="310128"/>
                  <a:pt x="228838" y="313389"/>
                  <a:pt x="235785" y="313389"/>
                </a:cubicBezTo>
                <a:cubicBezTo>
                  <a:pt x="242732" y="313389"/>
                  <a:pt x="249270" y="310128"/>
                  <a:pt x="249270" y="299940"/>
                </a:cubicBezTo>
                <a:cubicBezTo>
                  <a:pt x="249270" y="293012"/>
                  <a:pt x="242732" y="286492"/>
                  <a:pt x="235785" y="286492"/>
                </a:cubicBezTo>
                <a:close/>
                <a:moveTo>
                  <a:pt x="151153" y="228588"/>
                </a:moveTo>
                <a:lnTo>
                  <a:pt x="195731" y="228588"/>
                </a:lnTo>
                <a:lnTo>
                  <a:pt x="195731" y="273178"/>
                </a:lnTo>
                <a:lnTo>
                  <a:pt x="151153" y="273178"/>
                </a:lnTo>
                <a:close/>
                <a:moveTo>
                  <a:pt x="71978" y="228588"/>
                </a:moveTo>
                <a:lnTo>
                  <a:pt x="120152" y="228588"/>
                </a:lnTo>
                <a:lnTo>
                  <a:pt x="120152" y="273178"/>
                </a:lnTo>
                <a:lnTo>
                  <a:pt x="71978" y="273178"/>
                </a:lnTo>
                <a:close/>
                <a:moveTo>
                  <a:pt x="427028" y="221695"/>
                </a:moveTo>
                <a:cubicBezTo>
                  <a:pt x="427028" y="221695"/>
                  <a:pt x="427028" y="221695"/>
                  <a:pt x="372270" y="275896"/>
                </a:cubicBezTo>
                <a:cubicBezTo>
                  <a:pt x="369001" y="275896"/>
                  <a:pt x="365732" y="272636"/>
                  <a:pt x="358785" y="272636"/>
                </a:cubicBezTo>
                <a:cubicBezTo>
                  <a:pt x="351838" y="272636"/>
                  <a:pt x="345300" y="275896"/>
                  <a:pt x="341622" y="279564"/>
                </a:cubicBezTo>
                <a:cubicBezTo>
                  <a:pt x="341622" y="279564"/>
                  <a:pt x="341622" y="279564"/>
                  <a:pt x="283596" y="238404"/>
                </a:cubicBezTo>
                <a:cubicBezTo>
                  <a:pt x="280327" y="231883"/>
                  <a:pt x="270111" y="235143"/>
                  <a:pt x="266433" y="238404"/>
                </a:cubicBezTo>
                <a:cubicBezTo>
                  <a:pt x="263164" y="242071"/>
                  <a:pt x="266433" y="252260"/>
                  <a:pt x="270111" y="255520"/>
                </a:cubicBezTo>
                <a:cubicBezTo>
                  <a:pt x="270111" y="255520"/>
                  <a:pt x="270111" y="255520"/>
                  <a:pt x="331406" y="303200"/>
                </a:cubicBezTo>
                <a:cubicBezTo>
                  <a:pt x="331406" y="317056"/>
                  <a:pt x="345300" y="327245"/>
                  <a:pt x="358785" y="327245"/>
                </a:cubicBezTo>
                <a:cubicBezTo>
                  <a:pt x="375948" y="327245"/>
                  <a:pt x="386164" y="317056"/>
                  <a:pt x="386164" y="299940"/>
                </a:cubicBezTo>
                <a:lnTo>
                  <a:pt x="386164" y="296680"/>
                </a:lnTo>
                <a:cubicBezTo>
                  <a:pt x="386164" y="296680"/>
                  <a:pt x="386164" y="296680"/>
                  <a:pt x="444191" y="238404"/>
                </a:cubicBezTo>
                <a:cubicBezTo>
                  <a:pt x="447869" y="231883"/>
                  <a:pt x="451138" y="224955"/>
                  <a:pt x="444191" y="221695"/>
                </a:cubicBezTo>
                <a:cubicBezTo>
                  <a:pt x="440922" y="218027"/>
                  <a:pt x="433975" y="218027"/>
                  <a:pt x="427028" y="221695"/>
                </a:cubicBezTo>
                <a:close/>
                <a:moveTo>
                  <a:pt x="358785" y="163826"/>
                </a:moveTo>
                <a:cubicBezTo>
                  <a:pt x="351838" y="163826"/>
                  <a:pt x="345300" y="170346"/>
                  <a:pt x="345300" y="177274"/>
                </a:cubicBezTo>
                <a:cubicBezTo>
                  <a:pt x="345300" y="184202"/>
                  <a:pt x="351838" y="190723"/>
                  <a:pt x="358785" y="190723"/>
                </a:cubicBezTo>
                <a:cubicBezTo>
                  <a:pt x="365732" y="190723"/>
                  <a:pt x="372270" y="184202"/>
                  <a:pt x="372270" y="177274"/>
                </a:cubicBezTo>
                <a:cubicBezTo>
                  <a:pt x="372270" y="170346"/>
                  <a:pt x="365732" y="163826"/>
                  <a:pt x="358785" y="163826"/>
                </a:cubicBezTo>
                <a:close/>
                <a:moveTo>
                  <a:pt x="151153" y="156592"/>
                </a:moveTo>
                <a:lnTo>
                  <a:pt x="195731" y="156592"/>
                </a:lnTo>
                <a:lnTo>
                  <a:pt x="195731" y="201182"/>
                </a:lnTo>
                <a:lnTo>
                  <a:pt x="151153" y="201182"/>
                </a:lnTo>
                <a:close/>
                <a:moveTo>
                  <a:pt x="37595" y="102289"/>
                </a:moveTo>
                <a:lnTo>
                  <a:pt x="37595" y="374925"/>
                </a:lnTo>
                <a:cubicBezTo>
                  <a:pt x="37595" y="374925"/>
                  <a:pt x="37595" y="374925"/>
                  <a:pt x="228838" y="374925"/>
                </a:cubicBezTo>
                <a:cubicBezTo>
                  <a:pt x="215353" y="354549"/>
                  <a:pt x="208406" y="327245"/>
                  <a:pt x="208406" y="299940"/>
                </a:cubicBezTo>
                <a:cubicBezTo>
                  <a:pt x="208406" y="262448"/>
                  <a:pt x="222300" y="228215"/>
                  <a:pt x="246001" y="201318"/>
                </a:cubicBezTo>
                <a:cubicBezTo>
                  <a:pt x="246001" y="201318"/>
                  <a:pt x="246001" y="201318"/>
                  <a:pt x="225569" y="201318"/>
                </a:cubicBezTo>
                <a:cubicBezTo>
                  <a:pt x="225569" y="201318"/>
                  <a:pt x="225569" y="201318"/>
                  <a:pt x="225569" y="156898"/>
                </a:cubicBezTo>
                <a:cubicBezTo>
                  <a:pt x="225569" y="156898"/>
                  <a:pt x="225569" y="156898"/>
                  <a:pt x="270111" y="156898"/>
                </a:cubicBezTo>
                <a:cubicBezTo>
                  <a:pt x="270111" y="156898"/>
                  <a:pt x="270111" y="156898"/>
                  <a:pt x="270111" y="177274"/>
                </a:cubicBezTo>
                <a:cubicBezTo>
                  <a:pt x="293812" y="160158"/>
                  <a:pt x="324868" y="149970"/>
                  <a:pt x="358785" y="149970"/>
                </a:cubicBezTo>
                <a:cubicBezTo>
                  <a:pt x="365732" y="149970"/>
                  <a:pt x="375948" y="149970"/>
                  <a:pt x="382895" y="149970"/>
                </a:cubicBezTo>
                <a:cubicBezTo>
                  <a:pt x="382895" y="149970"/>
                  <a:pt x="382895" y="149970"/>
                  <a:pt x="382895" y="102289"/>
                </a:cubicBezTo>
                <a:cubicBezTo>
                  <a:pt x="382895" y="102289"/>
                  <a:pt x="382895" y="102289"/>
                  <a:pt x="37595" y="102289"/>
                </a:cubicBezTo>
                <a:close/>
                <a:moveTo>
                  <a:pt x="136894" y="30564"/>
                </a:moveTo>
                <a:lnTo>
                  <a:pt x="136894" y="68057"/>
                </a:lnTo>
                <a:cubicBezTo>
                  <a:pt x="136894" y="68057"/>
                  <a:pt x="136894" y="68057"/>
                  <a:pt x="283596" y="68057"/>
                </a:cubicBezTo>
                <a:cubicBezTo>
                  <a:pt x="283596" y="68057"/>
                  <a:pt x="283596" y="68057"/>
                  <a:pt x="283596" y="30564"/>
                </a:cubicBezTo>
                <a:cubicBezTo>
                  <a:pt x="283596" y="30564"/>
                  <a:pt x="283596" y="30564"/>
                  <a:pt x="136894" y="30564"/>
                </a:cubicBezTo>
                <a:close/>
                <a:moveTo>
                  <a:pt x="30648" y="0"/>
                </a:moveTo>
                <a:cubicBezTo>
                  <a:pt x="30648" y="0"/>
                  <a:pt x="30648" y="0"/>
                  <a:pt x="389433" y="0"/>
                </a:cubicBezTo>
                <a:cubicBezTo>
                  <a:pt x="406596" y="0"/>
                  <a:pt x="420490" y="13856"/>
                  <a:pt x="420490" y="30564"/>
                </a:cubicBezTo>
                <a:cubicBezTo>
                  <a:pt x="420490" y="30564"/>
                  <a:pt x="420490" y="30564"/>
                  <a:pt x="420490" y="163826"/>
                </a:cubicBezTo>
                <a:cubicBezTo>
                  <a:pt x="474839" y="187463"/>
                  <a:pt x="512434" y="238404"/>
                  <a:pt x="512434" y="299940"/>
                </a:cubicBezTo>
                <a:cubicBezTo>
                  <a:pt x="512434" y="385113"/>
                  <a:pt x="444191" y="453171"/>
                  <a:pt x="358785" y="453171"/>
                </a:cubicBezTo>
                <a:cubicBezTo>
                  <a:pt x="324868" y="453171"/>
                  <a:pt x="290543" y="439722"/>
                  <a:pt x="263164" y="419346"/>
                </a:cubicBezTo>
                <a:cubicBezTo>
                  <a:pt x="263164" y="419346"/>
                  <a:pt x="263164" y="419346"/>
                  <a:pt x="30648" y="419346"/>
                </a:cubicBezTo>
                <a:cubicBezTo>
                  <a:pt x="13894" y="419346"/>
                  <a:pt x="0" y="405490"/>
                  <a:pt x="0" y="388374"/>
                </a:cubicBezTo>
                <a:cubicBezTo>
                  <a:pt x="0" y="388374"/>
                  <a:pt x="0" y="388374"/>
                  <a:pt x="0" y="30564"/>
                </a:cubicBezTo>
                <a:cubicBezTo>
                  <a:pt x="0" y="13856"/>
                  <a:pt x="13894" y="0"/>
                  <a:pt x="306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855011B-CBD9-4F78-85A4-5A732AF75839}"/>
              </a:ext>
            </a:extLst>
          </p:cNvPr>
          <p:cNvSpPr txBox="1"/>
          <p:nvPr/>
        </p:nvSpPr>
        <p:spPr>
          <a:xfrm>
            <a:off x="673100" y="2192659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AFC004C-6C72-42D5-9C9E-AE5734C69F58}"/>
              </a:ext>
            </a:extLst>
          </p:cNvPr>
          <p:cNvSpPr txBox="1"/>
          <p:nvPr/>
        </p:nvSpPr>
        <p:spPr>
          <a:xfrm>
            <a:off x="673100" y="1852393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 algn="r"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BB0D46A-CEC0-4907-AA32-7863E883AA33}"/>
              </a:ext>
            </a:extLst>
          </p:cNvPr>
          <p:cNvSpPr/>
          <p:nvPr/>
        </p:nvSpPr>
        <p:spPr bwMode="auto">
          <a:xfrm>
            <a:off x="3555428" y="3446788"/>
            <a:ext cx="452657" cy="383525"/>
          </a:xfrm>
          <a:custGeom>
            <a:avLst/>
            <a:gdLst>
              <a:gd name="T0" fmla="+- 0 10798 9"/>
              <a:gd name="T1" fmla="*/ T0 w 21578"/>
              <a:gd name="T2" fmla="*/ 10800 h 21600"/>
              <a:gd name="T3" fmla="+- 0 10798 9"/>
              <a:gd name="T4" fmla="*/ T3 w 21578"/>
              <a:gd name="T5" fmla="*/ 10800 h 21600"/>
              <a:gd name="T6" fmla="+- 0 10798 9"/>
              <a:gd name="T7" fmla="*/ T6 w 21578"/>
              <a:gd name="T8" fmla="*/ 10800 h 21600"/>
              <a:gd name="T9" fmla="+- 0 10798 9"/>
              <a:gd name="T10" fmla="*/ T9 w 21578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78" h="21600">
                <a:moveTo>
                  <a:pt x="21416" y="10074"/>
                </a:moveTo>
                <a:cubicBezTo>
                  <a:pt x="21507" y="10166"/>
                  <a:pt x="21562" y="10284"/>
                  <a:pt x="21574" y="10428"/>
                </a:cubicBezTo>
                <a:cubicBezTo>
                  <a:pt x="21590" y="10569"/>
                  <a:pt x="21562" y="10702"/>
                  <a:pt x="21483" y="10820"/>
                </a:cubicBezTo>
                <a:lnTo>
                  <a:pt x="20967" y="11551"/>
                </a:lnTo>
                <a:cubicBezTo>
                  <a:pt x="20891" y="11678"/>
                  <a:pt x="20778" y="11744"/>
                  <a:pt x="20634" y="11744"/>
                </a:cubicBezTo>
                <a:lnTo>
                  <a:pt x="19889" y="11744"/>
                </a:lnTo>
                <a:cubicBezTo>
                  <a:pt x="19769" y="11744"/>
                  <a:pt x="19671" y="11704"/>
                  <a:pt x="19601" y="11632"/>
                </a:cubicBezTo>
                <a:lnTo>
                  <a:pt x="11078" y="3253"/>
                </a:lnTo>
                <a:cubicBezTo>
                  <a:pt x="10884" y="3072"/>
                  <a:pt x="10695" y="3072"/>
                  <a:pt x="10503" y="3253"/>
                </a:cubicBezTo>
                <a:lnTo>
                  <a:pt x="1980" y="11632"/>
                </a:lnTo>
                <a:cubicBezTo>
                  <a:pt x="1918" y="11704"/>
                  <a:pt x="1819" y="11744"/>
                  <a:pt x="1692" y="11744"/>
                </a:cubicBezTo>
                <a:lnTo>
                  <a:pt x="944" y="11744"/>
                </a:lnTo>
                <a:cubicBezTo>
                  <a:pt x="808" y="11744"/>
                  <a:pt x="695" y="11678"/>
                  <a:pt x="611" y="11551"/>
                </a:cubicBezTo>
                <a:lnTo>
                  <a:pt x="96" y="10820"/>
                </a:lnTo>
                <a:cubicBezTo>
                  <a:pt x="19" y="10710"/>
                  <a:pt x="-9" y="10584"/>
                  <a:pt x="2" y="10440"/>
                </a:cubicBezTo>
                <a:cubicBezTo>
                  <a:pt x="19" y="10298"/>
                  <a:pt x="74" y="10175"/>
                  <a:pt x="165" y="10074"/>
                </a:cubicBezTo>
                <a:lnTo>
                  <a:pt x="10112" y="287"/>
                </a:lnTo>
                <a:cubicBezTo>
                  <a:pt x="10321" y="106"/>
                  <a:pt x="10546" y="8"/>
                  <a:pt x="10788" y="0"/>
                </a:cubicBezTo>
                <a:cubicBezTo>
                  <a:pt x="11042" y="0"/>
                  <a:pt x="11267" y="97"/>
                  <a:pt x="11469" y="287"/>
                </a:cubicBezTo>
                <a:lnTo>
                  <a:pt x="14220" y="2991"/>
                </a:lnTo>
                <a:lnTo>
                  <a:pt x="14220" y="1586"/>
                </a:lnTo>
                <a:cubicBezTo>
                  <a:pt x="14220" y="1436"/>
                  <a:pt x="14266" y="1313"/>
                  <a:pt x="14352" y="1206"/>
                </a:cubicBezTo>
                <a:cubicBezTo>
                  <a:pt x="14441" y="1099"/>
                  <a:pt x="14546" y="1048"/>
                  <a:pt x="14669" y="1048"/>
                </a:cubicBezTo>
                <a:lnTo>
                  <a:pt x="17226" y="1048"/>
                </a:lnTo>
                <a:cubicBezTo>
                  <a:pt x="17348" y="1048"/>
                  <a:pt x="17451" y="1099"/>
                  <a:pt x="17530" y="1206"/>
                </a:cubicBezTo>
                <a:cubicBezTo>
                  <a:pt x="17609" y="1312"/>
                  <a:pt x="17653" y="1436"/>
                  <a:pt x="17653" y="1586"/>
                </a:cubicBezTo>
                <a:lnTo>
                  <a:pt x="17653" y="6383"/>
                </a:lnTo>
                <a:lnTo>
                  <a:pt x="21416" y="10074"/>
                </a:lnTo>
                <a:close/>
                <a:moveTo>
                  <a:pt x="18523" y="11977"/>
                </a:moveTo>
                <a:lnTo>
                  <a:pt x="18523" y="20551"/>
                </a:lnTo>
                <a:cubicBezTo>
                  <a:pt x="18523" y="20854"/>
                  <a:pt x="18441" y="21104"/>
                  <a:pt x="18276" y="21300"/>
                </a:cubicBezTo>
                <a:cubicBezTo>
                  <a:pt x="18110" y="21502"/>
                  <a:pt x="17904" y="21599"/>
                  <a:pt x="17653" y="21599"/>
                </a:cubicBezTo>
                <a:lnTo>
                  <a:pt x="12809" y="21599"/>
                </a:lnTo>
                <a:lnTo>
                  <a:pt x="12809" y="14736"/>
                </a:lnTo>
                <a:lnTo>
                  <a:pt x="8772" y="14736"/>
                </a:lnTo>
                <a:lnTo>
                  <a:pt x="8772" y="21599"/>
                </a:lnTo>
                <a:lnTo>
                  <a:pt x="3928" y="21599"/>
                </a:lnTo>
                <a:cubicBezTo>
                  <a:pt x="3677" y="21599"/>
                  <a:pt x="3468" y="21502"/>
                  <a:pt x="3303" y="21300"/>
                </a:cubicBezTo>
                <a:cubicBezTo>
                  <a:pt x="3140" y="21104"/>
                  <a:pt x="3056" y="20854"/>
                  <a:pt x="3056" y="20551"/>
                </a:cubicBezTo>
                <a:lnTo>
                  <a:pt x="3056" y="11977"/>
                </a:lnTo>
                <a:lnTo>
                  <a:pt x="10788" y="4356"/>
                </a:lnTo>
                <a:lnTo>
                  <a:pt x="18523" y="1197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B2A5CB-3826-4E1F-8E97-FAE680E58935}"/>
              </a:ext>
            </a:extLst>
          </p:cNvPr>
          <p:cNvSpPr txBox="1"/>
          <p:nvPr/>
        </p:nvSpPr>
        <p:spPr>
          <a:xfrm>
            <a:off x="673100" y="3507693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7C45432-7295-47B4-97F7-4D14F513D505}"/>
              </a:ext>
            </a:extLst>
          </p:cNvPr>
          <p:cNvSpPr txBox="1"/>
          <p:nvPr/>
        </p:nvSpPr>
        <p:spPr>
          <a:xfrm>
            <a:off x="673100" y="3167427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 algn="r"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4E5DD0C4-CBC2-4C17-A3FB-53BF48163488}"/>
              </a:ext>
            </a:extLst>
          </p:cNvPr>
          <p:cNvSpPr/>
          <p:nvPr/>
        </p:nvSpPr>
        <p:spPr bwMode="auto">
          <a:xfrm>
            <a:off x="3589302" y="4743297"/>
            <a:ext cx="418783" cy="42057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792" y="0"/>
                </a:moveTo>
                <a:cubicBezTo>
                  <a:pt x="12101" y="0"/>
                  <a:pt x="13398" y="296"/>
                  <a:pt x="14685" y="897"/>
                </a:cubicBezTo>
                <a:cubicBezTo>
                  <a:pt x="15972" y="1496"/>
                  <a:pt x="17128" y="2309"/>
                  <a:pt x="18152" y="3337"/>
                </a:cubicBezTo>
                <a:cubicBezTo>
                  <a:pt x="19173" y="4365"/>
                  <a:pt x="20002" y="5565"/>
                  <a:pt x="20642" y="6941"/>
                </a:cubicBezTo>
                <a:cubicBezTo>
                  <a:pt x="21277" y="8313"/>
                  <a:pt x="21599" y="9784"/>
                  <a:pt x="21599" y="11354"/>
                </a:cubicBezTo>
                <a:cubicBezTo>
                  <a:pt x="21599" y="12995"/>
                  <a:pt x="21305" y="14571"/>
                  <a:pt x="20722" y="16085"/>
                </a:cubicBezTo>
                <a:lnTo>
                  <a:pt x="20416" y="16895"/>
                </a:lnTo>
                <a:lnTo>
                  <a:pt x="18455" y="17245"/>
                </a:lnTo>
                <a:cubicBezTo>
                  <a:pt x="18253" y="18183"/>
                  <a:pt x="17836" y="18965"/>
                  <a:pt x="17210" y="19589"/>
                </a:cubicBezTo>
                <a:cubicBezTo>
                  <a:pt x="16584" y="20207"/>
                  <a:pt x="15843" y="20521"/>
                  <a:pt x="14996" y="20521"/>
                </a:cubicBezTo>
                <a:lnTo>
                  <a:pt x="14996" y="21074"/>
                </a:lnTo>
                <a:cubicBezTo>
                  <a:pt x="14996" y="21218"/>
                  <a:pt x="14953" y="21343"/>
                  <a:pt x="14862" y="21447"/>
                </a:cubicBezTo>
                <a:cubicBezTo>
                  <a:pt x="14770" y="21549"/>
                  <a:pt x="14664" y="21599"/>
                  <a:pt x="14534" y="21599"/>
                </a:cubicBezTo>
                <a:lnTo>
                  <a:pt x="13633" y="21599"/>
                </a:lnTo>
                <a:cubicBezTo>
                  <a:pt x="13513" y="21599"/>
                  <a:pt x="13407" y="21549"/>
                  <a:pt x="13322" y="21447"/>
                </a:cubicBezTo>
                <a:cubicBezTo>
                  <a:pt x="13238" y="21343"/>
                  <a:pt x="13193" y="21218"/>
                  <a:pt x="13193" y="21074"/>
                </a:cubicBezTo>
                <a:lnTo>
                  <a:pt x="13193" y="11354"/>
                </a:lnTo>
                <a:cubicBezTo>
                  <a:pt x="13193" y="11210"/>
                  <a:pt x="13238" y="11081"/>
                  <a:pt x="13322" y="10970"/>
                </a:cubicBezTo>
                <a:cubicBezTo>
                  <a:pt x="13407" y="10857"/>
                  <a:pt x="13513" y="10798"/>
                  <a:pt x="13633" y="10798"/>
                </a:cubicBezTo>
                <a:lnTo>
                  <a:pt x="14534" y="10798"/>
                </a:lnTo>
                <a:cubicBezTo>
                  <a:pt x="14654" y="10798"/>
                  <a:pt x="14763" y="10857"/>
                  <a:pt x="14857" y="10970"/>
                </a:cubicBezTo>
                <a:cubicBezTo>
                  <a:pt x="14949" y="11081"/>
                  <a:pt x="14996" y="11210"/>
                  <a:pt x="14996" y="11354"/>
                </a:cubicBezTo>
                <a:lnTo>
                  <a:pt x="14996" y="11880"/>
                </a:lnTo>
                <a:cubicBezTo>
                  <a:pt x="15655" y="11880"/>
                  <a:pt x="16262" y="12077"/>
                  <a:pt x="16810" y="12476"/>
                </a:cubicBezTo>
                <a:cubicBezTo>
                  <a:pt x="17359" y="12874"/>
                  <a:pt x="17787" y="13396"/>
                  <a:pt x="18095" y="14046"/>
                </a:cubicBezTo>
                <a:lnTo>
                  <a:pt x="18533" y="13947"/>
                </a:lnTo>
                <a:cubicBezTo>
                  <a:pt x="18782" y="13136"/>
                  <a:pt x="18900" y="12272"/>
                  <a:pt x="18893" y="11354"/>
                </a:cubicBezTo>
                <a:cubicBezTo>
                  <a:pt x="18893" y="10228"/>
                  <a:pt x="18648" y="9177"/>
                  <a:pt x="18156" y="8194"/>
                </a:cubicBezTo>
                <a:cubicBezTo>
                  <a:pt x="17665" y="7220"/>
                  <a:pt x="17024" y="6362"/>
                  <a:pt x="16238" y="5622"/>
                </a:cubicBezTo>
                <a:cubicBezTo>
                  <a:pt x="15455" y="4882"/>
                  <a:pt x="14584" y="4300"/>
                  <a:pt x="13621" y="3877"/>
                </a:cubicBezTo>
                <a:cubicBezTo>
                  <a:pt x="12659" y="3456"/>
                  <a:pt x="11717" y="3241"/>
                  <a:pt x="10792" y="3241"/>
                </a:cubicBezTo>
                <a:cubicBezTo>
                  <a:pt x="9868" y="3241"/>
                  <a:pt x="8929" y="3456"/>
                  <a:pt x="7971" y="3877"/>
                </a:cubicBezTo>
                <a:cubicBezTo>
                  <a:pt x="7015" y="4300"/>
                  <a:pt x="6140" y="4879"/>
                  <a:pt x="5358" y="5608"/>
                </a:cubicBezTo>
                <a:cubicBezTo>
                  <a:pt x="4572" y="6336"/>
                  <a:pt x="3934" y="7198"/>
                  <a:pt x="3443" y="8183"/>
                </a:cubicBezTo>
                <a:cubicBezTo>
                  <a:pt x="2951" y="9171"/>
                  <a:pt x="2704" y="10219"/>
                  <a:pt x="2704" y="11329"/>
                </a:cubicBezTo>
                <a:cubicBezTo>
                  <a:pt x="2704" y="12267"/>
                  <a:pt x="2824" y="13136"/>
                  <a:pt x="3066" y="13947"/>
                </a:cubicBezTo>
                <a:lnTo>
                  <a:pt x="3504" y="14046"/>
                </a:lnTo>
                <a:cubicBezTo>
                  <a:pt x="3812" y="13396"/>
                  <a:pt x="4240" y="12874"/>
                  <a:pt x="4789" y="12476"/>
                </a:cubicBezTo>
                <a:cubicBezTo>
                  <a:pt x="5337" y="12077"/>
                  <a:pt x="5942" y="11880"/>
                  <a:pt x="6603" y="11880"/>
                </a:cubicBezTo>
                <a:lnTo>
                  <a:pt x="6603" y="11354"/>
                </a:lnTo>
                <a:cubicBezTo>
                  <a:pt x="6603" y="11210"/>
                  <a:pt x="6646" y="11081"/>
                  <a:pt x="6737" y="10970"/>
                </a:cubicBezTo>
                <a:cubicBezTo>
                  <a:pt x="6827" y="10857"/>
                  <a:pt x="6935" y="10798"/>
                  <a:pt x="7065" y="10798"/>
                </a:cubicBezTo>
                <a:lnTo>
                  <a:pt x="7966" y="10798"/>
                </a:lnTo>
                <a:cubicBezTo>
                  <a:pt x="8086" y="10798"/>
                  <a:pt x="8187" y="10857"/>
                  <a:pt x="8270" y="10970"/>
                </a:cubicBezTo>
                <a:cubicBezTo>
                  <a:pt x="8352" y="11081"/>
                  <a:pt x="8392" y="11210"/>
                  <a:pt x="8392" y="11354"/>
                </a:cubicBezTo>
                <a:lnTo>
                  <a:pt x="8392" y="21074"/>
                </a:lnTo>
                <a:cubicBezTo>
                  <a:pt x="8392" y="21218"/>
                  <a:pt x="8352" y="21343"/>
                  <a:pt x="8270" y="21447"/>
                </a:cubicBezTo>
                <a:cubicBezTo>
                  <a:pt x="8187" y="21549"/>
                  <a:pt x="8086" y="21599"/>
                  <a:pt x="7966" y="21599"/>
                </a:cubicBezTo>
                <a:lnTo>
                  <a:pt x="7065" y="21599"/>
                </a:lnTo>
                <a:cubicBezTo>
                  <a:pt x="6945" y="21599"/>
                  <a:pt x="6836" y="21549"/>
                  <a:pt x="6742" y="21447"/>
                </a:cubicBezTo>
                <a:cubicBezTo>
                  <a:pt x="6650" y="21343"/>
                  <a:pt x="6603" y="21218"/>
                  <a:pt x="6603" y="21074"/>
                </a:cubicBezTo>
                <a:lnTo>
                  <a:pt x="6603" y="20521"/>
                </a:lnTo>
                <a:cubicBezTo>
                  <a:pt x="6189" y="20521"/>
                  <a:pt x="5789" y="20436"/>
                  <a:pt x="5403" y="20270"/>
                </a:cubicBezTo>
                <a:cubicBezTo>
                  <a:pt x="5015" y="20103"/>
                  <a:pt x="4671" y="19877"/>
                  <a:pt x="4370" y="19589"/>
                </a:cubicBezTo>
                <a:cubicBezTo>
                  <a:pt x="4073" y="19298"/>
                  <a:pt x="3814" y="18956"/>
                  <a:pt x="3598" y="18558"/>
                </a:cubicBezTo>
                <a:cubicBezTo>
                  <a:pt x="3388" y="18163"/>
                  <a:pt x="3233" y="17725"/>
                  <a:pt x="3144" y="17245"/>
                </a:cubicBezTo>
                <a:lnTo>
                  <a:pt x="1172" y="16895"/>
                </a:lnTo>
                <a:lnTo>
                  <a:pt x="877" y="16085"/>
                </a:lnTo>
                <a:cubicBezTo>
                  <a:pt x="294" y="14571"/>
                  <a:pt x="0" y="12987"/>
                  <a:pt x="0" y="11326"/>
                </a:cubicBezTo>
                <a:cubicBezTo>
                  <a:pt x="0" y="9776"/>
                  <a:pt x="320" y="8310"/>
                  <a:pt x="957" y="6938"/>
                </a:cubicBezTo>
                <a:cubicBezTo>
                  <a:pt x="1595" y="5563"/>
                  <a:pt x="2426" y="4363"/>
                  <a:pt x="3447" y="3335"/>
                </a:cubicBezTo>
                <a:cubicBezTo>
                  <a:pt x="4469" y="2307"/>
                  <a:pt x="5622" y="1493"/>
                  <a:pt x="6909" y="895"/>
                </a:cubicBezTo>
                <a:cubicBezTo>
                  <a:pt x="8192" y="296"/>
                  <a:pt x="9486" y="0"/>
                  <a:pt x="10792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290B3C-5CBF-4397-8AB0-D5061A628292}"/>
              </a:ext>
            </a:extLst>
          </p:cNvPr>
          <p:cNvSpPr txBox="1"/>
          <p:nvPr/>
        </p:nvSpPr>
        <p:spPr>
          <a:xfrm>
            <a:off x="673100" y="4822726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38A4DD5-AB4D-4F27-AF82-D8DC52EE5B77}"/>
              </a:ext>
            </a:extLst>
          </p:cNvPr>
          <p:cNvSpPr txBox="1"/>
          <p:nvPr/>
        </p:nvSpPr>
        <p:spPr>
          <a:xfrm>
            <a:off x="673100" y="4482460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 algn="r"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3C58656-1279-47FA-91A8-F2F23A5EE288}"/>
              </a:ext>
            </a:extLst>
          </p:cNvPr>
          <p:cNvSpPr/>
          <p:nvPr/>
        </p:nvSpPr>
        <p:spPr bwMode="auto">
          <a:xfrm>
            <a:off x="8183915" y="4732600"/>
            <a:ext cx="441850" cy="441966"/>
          </a:xfrm>
          <a:custGeom>
            <a:avLst/>
            <a:gdLst>
              <a:gd name="T0" fmla="*/ 10800 w 21600"/>
              <a:gd name="T1" fmla="*/ 10789 h 21579"/>
              <a:gd name="T2" fmla="*/ 10800 w 21600"/>
              <a:gd name="T3" fmla="*/ 10789 h 21579"/>
              <a:gd name="T4" fmla="*/ 10800 w 21600"/>
              <a:gd name="T5" fmla="*/ 10789 h 21579"/>
              <a:gd name="T6" fmla="*/ 10800 w 21600"/>
              <a:gd name="T7" fmla="*/ 10789 h 21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579">
                <a:moveTo>
                  <a:pt x="21599" y="9391"/>
                </a:moveTo>
                <a:cubicBezTo>
                  <a:pt x="21599" y="9887"/>
                  <a:pt x="21472" y="10321"/>
                  <a:pt x="21218" y="10697"/>
                </a:cubicBezTo>
                <a:cubicBezTo>
                  <a:pt x="20963" y="11072"/>
                  <a:pt x="20647" y="11313"/>
                  <a:pt x="20263" y="11427"/>
                </a:cubicBezTo>
                <a:lnTo>
                  <a:pt x="20263" y="16610"/>
                </a:lnTo>
                <a:cubicBezTo>
                  <a:pt x="20263" y="17200"/>
                  <a:pt x="20087" y="17708"/>
                  <a:pt x="19729" y="18128"/>
                </a:cubicBezTo>
                <a:cubicBezTo>
                  <a:pt x="19374" y="18550"/>
                  <a:pt x="18951" y="18758"/>
                  <a:pt x="18459" y="18758"/>
                </a:cubicBezTo>
                <a:cubicBezTo>
                  <a:pt x="17927" y="18122"/>
                  <a:pt x="17286" y="17505"/>
                  <a:pt x="16537" y="16904"/>
                </a:cubicBezTo>
                <a:cubicBezTo>
                  <a:pt x="15785" y="16305"/>
                  <a:pt x="14980" y="15756"/>
                  <a:pt x="14116" y="15254"/>
                </a:cubicBezTo>
                <a:cubicBezTo>
                  <a:pt x="13254" y="14755"/>
                  <a:pt x="12363" y="14324"/>
                  <a:pt x="11449" y="13969"/>
                </a:cubicBezTo>
                <a:cubicBezTo>
                  <a:pt x="10536" y="13614"/>
                  <a:pt x="9648" y="13379"/>
                  <a:pt x="8788" y="13267"/>
                </a:cubicBezTo>
                <a:cubicBezTo>
                  <a:pt x="8453" y="13379"/>
                  <a:pt x="8179" y="13564"/>
                  <a:pt x="7968" y="13828"/>
                </a:cubicBezTo>
                <a:cubicBezTo>
                  <a:pt x="7758" y="14092"/>
                  <a:pt x="7613" y="14386"/>
                  <a:pt x="7535" y="14706"/>
                </a:cubicBezTo>
                <a:cubicBezTo>
                  <a:pt x="7457" y="15028"/>
                  <a:pt x="7449" y="15360"/>
                  <a:pt x="7510" y="15698"/>
                </a:cubicBezTo>
                <a:cubicBezTo>
                  <a:pt x="7574" y="16035"/>
                  <a:pt x="7719" y="16340"/>
                  <a:pt x="7946" y="16610"/>
                </a:cubicBezTo>
                <a:cubicBezTo>
                  <a:pt x="7750" y="16992"/>
                  <a:pt x="7660" y="17347"/>
                  <a:pt x="7677" y="17673"/>
                </a:cubicBezTo>
                <a:cubicBezTo>
                  <a:pt x="7692" y="17993"/>
                  <a:pt x="7772" y="18307"/>
                  <a:pt x="7917" y="18606"/>
                </a:cubicBezTo>
                <a:cubicBezTo>
                  <a:pt x="8059" y="18908"/>
                  <a:pt x="8255" y="19193"/>
                  <a:pt x="8497" y="19469"/>
                </a:cubicBezTo>
                <a:cubicBezTo>
                  <a:pt x="8737" y="19745"/>
                  <a:pt x="8996" y="20021"/>
                  <a:pt x="9271" y="20291"/>
                </a:cubicBezTo>
                <a:cubicBezTo>
                  <a:pt x="9114" y="20696"/>
                  <a:pt x="8842" y="21001"/>
                  <a:pt x="8455" y="21212"/>
                </a:cubicBezTo>
                <a:cubicBezTo>
                  <a:pt x="8069" y="21423"/>
                  <a:pt x="7655" y="21541"/>
                  <a:pt x="7212" y="21570"/>
                </a:cubicBezTo>
                <a:cubicBezTo>
                  <a:pt x="6771" y="21599"/>
                  <a:pt x="6340" y="21550"/>
                  <a:pt x="5917" y="21423"/>
                </a:cubicBezTo>
                <a:cubicBezTo>
                  <a:pt x="5496" y="21294"/>
                  <a:pt x="5163" y="21092"/>
                  <a:pt x="4923" y="20810"/>
                </a:cubicBezTo>
                <a:cubicBezTo>
                  <a:pt x="4781" y="20241"/>
                  <a:pt x="4624" y="19657"/>
                  <a:pt x="4453" y="19055"/>
                </a:cubicBezTo>
                <a:cubicBezTo>
                  <a:pt x="4281" y="18453"/>
                  <a:pt x="4139" y="17843"/>
                  <a:pt x="4032" y="17224"/>
                </a:cubicBezTo>
                <a:cubicBezTo>
                  <a:pt x="3921" y="16599"/>
                  <a:pt x="3868" y="15953"/>
                  <a:pt x="3868" y="15281"/>
                </a:cubicBezTo>
                <a:cubicBezTo>
                  <a:pt x="3868" y="14615"/>
                  <a:pt x="3961" y="13905"/>
                  <a:pt x="4149" y="13153"/>
                </a:cubicBezTo>
                <a:lnTo>
                  <a:pt x="1804" y="13153"/>
                </a:lnTo>
                <a:cubicBezTo>
                  <a:pt x="1312" y="13153"/>
                  <a:pt x="888" y="12945"/>
                  <a:pt x="533" y="12522"/>
                </a:cubicBezTo>
                <a:cubicBezTo>
                  <a:pt x="176" y="12100"/>
                  <a:pt x="0" y="11592"/>
                  <a:pt x="0" y="10990"/>
                </a:cubicBezTo>
                <a:lnTo>
                  <a:pt x="0" y="7774"/>
                </a:lnTo>
                <a:cubicBezTo>
                  <a:pt x="0" y="7184"/>
                  <a:pt x="176" y="6676"/>
                  <a:pt x="526" y="6245"/>
                </a:cubicBezTo>
                <a:cubicBezTo>
                  <a:pt x="878" y="5819"/>
                  <a:pt x="1304" y="5605"/>
                  <a:pt x="1804" y="5605"/>
                </a:cubicBezTo>
                <a:lnTo>
                  <a:pt x="7652" y="5605"/>
                </a:lnTo>
                <a:cubicBezTo>
                  <a:pt x="8551" y="5605"/>
                  <a:pt x="9508" y="5449"/>
                  <a:pt x="10524" y="5135"/>
                </a:cubicBezTo>
                <a:cubicBezTo>
                  <a:pt x="11540" y="4821"/>
                  <a:pt x="12536" y="4399"/>
                  <a:pt x="13511" y="3873"/>
                </a:cubicBezTo>
                <a:cubicBezTo>
                  <a:pt x="14488" y="3342"/>
                  <a:pt x="15408" y="2744"/>
                  <a:pt x="16272" y="2071"/>
                </a:cubicBezTo>
                <a:cubicBezTo>
                  <a:pt x="17134" y="1405"/>
                  <a:pt x="17864" y="713"/>
                  <a:pt x="18459" y="0"/>
                </a:cubicBezTo>
                <a:cubicBezTo>
                  <a:pt x="18951" y="0"/>
                  <a:pt x="19374" y="214"/>
                  <a:pt x="19729" y="633"/>
                </a:cubicBezTo>
                <a:cubicBezTo>
                  <a:pt x="20087" y="1056"/>
                  <a:pt x="20263" y="1567"/>
                  <a:pt x="20263" y="2165"/>
                </a:cubicBezTo>
                <a:lnTo>
                  <a:pt x="20263" y="7334"/>
                </a:lnTo>
                <a:cubicBezTo>
                  <a:pt x="20647" y="7445"/>
                  <a:pt x="20963" y="7692"/>
                  <a:pt x="21218" y="8070"/>
                </a:cubicBezTo>
                <a:cubicBezTo>
                  <a:pt x="21472" y="8454"/>
                  <a:pt x="21599" y="8895"/>
                  <a:pt x="21599" y="9391"/>
                </a:cubicBezTo>
                <a:moveTo>
                  <a:pt x="18459" y="2855"/>
                </a:moveTo>
                <a:cubicBezTo>
                  <a:pt x="17864" y="3407"/>
                  <a:pt x="17215" y="3941"/>
                  <a:pt x="16512" y="4451"/>
                </a:cubicBezTo>
                <a:cubicBezTo>
                  <a:pt x="15810" y="4962"/>
                  <a:pt x="15065" y="5423"/>
                  <a:pt x="14280" y="5834"/>
                </a:cubicBezTo>
                <a:cubicBezTo>
                  <a:pt x="13494" y="6245"/>
                  <a:pt x="12693" y="6609"/>
                  <a:pt x="11878" y="6923"/>
                </a:cubicBezTo>
                <a:cubicBezTo>
                  <a:pt x="11060" y="7237"/>
                  <a:pt x="10255" y="7462"/>
                  <a:pt x="9457" y="7603"/>
                </a:cubicBezTo>
                <a:lnTo>
                  <a:pt x="9457" y="11172"/>
                </a:lnTo>
                <a:cubicBezTo>
                  <a:pt x="10255" y="11325"/>
                  <a:pt x="11060" y="11554"/>
                  <a:pt x="11878" y="11862"/>
                </a:cubicBezTo>
                <a:cubicBezTo>
                  <a:pt x="12693" y="12170"/>
                  <a:pt x="13494" y="12537"/>
                  <a:pt x="14280" y="12956"/>
                </a:cubicBezTo>
                <a:cubicBezTo>
                  <a:pt x="15065" y="13379"/>
                  <a:pt x="15812" y="13843"/>
                  <a:pt x="16524" y="14347"/>
                </a:cubicBezTo>
                <a:cubicBezTo>
                  <a:pt x="17234" y="14855"/>
                  <a:pt x="17881" y="15380"/>
                  <a:pt x="18459" y="15920"/>
                </a:cubicBezTo>
                <a:lnTo>
                  <a:pt x="18459" y="285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8DA5584E-3D1C-4377-94AE-EB5FD95F172C}"/>
              </a:ext>
            </a:extLst>
          </p:cNvPr>
          <p:cNvSpPr/>
          <p:nvPr/>
        </p:nvSpPr>
        <p:spPr bwMode="auto">
          <a:xfrm>
            <a:off x="8183915" y="2093439"/>
            <a:ext cx="384470" cy="460154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317D3D4-B32D-4BBF-AE77-FE5BA8711B91}"/>
              </a:ext>
            </a:extLst>
          </p:cNvPr>
          <p:cNvSpPr/>
          <p:nvPr/>
        </p:nvSpPr>
        <p:spPr bwMode="auto">
          <a:xfrm>
            <a:off x="8183915" y="3479415"/>
            <a:ext cx="402074" cy="318270"/>
          </a:xfrm>
          <a:custGeom>
            <a:avLst/>
            <a:gdLst>
              <a:gd name="T0" fmla="*/ 6800 w 6800"/>
              <a:gd name="T1" fmla="*/ 1954 h 5390"/>
              <a:gd name="T2" fmla="*/ 6114 w 6800"/>
              <a:gd name="T3" fmla="*/ 1209 h 5390"/>
              <a:gd name="T4" fmla="*/ 5479 w 6800"/>
              <a:gd name="T5" fmla="*/ 0 h 5390"/>
              <a:gd name="T6" fmla="*/ 1321 w 6800"/>
              <a:gd name="T7" fmla="*/ 0 h 5390"/>
              <a:gd name="T8" fmla="*/ 686 w 6800"/>
              <a:gd name="T9" fmla="*/ 1209 h 5390"/>
              <a:gd name="T10" fmla="*/ 0 w 6800"/>
              <a:gd name="T11" fmla="*/ 1954 h 5390"/>
              <a:gd name="T12" fmla="*/ 0 w 6800"/>
              <a:gd name="T13" fmla="*/ 4136 h 5390"/>
              <a:gd name="T14" fmla="*/ 0 w 6800"/>
              <a:gd name="T15" fmla="*/ 4302 h 5390"/>
              <a:gd name="T16" fmla="*/ 0 w 6800"/>
              <a:gd name="T17" fmla="*/ 5079 h 5390"/>
              <a:gd name="T18" fmla="*/ 311 w 6800"/>
              <a:gd name="T19" fmla="*/ 5390 h 5390"/>
              <a:gd name="T20" fmla="*/ 1308 w 6800"/>
              <a:gd name="T21" fmla="*/ 5390 h 5390"/>
              <a:gd name="T22" fmla="*/ 1619 w 6800"/>
              <a:gd name="T23" fmla="*/ 5079 h 5390"/>
              <a:gd name="T24" fmla="*/ 1619 w 6800"/>
              <a:gd name="T25" fmla="*/ 4302 h 5390"/>
              <a:gd name="T26" fmla="*/ 5181 w 6800"/>
              <a:gd name="T27" fmla="*/ 4302 h 5390"/>
              <a:gd name="T28" fmla="*/ 5181 w 6800"/>
              <a:gd name="T29" fmla="*/ 5079 h 5390"/>
              <a:gd name="T30" fmla="*/ 5492 w 6800"/>
              <a:gd name="T31" fmla="*/ 5390 h 5390"/>
              <a:gd name="T32" fmla="*/ 6489 w 6800"/>
              <a:gd name="T33" fmla="*/ 5390 h 5390"/>
              <a:gd name="T34" fmla="*/ 6800 w 6800"/>
              <a:gd name="T35" fmla="*/ 5079 h 5390"/>
              <a:gd name="T36" fmla="*/ 6800 w 6800"/>
              <a:gd name="T37" fmla="*/ 4302 h 5390"/>
              <a:gd name="T38" fmla="*/ 6800 w 6800"/>
              <a:gd name="T39" fmla="*/ 4302 h 5390"/>
              <a:gd name="T40" fmla="*/ 6800 w 6800"/>
              <a:gd name="T41" fmla="*/ 1954 h 5390"/>
              <a:gd name="T42" fmla="*/ 6800 w 6800"/>
              <a:gd name="T43" fmla="*/ 1954 h 5390"/>
              <a:gd name="T44" fmla="*/ 1698 w 6800"/>
              <a:gd name="T45" fmla="*/ 440 h 5390"/>
              <a:gd name="T46" fmla="*/ 5102 w 6800"/>
              <a:gd name="T47" fmla="*/ 440 h 5390"/>
              <a:gd name="T48" fmla="*/ 5674 w 6800"/>
              <a:gd name="T49" fmla="*/ 1541 h 5390"/>
              <a:gd name="T50" fmla="*/ 1126 w 6800"/>
              <a:gd name="T51" fmla="*/ 1541 h 5390"/>
              <a:gd name="T52" fmla="*/ 1698 w 6800"/>
              <a:gd name="T53" fmla="*/ 440 h 5390"/>
              <a:gd name="T54" fmla="*/ 1968 w 6800"/>
              <a:gd name="T55" fmla="*/ 3760 h 5390"/>
              <a:gd name="T56" fmla="*/ 611 w 6800"/>
              <a:gd name="T57" fmla="*/ 3760 h 5390"/>
              <a:gd name="T58" fmla="*/ 611 w 6800"/>
              <a:gd name="T59" fmla="*/ 3047 h 5390"/>
              <a:gd name="T60" fmla="*/ 1968 w 6800"/>
              <a:gd name="T61" fmla="*/ 3047 h 5390"/>
              <a:gd name="T62" fmla="*/ 1968 w 6800"/>
              <a:gd name="T63" fmla="*/ 3760 h 5390"/>
              <a:gd name="T64" fmla="*/ 6189 w 6800"/>
              <a:gd name="T65" fmla="*/ 3760 h 5390"/>
              <a:gd name="T66" fmla="*/ 4832 w 6800"/>
              <a:gd name="T67" fmla="*/ 3760 h 5390"/>
              <a:gd name="T68" fmla="*/ 4832 w 6800"/>
              <a:gd name="T69" fmla="*/ 3047 h 5390"/>
              <a:gd name="T70" fmla="*/ 6189 w 6800"/>
              <a:gd name="T71" fmla="*/ 3047 h 5390"/>
              <a:gd name="T72" fmla="*/ 6189 w 6800"/>
              <a:gd name="T73" fmla="*/ 3760 h 5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800" h="5390">
                <a:moveTo>
                  <a:pt x="6800" y="1954"/>
                </a:moveTo>
                <a:lnTo>
                  <a:pt x="6114" y="1209"/>
                </a:lnTo>
                <a:lnTo>
                  <a:pt x="5479" y="0"/>
                </a:lnTo>
                <a:lnTo>
                  <a:pt x="1321" y="0"/>
                </a:lnTo>
                <a:lnTo>
                  <a:pt x="686" y="1209"/>
                </a:lnTo>
                <a:lnTo>
                  <a:pt x="0" y="1954"/>
                </a:lnTo>
                <a:lnTo>
                  <a:pt x="0" y="4136"/>
                </a:lnTo>
                <a:lnTo>
                  <a:pt x="0" y="4302"/>
                </a:lnTo>
                <a:lnTo>
                  <a:pt x="0" y="5079"/>
                </a:lnTo>
                <a:cubicBezTo>
                  <a:pt x="0" y="5251"/>
                  <a:pt x="139" y="5390"/>
                  <a:pt x="311" y="5390"/>
                </a:cubicBezTo>
                <a:lnTo>
                  <a:pt x="1308" y="5390"/>
                </a:lnTo>
                <a:cubicBezTo>
                  <a:pt x="1480" y="5390"/>
                  <a:pt x="1619" y="5251"/>
                  <a:pt x="1619" y="5079"/>
                </a:cubicBezTo>
                <a:lnTo>
                  <a:pt x="1619" y="4302"/>
                </a:lnTo>
                <a:lnTo>
                  <a:pt x="5181" y="4302"/>
                </a:lnTo>
                <a:lnTo>
                  <a:pt x="5181" y="5079"/>
                </a:lnTo>
                <a:cubicBezTo>
                  <a:pt x="5181" y="5251"/>
                  <a:pt x="5320" y="5390"/>
                  <a:pt x="5492" y="5390"/>
                </a:cubicBezTo>
                <a:lnTo>
                  <a:pt x="6489" y="5390"/>
                </a:lnTo>
                <a:cubicBezTo>
                  <a:pt x="6661" y="5390"/>
                  <a:pt x="6800" y="5251"/>
                  <a:pt x="6800" y="5079"/>
                </a:cubicBezTo>
                <a:lnTo>
                  <a:pt x="6800" y="4302"/>
                </a:lnTo>
                <a:lnTo>
                  <a:pt x="6800" y="4302"/>
                </a:lnTo>
                <a:lnTo>
                  <a:pt x="6800" y="1954"/>
                </a:lnTo>
                <a:lnTo>
                  <a:pt x="6800" y="1954"/>
                </a:lnTo>
                <a:close/>
                <a:moveTo>
                  <a:pt x="1698" y="440"/>
                </a:moveTo>
                <a:lnTo>
                  <a:pt x="5102" y="440"/>
                </a:lnTo>
                <a:lnTo>
                  <a:pt x="5674" y="1541"/>
                </a:lnTo>
                <a:lnTo>
                  <a:pt x="1126" y="1541"/>
                </a:lnTo>
                <a:lnTo>
                  <a:pt x="1698" y="440"/>
                </a:lnTo>
                <a:close/>
                <a:moveTo>
                  <a:pt x="1968" y="3760"/>
                </a:moveTo>
                <a:lnTo>
                  <a:pt x="611" y="3760"/>
                </a:lnTo>
                <a:lnTo>
                  <a:pt x="611" y="3047"/>
                </a:lnTo>
                <a:lnTo>
                  <a:pt x="1968" y="3047"/>
                </a:lnTo>
                <a:lnTo>
                  <a:pt x="1968" y="3760"/>
                </a:lnTo>
                <a:close/>
                <a:moveTo>
                  <a:pt x="6189" y="3760"/>
                </a:moveTo>
                <a:lnTo>
                  <a:pt x="4832" y="3760"/>
                </a:lnTo>
                <a:lnTo>
                  <a:pt x="4832" y="3047"/>
                </a:lnTo>
                <a:lnTo>
                  <a:pt x="6189" y="3047"/>
                </a:lnTo>
                <a:lnTo>
                  <a:pt x="6189" y="37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4F4AA0-6F84-4058-BE31-7DAFCE6AA434}"/>
              </a:ext>
            </a:extLst>
          </p:cNvPr>
          <p:cNvSpPr txBox="1"/>
          <p:nvPr/>
        </p:nvSpPr>
        <p:spPr>
          <a:xfrm>
            <a:off x="8767982" y="2192659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E9569D-A9C6-412B-AA4A-6C25E4910E5E}"/>
              </a:ext>
            </a:extLst>
          </p:cNvPr>
          <p:cNvSpPr txBox="1"/>
          <p:nvPr/>
        </p:nvSpPr>
        <p:spPr>
          <a:xfrm>
            <a:off x="8767982" y="1852393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0F6756-246A-47A6-954C-1E6F7359ED56}"/>
              </a:ext>
            </a:extLst>
          </p:cNvPr>
          <p:cNvSpPr txBox="1"/>
          <p:nvPr/>
        </p:nvSpPr>
        <p:spPr>
          <a:xfrm>
            <a:off x="8767982" y="3507693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745A14-422B-4BF4-9637-A8F21E5C6576}"/>
              </a:ext>
            </a:extLst>
          </p:cNvPr>
          <p:cNvSpPr txBox="1"/>
          <p:nvPr/>
        </p:nvSpPr>
        <p:spPr>
          <a:xfrm>
            <a:off x="8767982" y="3167427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71303CF-0F25-4610-83FC-4DDDA3ECF9E2}"/>
              </a:ext>
            </a:extLst>
          </p:cNvPr>
          <p:cNvSpPr txBox="1"/>
          <p:nvPr/>
        </p:nvSpPr>
        <p:spPr>
          <a:xfrm>
            <a:off x="8767982" y="4822726"/>
            <a:ext cx="2750918" cy="601981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76D867-B463-4A37-BF33-6197264226B1}"/>
              </a:ext>
            </a:extLst>
          </p:cNvPr>
          <p:cNvSpPr txBox="1"/>
          <p:nvPr/>
        </p:nvSpPr>
        <p:spPr>
          <a:xfrm>
            <a:off x="8767982" y="4482460"/>
            <a:ext cx="2750918" cy="340265"/>
          </a:xfrm>
          <a:prstGeom prst="rect">
            <a:avLst/>
          </a:prstGeom>
          <a:noFill/>
        </p:spPr>
        <p:txBody>
          <a:bodyPr wrap="none" lIns="91440" tIns="45720" rIns="91440" bIns="45720" anchor="ctr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cs typeface="+mn-ea"/>
                <a:sym typeface="+mn-lt"/>
              </a:rPr>
              <a:t>…</a:t>
            </a:r>
            <a:r>
              <a:rPr lang="zh-CN" altLang="en-US" b="1" dirty="0">
                <a:cs typeface="+mn-ea"/>
                <a:sym typeface="+mn-lt"/>
              </a:rPr>
              <a:t>亮点</a:t>
            </a:r>
            <a:endParaRPr lang="en-US" altLang="zh-CN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9544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2DEFA-01FD-4744-89F5-15D4757D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课程亮点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548087-0C59-49BD-902D-581F256C822E}"/>
              </a:ext>
            </a:extLst>
          </p:cNvPr>
          <p:cNvSpPr/>
          <p:nvPr/>
        </p:nvSpPr>
        <p:spPr>
          <a:xfrm>
            <a:off x="673100" y="1143830"/>
            <a:ext cx="10845800" cy="2417875"/>
          </a:xfrm>
          <a:prstGeom prst="rect">
            <a:avLst/>
          </a:prstGeom>
          <a:blipFill>
            <a:blip r:embed="rId2"/>
            <a:srcRect/>
            <a:stretch>
              <a:fillRect t="-100044" b="-99001"/>
            </a:stretch>
          </a:blip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68EDCA-EC2E-4B60-8CAB-60D6E5DB40D5}"/>
              </a:ext>
            </a:extLst>
          </p:cNvPr>
          <p:cNvSpPr/>
          <p:nvPr/>
        </p:nvSpPr>
        <p:spPr>
          <a:xfrm>
            <a:off x="673100" y="2369832"/>
            <a:ext cx="10845800" cy="1191873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Text here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7C1C054-320E-4111-928C-2AC355C1631E}"/>
              </a:ext>
            </a:extLst>
          </p:cNvPr>
          <p:cNvSpPr/>
          <p:nvPr/>
        </p:nvSpPr>
        <p:spPr>
          <a:xfrm>
            <a:off x="2087880" y="3313764"/>
            <a:ext cx="735330" cy="73533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indent="-225425" algn="ctr" fontAlgn="base">
              <a:spcBef>
                <a:spcPct val="0"/>
              </a:spcBef>
              <a:spcAft>
                <a:spcPct val="0"/>
              </a:spcAft>
            </a:pPr>
            <a:endParaRPr lang="en-US" sz="2000" b="1" kern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3FEA4E5-C221-4224-AC9D-121B90AED1B9}"/>
              </a:ext>
            </a:extLst>
          </p:cNvPr>
          <p:cNvSpPr/>
          <p:nvPr/>
        </p:nvSpPr>
        <p:spPr>
          <a:xfrm>
            <a:off x="2295967" y="3521906"/>
            <a:ext cx="319156" cy="319045"/>
          </a:xfrm>
          <a:custGeom>
            <a:avLst/>
            <a:gdLst>
              <a:gd name="connsiteX0" fmla="*/ 0 w 606933"/>
              <a:gd name="connsiteY0" fmla="*/ 362213 h 606722"/>
              <a:gd name="connsiteX1" fmla="*/ 88983 w 606933"/>
              <a:gd name="connsiteY1" fmla="*/ 362213 h 606722"/>
              <a:gd name="connsiteX2" fmla="*/ 88983 w 606933"/>
              <a:gd name="connsiteY2" fmla="*/ 364880 h 606722"/>
              <a:gd name="connsiteX3" fmla="*/ 88983 w 606933"/>
              <a:gd name="connsiteY3" fmla="*/ 398210 h 606722"/>
              <a:gd name="connsiteX4" fmla="*/ 88983 w 606933"/>
              <a:gd name="connsiteY4" fmla="*/ 560238 h 606722"/>
              <a:gd name="connsiteX5" fmla="*/ 88983 w 606933"/>
              <a:gd name="connsiteY5" fmla="*/ 570637 h 606722"/>
              <a:gd name="connsiteX6" fmla="*/ 88983 w 606933"/>
              <a:gd name="connsiteY6" fmla="*/ 606722 h 606722"/>
              <a:gd name="connsiteX7" fmla="*/ 0 w 606933"/>
              <a:gd name="connsiteY7" fmla="*/ 606722 h 606722"/>
              <a:gd name="connsiteX8" fmla="*/ 276890 w 606933"/>
              <a:gd name="connsiteY8" fmla="*/ 335751 h 606722"/>
              <a:gd name="connsiteX9" fmla="*/ 443069 w 606933"/>
              <a:gd name="connsiteY9" fmla="*/ 377345 h 606722"/>
              <a:gd name="connsiteX10" fmla="*/ 443069 w 606933"/>
              <a:gd name="connsiteY10" fmla="*/ 423559 h 606722"/>
              <a:gd name="connsiteX11" fmla="*/ 442802 w 606933"/>
              <a:gd name="connsiteY11" fmla="*/ 423648 h 606722"/>
              <a:gd name="connsiteX12" fmla="*/ 323976 w 606933"/>
              <a:gd name="connsiteY12" fmla="*/ 394764 h 606722"/>
              <a:gd name="connsiteX13" fmla="*/ 315342 w 606933"/>
              <a:gd name="connsiteY13" fmla="*/ 429781 h 606722"/>
              <a:gd name="connsiteX14" fmla="*/ 443336 w 606933"/>
              <a:gd name="connsiteY14" fmla="*/ 460887 h 606722"/>
              <a:gd name="connsiteX15" fmla="*/ 593493 w 606933"/>
              <a:gd name="connsiteY15" fmla="*/ 419649 h 606722"/>
              <a:gd name="connsiteX16" fmla="*/ 606933 w 606933"/>
              <a:gd name="connsiteY16" fmla="*/ 470663 h 606722"/>
              <a:gd name="connsiteX17" fmla="*/ 382810 w 606933"/>
              <a:gd name="connsiteY17" fmla="*/ 594021 h 606722"/>
              <a:gd name="connsiteX18" fmla="*/ 212804 w 606933"/>
              <a:gd name="connsiteY18" fmla="*/ 546384 h 606722"/>
              <a:gd name="connsiteX19" fmla="*/ 125042 w 606933"/>
              <a:gd name="connsiteY19" fmla="*/ 556249 h 606722"/>
              <a:gd name="connsiteX20" fmla="*/ 125042 w 606933"/>
              <a:gd name="connsiteY20" fmla="*/ 519900 h 606722"/>
              <a:gd name="connsiteX21" fmla="*/ 125042 w 606933"/>
              <a:gd name="connsiteY21" fmla="*/ 395742 h 606722"/>
              <a:gd name="connsiteX22" fmla="*/ 125042 w 606933"/>
              <a:gd name="connsiteY22" fmla="*/ 362236 h 606722"/>
              <a:gd name="connsiteX23" fmla="*/ 125042 w 606933"/>
              <a:gd name="connsiteY23" fmla="*/ 359303 h 606722"/>
              <a:gd name="connsiteX24" fmla="*/ 382041 w 606933"/>
              <a:gd name="connsiteY24" fmla="*/ 177119 h 606722"/>
              <a:gd name="connsiteX25" fmla="*/ 399471 w 606933"/>
              <a:gd name="connsiteY25" fmla="*/ 197750 h 606722"/>
              <a:gd name="connsiteX26" fmla="*/ 382041 w 606933"/>
              <a:gd name="connsiteY26" fmla="*/ 218470 h 606722"/>
              <a:gd name="connsiteX27" fmla="*/ 345841 w 606933"/>
              <a:gd name="connsiteY27" fmla="*/ 95828 h 606722"/>
              <a:gd name="connsiteX28" fmla="*/ 345841 w 606933"/>
              <a:gd name="connsiteY28" fmla="*/ 137109 h 606722"/>
              <a:gd name="connsiteX29" fmla="*/ 328341 w 606933"/>
              <a:gd name="connsiteY29" fmla="*/ 116513 h 606722"/>
              <a:gd name="connsiteX30" fmla="*/ 345841 w 606933"/>
              <a:gd name="connsiteY30" fmla="*/ 95828 h 606722"/>
              <a:gd name="connsiteX31" fmla="*/ 345877 w 606933"/>
              <a:gd name="connsiteY31" fmla="*/ 41411 h 606722"/>
              <a:gd name="connsiteX32" fmla="*/ 345877 w 606933"/>
              <a:gd name="connsiteY32" fmla="*/ 59184 h 606722"/>
              <a:gd name="connsiteX33" fmla="*/ 315978 w 606933"/>
              <a:gd name="connsiteY33" fmla="*/ 70115 h 606722"/>
              <a:gd name="connsiteX34" fmla="*/ 292308 w 606933"/>
              <a:gd name="connsiteY34" fmla="*/ 116502 h 606722"/>
              <a:gd name="connsiteX35" fmla="*/ 315978 w 606933"/>
              <a:gd name="connsiteY35" fmla="*/ 162890 h 606722"/>
              <a:gd name="connsiteX36" fmla="*/ 345877 w 606933"/>
              <a:gd name="connsiteY36" fmla="*/ 173820 h 606722"/>
              <a:gd name="connsiteX37" fmla="*/ 345877 w 606933"/>
              <a:gd name="connsiteY37" fmla="*/ 218431 h 606722"/>
              <a:gd name="connsiteX38" fmla="*/ 328347 w 606933"/>
              <a:gd name="connsiteY38" fmla="*/ 197725 h 606722"/>
              <a:gd name="connsiteX39" fmla="*/ 292308 w 606933"/>
              <a:gd name="connsiteY39" fmla="*/ 197725 h 606722"/>
              <a:gd name="connsiteX40" fmla="*/ 315978 w 606933"/>
              <a:gd name="connsiteY40" fmla="*/ 244113 h 606722"/>
              <a:gd name="connsiteX41" fmla="*/ 345877 w 606933"/>
              <a:gd name="connsiteY41" fmla="*/ 255043 h 606722"/>
              <a:gd name="connsiteX42" fmla="*/ 345877 w 606933"/>
              <a:gd name="connsiteY42" fmla="*/ 272816 h 606722"/>
              <a:gd name="connsiteX43" fmla="*/ 382004 w 606933"/>
              <a:gd name="connsiteY43" fmla="*/ 272816 h 606722"/>
              <a:gd name="connsiteX44" fmla="*/ 382004 w 606933"/>
              <a:gd name="connsiteY44" fmla="*/ 255043 h 606722"/>
              <a:gd name="connsiteX45" fmla="*/ 411814 w 606933"/>
              <a:gd name="connsiteY45" fmla="*/ 244113 h 606722"/>
              <a:gd name="connsiteX46" fmla="*/ 435573 w 606933"/>
              <a:gd name="connsiteY46" fmla="*/ 197725 h 606722"/>
              <a:gd name="connsiteX47" fmla="*/ 411814 w 606933"/>
              <a:gd name="connsiteY47" fmla="*/ 151338 h 606722"/>
              <a:gd name="connsiteX48" fmla="*/ 382004 w 606933"/>
              <a:gd name="connsiteY48" fmla="*/ 140407 h 606722"/>
              <a:gd name="connsiteX49" fmla="*/ 382004 w 606933"/>
              <a:gd name="connsiteY49" fmla="*/ 95797 h 606722"/>
              <a:gd name="connsiteX50" fmla="*/ 399446 w 606933"/>
              <a:gd name="connsiteY50" fmla="*/ 116502 h 606722"/>
              <a:gd name="connsiteX51" fmla="*/ 435573 w 606933"/>
              <a:gd name="connsiteY51" fmla="*/ 116502 h 606722"/>
              <a:gd name="connsiteX52" fmla="*/ 411814 w 606933"/>
              <a:gd name="connsiteY52" fmla="*/ 70115 h 606722"/>
              <a:gd name="connsiteX53" fmla="*/ 382004 w 606933"/>
              <a:gd name="connsiteY53" fmla="*/ 59184 h 606722"/>
              <a:gd name="connsiteX54" fmla="*/ 382004 w 606933"/>
              <a:gd name="connsiteY54" fmla="*/ 41411 h 606722"/>
              <a:gd name="connsiteX55" fmla="*/ 363941 w 606933"/>
              <a:gd name="connsiteY55" fmla="*/ 0 h 606722"/>
              <a:gd name="connsiteX56" fmla="*/ 521266 w 606933"/>
              <a:gd name="connsiteY56" fmla="*/ 157114 h 606722"/>
              <a:gd name="connsiteX57" fmla="*/ 363941 w 606933"/>
              <a:gd name="connsiteY57" fmla="*/ 314228 h 606722"/>
              <a:gd name="connsiteX58" fmla="*/ 206615 w 606933"/>
              <a:gd name="connsiteY58" fmla="*/ 157114 h 606722"/>
              <a:gd name="connsiteX59" fmla="*/ 363941 w 606933"/>
              <a:gd name="connsiteY59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06933" h="606722">
                <a:moveTo>
                  <a:pt x="0" y="362213"/>
                </a:moveTo>
                <a:lnTo>
                  <a:pt x="88983" y="362213"/>
                </a:lnTo>
                <a:lnTo>
                  <a:pt x="88983" y="364880"/>
                </a:lnTo>
                <a:lnTo>
                  <a:pt x="88983" y="398210"/>
                </a:lnTo>
                <a:lnTo>
                  <a:pt x="88983" y="560238"/>
                </a:lnTo>
                <a:lnTo>
                  <a:pt x="88983" y="570637"/>
                </a:lnTo>
                <a:lnTo>
                  <a:pt x="88983" y="606722"/>
                </a:lnTo>
                <a:lnTo>
                  <a:pt x="0" y="606722"/>
                </a:lnTo>
                <a:close/>
                <a:moveTo>
                  <a:pt x="276890" y="335751"/>
                </a:moveTo>
                <a:lnTo>
                  <a:pt x="443069" y="377345"/>
                </a:lnTo>
                <a:lnTo>
                  <a:pt x="443069" y="423559"/>
                </a:lnTo>
                <a:lnTo>
                  <a:pt x="442802" y="423648"/>
                </a:lnTo>
                <a:lnTo>
                  <a:pt x="323976" y="394764"/>
                </a:lnTo>
                <a:lnTo>
                  <a:pt x="315342" y="429781"/>
                </a:lnTo>
                <a:lnTo>
                  <a:pt x="443336" y="460887"/>
                </a:lnTo>
                <a:lnTo>
                  <a:pt x="593493" y="419649"/>
                </a:lnTo>
                <a:lnTo>
                  <a:pt x="606933" y="470663"/>
                </a:lnTo>
                <a:lnTo>
                  <a:pt x="382810" y="594021"/>
                </a:lnTo>
                <a:lnTo>
                  <a:pt x="212804" y="546384"/>
                </a:lnTo>
                <a:lnTo>
                  <a:pt x="125042" y="556249"/>
                </a:lnTo>
                <a:lnTo>
                  <a:pt x="125042" y="519900"/>
                </a:lnTo>
                <a:lnTo>
                  <a:pt x="125042" y="395742"/>
                </a:lnTo>
                <a:lnTo>
                  <a:pt x="125042" y="362236"/>
                </a:lnTo>
                <a:lnTo>
                  <a:pt x="125042" y="359303"/>
                </a:lnTo>
                <a:close/>
                <a:moveTo>
                  <a:pt x="382041" y="177119"/>
                </a:moveTo>
                <a:cubicBezTo>
                  <a:pt x="399471" y="181654"/>
                  <a:pt x="399471" y="192859"/>
                  <a:pt x="399471" y="197750"/>
                </a:cubicBezTo>
                <a:cubicBezTo>
                  <a:pt x="399471" y="202641"/>
                  <a:pt x="399471" y="213934"/>
                  <a:pt x="382041" y="218470"/>
                </a:cubicBezTo>
                <a:close/>
                <a:moveTo>
                  <a:pt x="345841" y="95828"/>
                </a:moveTo>
                <a:lnTo>
                  <a:pt x="345841" y="137109"/>
                </a:lnTo>
                <a:cubicBezTo>
                  <a:pt x="328341" y="132670"/>
                  <a:pt x="328341" y="121395"/>
                  <a:pt x="328341" y="116513"/>
                </a:cubicBezTo>
                <a:cubicBezTo>
                  <a:pt x="328341" y="111630"/>
                  <a:pt x="328341" y="100355"/>
                  <a:pt x="345841" y="95828"/>
                </a:cubicBezTo>
                <a:close/>
                <a:moveTo>
                  <a:pt x="345877" y="41411"/>
                </a:moveTo>
                <a:lnTo>
                  <a:pt x="345877" y="59184"/>
                </a:lnTo>
                <a:cubicBezTo>
                  <a:pt x="334220" y="60961"/>
                  <a:pt x="324253" y="64605"/>
                  <a:pt x="315978" y="70115"/>
                </a:cubicBezTo>
                <a:cubicBezTo>
                  <a:pt x="300494" y="80423"/>
                  <a:pt x="292308" y="96508"/>
                  <a:pt x="292308" y="116502"/>
                </a:cubicBezTo>
                <a:cubicBezTo>
                  <a:pt x="292308" y="136497"/>
                  <a:pt x="300494" y="152582"/>
                  <a:pt x="315978" y="162890"/>
                </a:cubicBezTo>
                <a:cubicBezTo>
                  <a:pt x="324253" y="168400"/>
                  <a:pt x="334220" y="172043"/>
                  <a:pt x="345877" y="173820"/>
                </a:cubicBezTo>
                <a:lnTo>
                  <a:pt x="345877" y="218431"/>
                </a:lnTo>
                <a:cubicBezTo>
                  <a:pt x="328347" y="213899"/>
                  <a:pt x="328347" y="202613"/>
                  <a:pt x="328347" y="197725"/>
                </a:cubicBezTo>
                <a:lnTo>
                  <a:pt x="292308" y="197725"/>
                </a:lnTo>
                <a:cubicBezTo>
                  <a:pt x="292308" y="217720"/>
                  <a:pt x="300494" y="233805"/>
                  <a:pt x="315978" y="244113"/>
                </a:cubicBezTo>
                <a:cubicBezTo>
                  <a:pt x="324253" y="249623"/>
                  <a:pt x="334220" y="253266"/>
                  <a:pt x="345877" y="255043"/>
                </a:cubicBezTo>
                <a:lnTo>
                  <a:pt x="345877" y="272816"/>
                </a:lnTo>
                <a:lnTo>
                  <a:pt x="382004" y="272816"/>
                </a:lnTo>
                <a:lnTo>
                  <a:pt x="382004" y="255043"/>
                </a:lnTo>
                <a:cubicBezTo>
                  <a:pt x="393573" y="253266"/>
                  <a:pt x="403628" y="249623"/>
                  <a:pt x="411814" y="244113"/>
                </a:cubicBezTo>
                <a:cubicBezTo>
                  <a:pt x="427387" y="233805"/>
                  <a:pt x="435573" y="217720"/>
                  <a:pt x="435573" y="197725"/>
                </a:cubicBezTo>
                <a:cubicBezTo>
                  <a:pt x="435573" y="177731"/>
                  <a:pt x="427387" y="161735"/>
                  <a:pt x="411814" y="151338"/>
                </a:cubicBezTo>
                <a:cubicBezTo>
                  <a:pt x="403628" y="145917"/>
                  <a:pt x="393573" y="142273"/>
                  <a:pt x="382004" y="140407"/>
                </a:cubicBezTo>
                <a:lnTo>
                  <a:pt x="382004" y="95797"/>
                </a:lnTo>
                <a:cubicBezTo>
                  <a:pt x="399446" y="100329"/>
                  <a:pt x="399446" y="111615"/>
                  <a:pt x="399446" y="116502"/>
                </a:cubicBezTo>
                <a:lnTo>
                  <a:pt x="435573" y="116502"/>
                </a:lnTo>
                <a:cubicBezTo>
                  <a:pt x="435573" y="96508"/>
                  <a:pt x="427387" y="80423"/>
                  <a:pt x="411814" y="70115"/>
                </a:cubicBezTo>
                <a:cubicBezTo>
                  <a:pt x="403628" y="64605"/>
                  <a:pt x="393573" y="60961"/>
                  <a:pt x="382004" y="59184"/>
                </a:cubicBezTo>
                <a:lnTo>
                  <a:pt x="382004" y="41411"/>
                </a:lnTo>
                <a:close/>
                <a:moveTo>
                  <a:pt x="363941" y="0"/>
                </a:moveTo>
                <a:cubicBezTo>
                  <a:pt x="450701" y="0"/>
                  <a:pt x="521266" y="70470"/>
                  <a:pt x="521266" y="157114"/>
                </a:cubicBezTo>
                <a:cubicBezTo>
                  <a:pt x="521266" y="243758"/>
                  <a:pt x="450701" y="314228"/>
                  <a:pt x="363941" y="314228"/>
                </a:cubicBezTo>
                <a:cubicBezTo>
                  <a:pt x="277180" y="314228"/>
                  <a:pt x="206615" y="243758"/>
                  <a:pt x="206615" y="157114"/>
                </a:cubicBezTo>
                <a:cubicBezTo>
                  <a:pt x="206615" y="70470"/>
                  <a:pt x="277180" y="0"/>
                  <a:pt x="363941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05972E6-E0DC-4411-9727-B268FF6ACE9E}"/>
              </a:ext>
            </a:extLst>
          </p:cNvPr>
          <p:cNvSpPr/>
          <p:nvPr/>
        </p:nvSpPr>
        <p:spPr>
          <a:xfrm>
            <a:off x="9368791" y="3313764"/>
            <a:ext cx="735330" cy="73533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indent="-225425" algn="ctr" fontAlgn="base">
              <a:spcBef>
                <a:spcPct val="0"/>
              </a:spcBef>
              <a:spcAft>
                <a:spcPct val="0"/>
              </a:spcAft>
            </a:pPr>
            <a:endParaRPr lang="en-US" sz="2000" b="1" kern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E0C8FA-476E-4D86-BC84-651EC9BB86B3}"/>
              </a:ext>
            </a:extLst>
          </p:cNvPr>
          <p:cNvSpPr/>
          <p:nvPr/>
        </p:nvSpPr>
        <p:spPr>
          <a:xfrm>
            <a:off x="9576878" y="3525447"/>
            <a:ext cx="319156" cy="311965"/>
          </a:xfrm>
          <a:custGeom>
            <a:avLst/>
            <a:gdLst>
              <a:gd name="connsiteX0" fmla="*/ 163904 w 607933"/>
              <a:gd name="connsiteY0" fmla="*/ 368072 h 594235"/>
              <a:gd name="connsiteX1" fmla="*/ 194698 w 607933"/>
              <a:gd name="connsiteY1" fmla="*/ 416677 h 594235"/>
              <a:gd name="connsiteX2" fmla="*/ 52648 w 607933"/>
              <a:gd name="connsiteY2" fmla="*/ 475202 h 594235"/>
              <a:gd name="connsiteX3" fmla="*/ 303966 w 607933"/>
              <a:gd name="connsiteY3" fmla="*/ 542654 h 594235"/>
              <a:gd name="connsiteX4" fmla="*/ 555285 w 607933"/>
              <a:gd name="connsiteY4" fmla="*/ 475202 h 594235"/>
              <a:gd name="connsiteX5" fmla="*/ 412242 w 607933"/>
              <a:gd name="connsiteY5" fmla="*/ 416677 h 594235"/>
              <a:gd name="connsiteX6" fmla="*/ 444030 w 607933"/>
              <a:gd name="connsiteY6" fmla="*/ 368072 h 594235"/>
              <a:gd name="connsiteX7" fmla="*/ 607933 w 607933"/>
              <a:gd name="connsiteY7" fmla="*/ 475202 h 594235"/>
              <a:gd name="connsiteX8" fmla="*/ 303966 w 607933"/>
              <a:gd name="connsiteY8" fmla="*/ 594235 h 594235"/>
              <a:gd name="connsiteX9" fmla="*/ 0 w 607933"/>
              <a:gd name="connsiteY9" fmla="*/ 475202 h 594235"/>
              <a:gd name="connsiteX10" fmla="*/ 163904 w 607933"/>
              <a:gd name="connsiteY10" fmla="*/ 368072 h 594235"/>
              <a:gd name="connsiteX11" fmla="*/ 304444 w 607933"/>
              <a:gd name="connsiteY11" fmla="*/ 119134 h 594235"/>
              <a:gd name="connsiteX12" fmla="*/ 368550 w 607933"/>
              <a:gd name="connsiteY12" fmla="*/ 183559 h 594235"/>
              <a:gd name="connsiteX13" fmla="*/ 304444 w 607933"/>
              <a:gd name="connsiteY13" fmla="*/ 247984 h 594235"/>
              <a:gd name="connsiteX14" fmla="*/ 240338 w 607933"/>
              <a:gd name="connsiteY14" fmla="*/ 183559 h 594235"/>
              <a:gd name="connsiteX15" fmla="*/ 304444 w 607933"/>
              <a:gd name="connsiteY15" fmla="*/ 119134 h 594235"/>
              <a:gd name="connsiteX16" fmla="*/ 304941 w 607933"/>
              <a:gd name="connsiteY16" fmla="*/ 78375 h 594235"/>
              <a:gd name="connsiteX17" fmla="*/ 198655 w 607933"/>
              <a:gd name="connsiteY17" fmla="*/ 183536 h 594235"/>
              <a:gd name="connsiteX18" fmla="*/ 304941 w 607933"/>
              <a:gd name="connsiteY18" fmla="*/ 288698 h 594235"/>
              <a:gd name="connsiteX19" fmla="*/ 410234 w 607933"/>
              <a:gd name="connsiteY19" fmla="*/ 183536 h 594235"/>
              <a:gd name="connsiteX20" fmla="*/ 304941 w 607933"/>
              <a:gd name="connsiteY20" fmla="*/ 78375 h 594235"/>
              <a:gd name="connsiteX21" fmla="*/ 304941 w 607933"/>
              <a:gd name="connsiteY21" fmla="*/ 0 h 594235"/>
              <a:gd name="connsiteX22" fmla="*/ 482747 w 607933"/>
              <a:gd name="connsiteY22" fmla="*/ 178576 h 594235"/>
              <a:gd name="connsiteX23" fmla="*/ 338714 w 607933"/>
              <a:gd name="connsiteY23" fmla="*/ 454376 h 594235"/>
              <a:gd name="connsiteX24" fmla="*/ 304941 w 607933"/>
              <a:gd name="connsiteY24" fmla="*/ 472234 h 594235"/>
              <a:gd name="connsiteX25" fmla="*/ 270175 w 607933"/>
              <a:gd name="connsiteY25" fmla="*/ 454376 h 594235"/>
              <a:gd name="connsiteX26" fmla="*/ 126142 w 607933"/>
              <a:gd name="connsiteY26" fmla="*/ 178576 h 594235"/>
              <a:gd name="connsiteX27" fmla="*/ 304941 w 607933"/>
              <a:gd name="connsiteY27" fmla="*/ 0 h 594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EF61962-B203-4EF5-8A40-6794B05B103D}"/>
              </a:ext>
            </a:extLst>
          </p:cNvPr>
          <p:cNvSpPr/>
          <p:nvPr/>
        </p:nvSpPr>
        <p:spPr>
          <a:xfrm>
            <a:off x="5370575" y="2956004"/>
            <a:ext cx="1450850" cy="1450850"/>
          </a:xfrm>
          <a:prstGeom prst="ellipse">
            <a:avLst/>
          </a:prstGeom>
          <a:blipFill>
            <a:blip r:embed="rId3"/>
            <a:srcRect/>
            <a:stretch>
              <a:fillRect l="-25219" r="-24781"/>
            </a:stretch>
          </a:blipFill>
          <a:ln w="571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759EE9-C846-4D38-88E4-B846D0300D79}"/>
              </a:ext>
            </a:extLst>
          </p:cNvPr>
          <p:cNvSpPr/>
          <p:nvPr/>
        </p:nvSpPr>
        <p:spPr bwMode="auto">
          <a:xfrm>
            <a:off x="4740784" y="4945401"/>
            <a:ext cx="2710434" cy="1191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57F5B6-502C-4B5C-8461-E2C16C1887AF}"/>
              </a:ext>
            </a:extLst>
          </p:cNvPr>
          <p:cNvSpPr txBox="1"/>
          <p:nvPr/>
        </p:nvSpPr>
        <p:spPr bwMode="auto">
          <a:xfrm>
            <a:off x="4740784" y="4557803"/>
            <a:ext cx="2710434" cy="387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亮点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B1ED02-7F4E-4785-AAAC-0037D9B0F7C5}"/>
              </a:ext>
            </a:extLst>
          </p:cNvPr>
          <p:cNvSpPr/>
          <p:nvPr/>
        </p:nvSpPr>
        <p:spPr bwMode="auto">
          <a:xfrm>
            <a:off x="8381240" y="4543065"/>
            <a:ext cx="2710434" cy="1191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4D411B-A743-403F-AE82-C830B3C0DD55}"/>
              </a:ext>
            </a:extLst>
          </p:cNvPr>
          <p:cNvSpPr txBox="1"/>
          <p:nvPr/>
        </p:nvSpPr>
        <p:spPr bwMode="auto">
          <a:xfrm>
            <a:off x="8381240" y="4155467"/>
            <a:ext cx="2710434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亮点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14ED69-F8DD-4FFC-9C8B-EFE91B1ABFEB}"/>
              </a:ext>
            </a:extLst>
          </p:cNvPr>
          <p:cNvSpPr/>
          <p:nvPr/>
        </p:nvSpPr>
        <p:spPr bwMode="auto">
          <a:xfrm>
            <a:off x="1100329" y="4543065"/>
            <a:ext cx="2710434" cy="1191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20000"/>
              </a:lnSpc>
            </a:pPr>
            <a:r>
              <a:rPr lang="en-US" altLang="zh-CN" sz="1100" dirty="0">
                <a:cs typeface="+mn-ea"/>
                <a:sym typeface="+mn-lt"/>
              </a:rPr>
              <a:t>… 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5CC8D-7033-45F9-8660-A2682780BCC8}"/>
              </a:ext>
            </a:extLst>
          </p:cNvPr>
          <p:cNvSpPr txBox="1"/>
          <p:nvPr/>
        </p:nvSpPr>
        <p:spPr bwMode="auto">
          <a:xfrm>
            <a:off x="1100329" y="4155467"/>
            <a:ext cx="2710434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亮点</a:t>
            </a:r>
            <a:endParaRPr lang="en-US" altLang="zh-CN" sz="20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1149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课程总结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>
                <a:cs typeface="+mn-ea"/>
                <a:sym typeface="+mn-lt"/>
              </a:rPr>
              <a:t>节标题内容：</a:t>
            </a:r>
            <a:r>
              <a:rPr lang="en-US" altLang="zh-CN" dirty="0">
                <a:cs typeface="+mn-ea"/>
                <a:sym typeface="+mn-lt"/>
              </a:rPr>
              <a:t>Arial/</a:t>
            </a:r>
            <a:r>
              <a:rPr lang="zh-CN" altLang="en-US" dirty="0">
                <a:cs typeface="+mn-ea"/>
                <a:sym typeface="+mn-lt"/>
              </a:rPr>
              <a:t>微软雅黑</a:t>
            </a:r>
            <a:r>
              <a:rPr lang="en-US" altLang="zh-CN" dirty="0">
                <a:cs typeface="+mn-ea"/>
                <a:sym typeface="+mn-lt"/>
              </a:rPr>
              <a:t>11</a:t>
            </a:r>
            <a:r>
              <a:rPr lang="zh-CN" altLang="en-US" dirty="0">
                <a:cs typeface="+mn-ea"/>
                <a:sym typeface="+mn-lt"/>
              </a:rPr>
              <a:t>号灰色，行距</a:t>
            </a:r>
            <a:r>
              <a:rPr lang="en-US" altLang="zh-CN" dirty="0">
                <a:cs typeface="+mn-ea"/>
                <a:sym typeface="+mn-lt"/>
              </a:rPr>
              <a:t>1.2-1.5</a:t>
            </a:r>
            <a:r>
              <a:rPr lang="zh-CN" altLang="en-US" dirty="0">
                <a:cs typeface="+mn-ea"/>
                <a:sym typeface="+mn-lt"/>
              </a:rPr>
              <a:t>倍</a:t>
            </a:r>
            <a:endParaRPr lang="en-US" altLang="zh-CN" dirty="0">
              <a:cs typeface="+mn-ea"/>
              <a:sym typeface="+mn-lt"/>
            </a:endParaRPr>
          </a:p>
          <a:p>
            <a:pPr lvl="0"/>
            <a:r>
              <a:rPr lang="en-US" altLang="zh-CN" dirty="0">
                <a:cs typeface="+mn-ea"/>
                <a:sym typeface="+mn-lt"/>
              </a:rPr>
              <a:t>… …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66404" y="2027387"/>
            <a:ext cx="1189496" cy="103422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cs typeface="+mn-ea"/>
                <a:sym typeface="+mn-lt"/>
              </a:rPr>
              <a:t>/04</a:t>
            </a:r>
            <a:endParaRPr lang="zh-CN" altLang="en-US" spc="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1138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2DEFA-01FD-4744-89F5-15D4757D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课程总结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B285601-E478-4824-AE5E-3AD7D6809C37}"/>
              </a:ext>
            </a:extLst>
          </p:cNvPr>
          <p:cNvSpPr/>
          <p:nvPr/>
        </p:nvSpPr>
        <p:spPr>
          <a:xfrm>
            <a:off x="2716950" y="1738313"/>
            <a:ext cx="2133600" cy="213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0A6BEBD-30C1-40A2-B7D8-2952CC22F6F4}"/>
              </a:ext>
            </a:extLst>
          </p:cNvPr>
          <p:cNvSpPr/>
          <p:nvPr/>
        </p:nvSpPr>
        <p:spPr>
          <a:xfrm>
            <a:off x="850049" y="2309811"/>
            <a:ext cx="3228975" cy="3228975"/>
          </a:xfrm>
          <a:prstGeom prst="rect">
            <a:avLst/>
          </a:prstGeom>
          <a:blipFill>
            <a:blip r:embed="rId2"/>
            <a:srcRect/>
            <a:stretch>
              <a:fillRect l="-25098" r="-24902"/>
            </a:stretch>
          </a:blipFill>
          <a:ln w="571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50A7F63-8C6B-4636-B525-A9660D530B4D}"/>
              </a:ext>
            </a:extLst>
          </p:cNvPr>
          <p:cNvSpPr/>
          <p:nvPr/>
        </p:nvSpPr>
        <p:spPr>
          <a:xfrm>
            <a:off x="1031024" y="4857750"/>
            <a:ext cx="504825" cy="50482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F3D077E-CA44-46DA-AE0F-C1957617EEFD}"/>
              </a:ext>
            </a:extLst>
          </p:cNvPr>
          <p:cNvSpPr/>
          <p:nvPr/>
        </p:nvSpPr>
        <p:spPr bwMode="auto">
          <a:xfrm>
            <a:off x="5499796" y="4878337"/>
            <a:ext cx="373612" cy="461080"/>
          </a:xfrm>
          <a:custGeom>
            <a:avLst/>
            <a:gdLst>
              <a:gd name="connsiteX0" fmla="*/ 35879 w 485081"/>
              <a:gd name="connsiteY0" fmla="*/ 269773 h 598645"/>
              <a:gd name="connsiteX1" fmla="*/ 35879 w 485081"/>
              <a:gd name="connsiteY1" fmla="*/ 468960 h 598645"/>
              <a:gd name="connsiteX2" fmla="*/ 206662 w 485081"/>
              <a:gd name="connsiteY2" fmla="*/ 544908 h 598645"/>
              <a:gd name="connsiteX3" fmla="*/ 206662 w 485081"/>
              <a:gd name="connsiteY3" fmla="*/ 345722 h 598645"/>
              <a:gd name="connsiteX4" fmla="*/ 142080 w 485081"/>
              <a:gd name="connsiteY4" fmla="*/ 150835 h 598645"/>
              <a:gd name="connsiteX5" fmla="*/ 143515 w 485081"/>
              <a:gd name="connsiteY5" fmla="*/ 153701 h 598645"/>
              <a:gd name="connsiteX6" fmla="*/ 170783 w 485081"/>
              <a:gd name="connsiteY6" fmla="*/ 169464 h 598645"/>
              <a:gd name="connsiteX7" fmla="*/ 188005 w 485081"/>
              <a:gd name="connsiteY7" fmla="*/ 169464 h 598645"/>
              <a:gd name="connsiteX8" fmla="*/ 188005 w 485081"/>
              <a:gd name="connsiteY8" fmla="*/ 226784 h 598645"/>
              <a:gd name="connsiteX9" fmla="*/ 221013 w 485081"/>
              <a:gd name="connsiteY9" fmla="*/ 259743 h 598645"/>
              <a:gd name="connsiteX10" fmla="*/ 264068 w 485081"/>
              <a:gd name="connsiteY10" fmla="*/ 259743 h 598645"/>
              <a:gd name="connsiteX11" fmla="*/ 295641 w 485081"/>
              <a:gd name="connsiteY11" fmla="*/ 226784 h 598645"/>
              <a:gd name="connsiteX12" fmla="*/ 295641 w 485081"/>
              <a:gd name="connsiteY12" fmla="*/ 169464 h 598645"/>
              <a:gd name="connsiteX13" fmla="*/ 312863 w 485081"/>
              <a:gd name="connsiteY13" fmla="*/ 169464 h 598645"/>
              <a:gd name="connsiteX14" fmla="*/ 341566 w 485081"/>
              <a:gd name="connsiteY14" fmla="*/ 153701 h 598645"/>
              <a:gd name="connsiteX15" fmla="*/ 343001 w 485081"/>
              <a:gd name="connsiteY15" fmla="*/ 150835 h 598645"/>
              <a:gd name="connsiteX16" fmla="*/ 475035 w 485081"/>
              <a:gd name="connsiteY16" fmla="*/ 209588 h 598645"/>
              <a:gd name="connsiteX17" fmla="*/ 485081 w 485081"/>
              <a:gd name="connsiteY17" fmla="*/ 225351 h 598645"/>
              <a:gd name="connsiteX18" fmla="*/ 485081 w 485081"/>
              <a:gd name="connsiteY18" fmla="*/ 481857 h 598645"/>
              <a:gd name="connsiteX19" fmla="*/ 475035 w 485081"/>
              <a:gd name="connsiteY19" fmla="*/ 496186 h 598645"/>
              <a:gd name="connsiteX20" fmla="*/ 248281 w 485081"/>
              <a:gd name="connsiteY20" fmla="*/ 596496 h 598645"/>
              <a:gd name="connsiteX21" fmla="*/ 235365 w 485081"/>
              <a:gd name="connsiteY21" fmla="*/ 596496 h 598645"/>
              <a:gd name="connsiteX22" fmla="*/ 8611 w 485081"/>
              <a:gd name="connsiteY22" fmla="*/ 496186 h 598645"/>
              <a:gd name="connsiteX23" fmla="*/ 0 w 485081"/>
              <a:gd name="connsiteY23" fmla="*/ 481857 h 598645"/>
              <a:gd name="connsiteX24" fmla="*/ 0 w 485081"/>
              <a:gd name="connsiteY24" fmla="*/ 225351 h 598645"/>
              <a:gd name="connsiteX25" fmla="*/ 8611 w 485081"/>
              <a:gd name="connsiteY25" fmla="*/ 209588 h 598645"/>
              <a:gd name="connsiteX26" fmla="*/ 241824 w 485081"/>
              <a:gd name="connsiteY26" fmla="*/ 0 h 598645"/>
              <a:gd name="connsiteX27" fmla="*/ 254021 w 485081"/>
              <a:gd name="connsiteY27" fmla="*/ 7519 h 598645"/>
              <a:gd name="connsiteX28" fmla="*/ 325771 w 485081"/>
              <a:gd name="connsiteY28" fmla="*/ 130681 h 598645"/>
              <a:gd name="connsiteX29" fmla="*/ 312856 w 485081"/>
              <a:gd name="connsiteY29" fmla="*/ 152163 h 598645"/>
              <a:gd name="connsiteX30" fmla="*/ 276981 w 485081"/>
              <a:gd name="connsiteY30" fmla="*/ 152163 h 598645"/>
              <a:gd name="connsiteX31" fmla="*/ 276981 w 485081"/>
              <a:gd name="connsiteY31" fmla="*/ 226633 h 598645"/>
              <a:gd name="connsiteX32" fmla="*/ 264066 w 485081"/>
              <a:gd name="connsiteY32" fmla="*/ 240954 h 598645"/>
              <a:gd name="connsiteX33" fmla="*/ 221016 w 485081"/>
              <a:gd name="connsiteY33" fmla="*/ 240954 h 598645"/>
              <a:gd name="connsiteX34" fmla="*/ 206666 w 485081"/>
              <a:gd name="connsiteY34" fmla="*/ 226633 h 598645"/>
              <a:gd name="connsiteX35" fmla="*/ 206666 w 485081"/>
              <a:gd name="connsiteY35" fmla="*/ 152163 h 598645"/>
              <a:gd name="connsiteX36" fmla="*/ 170791 w 485081"/>
              <a:gd name="connsiteY36" fmla="*/ 152163 h 598645"/>
              <a:gd name="connsiteX37" fmla="*/ 159311 w 485081"/>
              <a:gd name="connsiteY37" fmla="*/ 130681 h 598645"/>
              <a:gd name="connsiteX38" fmla="*/ 229626 w 485081"/>
              <a:gd name="connsiteY38" fmla="*/ 7519 h 598645"/>
              <a:gd name="connsiteX39" fmla="*/ 241824 w 485081"/>
              <a:gd name="connsiteY39" fmla="*/ 0 h 5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5081" h="598645">
                <a:moveTo>
                  <a:pt x="35879" y="269773"/>
                </a:moveTo>
                <a:lnTo>
                  <a:pt x="35879" y="468960"/>
                </a:lnTo>
                <a:lnTo>
                  <a:pt x="206662" y="544908"/>
                </a:lnTo>
                <a:lnTo>
                  <a:pt x="206662" y="345722"/>
                </a:lnTo>
                <a:close/>
                <a:moveTo>
                  <a:pt x="142080" y="150835"/>
                </a:moveTo>
                <a:cubicBezTo>
                  <a:pt x="142080" y="150835"/>
                  <a:pt x="142080" y="152268"/>
                  <a:pt x="143515" y="153701"/>
                </a:cubicBezTo>
                <a:cubicBezTo>
                  <a:pt x="149256" y="163732"/>
                  <a:pt x="159302" y="169464"/>
                  <a:pt x="170783" y="169464"/>
                </a:cubicBezTo>
                <a:lnTo>
                  <a:pt x="188005" y="169464"/>
                </a:lnTo>
                <a:lnTo>
                  <a:pt x="188005" y="226784"/>
                </a:lnTo>
                <a:cubicBezTo>
                  <a:pt x="188005" y="245413"/>
                  <a:pt x="202356" y="259743"/>
                  <a:pt x="221013" y="259743"/>
                </a:cubicBezTo>
                <a:lnTo>
                  <a:pt x="264068" y="259743"/>
                </a:lnTo>
                <a:cubicBezTo>
                  <a:pt x="281290" y="259743"/>
                  <a:pt x="295641" y="245413"/>
                  <a:pt x="295641" y="226784"/>
                </a:cubicBezTo>
                <a:lnTo>
                  <a:pt x="295641" y="169464"/>
                </a:lnTo>
                <a:lnTo>
                  <a:pt x="312863" y="169464"/>
                </a:lnTo>
                <a:cubicBezTo>
                  <a:pt x="324344" y="169464"/>
                  <a:pt x="335825" y="163732"/>
                  <a:pt x="341566" y="153701"/>
                </a:cubicBezTo>
                <a:cubicBezTo>
                  <a:pt x="341566" y="152268"/>
                  <a:pt x="341566" y="150835"/>
                  <a:pt x="343001" y="150835"/>
                </a:cubicBezTo>
                <a:lnTo>
                  <a:pt x="475035" y="209588"/>
                </a:lnTo>
                <a:cubicBezTo>
                  <a:pt x="480776" y="212454"/>
                  <a:pt x="485081" y="218186"/>
                  <a:pt x="485081" y="225351"/>
                </a:cubicBezTo>
                <a:lnTo>
                  <a:pt x="485081" y="481857"/>
                </a:lnTo>
                <a:cubicBezTo>
                  <a:pt x="485081" y="487589"/>
                  <a:pt x="480776" y="493320"/>
                  <a:pt x="475035" y="496186"/>
                </a:cubicBezTo>
                <a:lnTo>
                  <a:pt x="248281" y="596496"/>
                </a:lnTo>
                <a:cubicBezTo>
                  <a:pt x="243976" y="599362"/>
                  <a:pt x="239670" y="599362"/>
                  <a:pt x="235365" y="596496"/>
                </a:cubicBezTo>
                <a:lnTo>
                  <a:pt x="8611" y="496186"/>
                </a:lnTo>
                <a:cubicBezTo>
                  <a:pt x="2870" y="493320"/>
                  <a:pt x="0" y="487589"/>
                  <a:pt x="0" y="481857"/>
                </a:cubicBezTo>
                <a:lnTo>
                  <a:pt x="0" y="225351"/>
                </a:lnTo>
                <a:cubicBezTo>
                  <a:pt x="0" y="218186"/>
                  <a:pt x="2870" y="212454"/>
                  <a:pt x="8611" y="209588"/>
                </a:cubicBezTo>
                <a:close/>
                <a:moveTo>
                  <a:pt x="241824" y="0"/>
                </a:moveTo>
                <a:cubicBezTo>
                  <a:pt x="246487" y="0"/>
                  <a:pt x="251151" y="2507"/>
                  <a:pt x="254021" y="7519"/>
                </a:cubicBezTo>
                <a:lnTo>
                  <a:pt x="325771" y="130681"/>
                </a:lnTo>
                <a:cubicBezTo>
                  <a:pt x="331511" y="139274"/>
                  <a:pt x="324336" y="152163"/>
                  <a:pt x="312856" y="152163"/>
                </a:cubicBezTo>
                <a:lnTo>
                  <a:pt x="276981" y="152163"/>
                </a:lnTo>
                <a:lnTo>
                  <a:pt x="276981" y="226633"/>
                </a:lnTo>
                <a:cubicBezTo>
                  <a:pt x="276981" y="235226"/>
                  <a:pt x="271241" y="240954"/>
                  <a:pt x="264066" y="240954"/>
                </a:cubicBezTo>
                <a:lnTo>
                  <a:pt x="221016" y="240954"/>
                </a:lnTo>
                <a:cubicBezTo>
                  <a:pt x="212406" y="240954"/>
                  <a:pt x="206666" y="235226"/>
                  <a:pt x="206666" y="226633"/>
                </a:cubicBezTo>
                <a:lnTo>
                  <a:pt x="206666" y="152163"/>
                </a:lnTo>
                <a:lnTo>
                  <a:pt x="170791" y="152163"/>
                </a:lnTo>
                <a:cubicBezTo>
                  <a:pt x="160746" y="152163"/>
                  <a:pt x="153571" y="139274"/>
                  <a:pt x="159311" y="130681"/>
                </a:cubicBezTo>
                <a:lnTo>
                  <a:pt x="229626" y="7519"/>
                </a:lnTo>
                <a:cubicBezTo>
                  <a:pt x="232496" y="2507"/>
                  <a:pt x="237160" y="0"/>
                  <a:pt x="2418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7E517B16-AA39-4873-9668-BD10CFDF656B}"/>
              </a:ext>
            </a:extLst>
          </p:cNvPr>
          <p:cNvSpPr/>
          <p:nvPr/>
        </p:nvSpPr>
        <p:spPr bwMode="auto">
          <a:xfrm>
            <a:off x="8596896" y="4878337"/>
            <a:ext cx="373612" cy="461080"/>
          </a:xfrm>
          <a:custGeom>
            <a:avLst/>
            <a:gdLst>
              <a:gd name="connsiteX0" fmla="*/ 35879 w 485081"/>
              <a:gd name="connsiteY0" fmla="*/ 269773 h 598645"/>
              <a:gd name="connsiteX1" fmla="*/ 35879 w 485081"/>
              <a:gd name="connsiteY1" fmla="*/ 468960 h 598645"/>
              <a:gd name="connsiteX2" fmla="*/ 206662 w 485081"/>
              <a:gd name="connsiteY2" fmla="*/ 544908 h 598645"/>
              <a:gd name="connsiteX3" fmla="*/ 206662 w 485081"/>
              <a:gd name="connsiteY3" fmla="*/ 345722 h 598645"/>
              <a:gd name="connsiteX4" fmla="*/ 142080 w 485081"/>
              <a:gd name="connsiteY4" fmla="*/ 150835 h 598645"/>
              <a:gd name="connsiteX5" fmla="*/ 143515 w 485081"/>
              <a:gd name="connsiteY5" fmla="*/ 153701 h 598645"/>
              <a:gd name="connsiteX6" fmla="*/ 170783 w 485081"/>
              <a:gd name="connsiteY6" fmla="*/ 169464 h 598645"/>
              <a:gd name="connsiteX7" fmla="*/ 188005 w 485081"/>
              <a:gd name="connsiteY7" fmla="*/ 169464 h 598645"/>
              <a:gd name="connsiteX8" fmla="*/ 188005 w 485081"/>
              <a:gd name="connsiteY8" fmla="*/ 226784 h 598645"/>
              <a:gd name="connsiteX9" fmla="*/ 221013 w 485081"/>
              <a:gd name="connsiteY9" fmla="*/ 259743 h 598645"/>
              <a:gd name="connsiteX10" fmla="*/ 264068 w 485081"/>
              <a:gd name="connsiteY10" fmla="*/ 259743 h 598645"/>
              <a:gd name="connsiteX11" fmla="*/ 295641 w 485081"/>
              <a:gd name="connsiteY11" fmla="*/ 226784 h 598645"/>
              <a:gd name="connsiteX12" fmla="*/ 295641 w 485081"/>
              <a:gd name="connsiteY12" fmla="*/ 169464 h 598645"/>
              <a:gd name="connsiteX13" fmla="*/ 312863 w 485081"/>
              <a:gd name="connsiteY13" fmla="*/ 169464 h 598645"/>
              <a:gd name="connsiteX14" fmla="*/ 341566 w 485081"/>
              <a:gd name="connsiteY14" fmla="*/ 153701 h 598645"/>
              <a:gd name="connsiteX15" fmla="*/ 343001 w 485081"/>
              <a:gd name="connsiteY15" fmla="*/ 150835 h 598645"/>
              <a:gd name="connsiteX16" fmla="*/ 475035 w 485081"/>
              <a:gd name="connsiteY16" fmla="*/ 209588 h 598645"/>
              <a:gd name="connsiteX17" fmla="*/ 485081 w 485081"/>
              <a:gd name="connsiteY17" fmla="*/ 225351 h 598645"/>
              <a:gd name="connsiteX18" fmla="*/ 485081 w 485081"/>
              <a:gd name="connsiteY18" fmla="*/ 481857 h 598645"/>
              <a:gd name="connsiteX19" fmla="*/ 475035 w 485081"/>
              <a:gd name="connsiteY19" fmla="*/ 496186 h 598645"/>
              <a:gd name="connsiteX20" fmla="*/ 248281 w 485081"/>
              <a:gd name="connsiteY20" fmla="*/ 596496 h 598645"/>
              <a:gd name="connsiteX21" fmla="*/ 235365 w 485081"/>
              <a:gd name="connsiteY21" fmla="*/ 596496 h 598645"/>
              <a:gd name="connsiteX22" fmla="*/ 8611 w 485081"/>
              <a:gd name="connsiteY22" fmla="*/ 496186 h 598645"/>
              <a:gd name="connsiteX23" fmla="*/ 0 w 485081"/>
              <a:gd name="connsiteY23" fmla="*/ 481857 h 598645"/>
              <a:gd name="connsiteX24" fmla="*/ 0 w 485081"/>
              <a:gd name="connsiteY24" fmla="*/ 225351 h 598645"/>
              <a:gd name="connsiteX25" fmla="*/ 8611 w 485081"/>
              <a:gd name="connsiteY25" fmla="*/ 209588 h 598645"/>
              <a:gd name="connsiteX26" fmla="*/ 241824 w 485081"/>
              <a:gd name="connsiteY26" fmla="*/ 0 h 598645"/>
              <a:gd name="connsiteX27" fmla="*/ 254021 w 485081"/>
              <a:gd name="connsiteY27" fmla="*/ 7519 h 598645"/>
              <a:gd name="connsiteX28" fmla="*/ 325771 w 485081"/>
              <a:gd name="connsiteY28" fmla="*/ 130681 h 598645"/>
              <a:gd name="connsiteX29" fmla="*/ 312856 w 485081"/>
              <a:gd name="connsiteY29" fmla="*/ 152163 h 598645"/>
              <a:gd name="connsiteX30" fmla="*/ 276981 w 485081"/>
              <a:gd name="connsiteY30" fmla="*/ 152163 h 598645"/>
              <a:gd name="connsiteX31" fmla="*/ 276981 w 485081"/>
              <a:gd name="connsiteY31" fmla="*/ 226633 h 598645"/>
              <a:gd name="connsiteX32" fmla="*/ 264066 w 485081"/>
              <a:gd name="connsiteY32" fmla="*/ 240954 h 598645"/>
              <a:gd name="connsiteX33" fmla="*/ 221016 w 485081"/>
              <a:gd name="connsiteY33" fmla="*/ 240954 h 598645"/>
              <a:gd name="connsiteX34" fmla="*/ 206666 w 485081"/>
              <a:gd name="connsiteY34" fmla="*/ 226633 h 598645"/>
              <a:gd name="connsiteX35" fmla="*/ 206666 w 485081"/>
              <a:gd name="connsiteY35" fmla="*/ 152163 h 598645"/>
              <a:gd name="connsiteX36" fmla="*/ 170791 w 485081"/>
              <a:gd name="connsiteY36" fmla="*/ 152163 h 598645"/>
              <a:gd name="connsiteX37" fmla="*/ 159311 w 485081"/>
              <a:gd name="connsiteY37" fmla="*/ 130681 h 598645"/>
              <a:gd name="connsiteX38" fmla="*/ 229626 w 485081"/>
              <a:gd name="connsiteY38" fmla="*/ 7519 h 598645"/>
              <a:gd name="connsiteX39" fmla="*/ 241824 w 485081"/>
              <a:gd name="connsiteY39" fmla="*/ 0 h 5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5081" h="598645">
                <a:moveTo>
                  <a:pt x="35879" y="269773"/>
                </a:moveTo>
                <a:lnTo>
                  <a:pt x="35879" y="468960"/>
                </a:lnTo>
                <a:lnTo>
                  <a:pt x="206662" y="544908"/>
                </a:lnTo>
                <a:lnTo>
                  <a:pt x="206662" y="345722"/>
                </a:lnTo>
                <a:close/>
                <a:moveTo>
                  <a:pt x="142080" y="150835"/>
                </a:moveTo>
                <a:cubicBezTo>
                  <a:pt x="142080" y="150835"/>
                  <a:pt x="142080" y="152268"/>
                  <a:pt x="143515" y="153701"/>
                </a:cubicBezTo>
                <a:cubicBezTo>
                  <a:pt x="149256" y="163732"/>
                  <a:pt x="159302" y="169464"/>
                  <a:pt x="170783" y="169464"/>
                </a:cubicBezTo>
                <a:lnTo>
                  <a:pt x="188005" y="169464"/>
                </a:lnTo>
                <a:lnTo>
                  <a:pt x="188005" y="226784"/>
                </a:lnTo>
                <a:cubicBezTo>
                  <a:pt x="188005" y="245413"/>
                  <a:pt x="202356" y="259743"/>
                  <a:pt x="221013" y="259743"/>
                </a:cubicBezTo>
                <a:lnTo>
                  <a:pt x="264068" y="259743"/>
                </a:lnTo>
                <a:cubicBezTo>
                  <a:pt x="281290" y="259743"/>
                  <a:pt x="295641" y="245413"/>
                  <a:pt x="295641" y="226784"/>
                </a:cubicBezTo>
                <a:lnTo>
                  <a:pt x="295641" y="169464"/>
                </a:lnTo>
                <a:lnTo>
                  <a:pt x="312863" y="169464"/>
                </a:lnTo>
                <a:cubicBezTo>
                  <a:pt x="324344" y="169464"/>
                  <a:pt x="335825" y="163732"/>
                  <a:pt x="341566" y="153701"/>
                </a:cubicBezTo>
                <a:cubicBezTo>
                  <a:pt x="341566" y="152268"/>
                  <a:pt x="341566" y="150835"/>
                  <a:pt x="343001" y="150835"/>
                </a:cubicBezTo>
                <a:lnTo>
                  <a:pt x="475035" y="209588"/>
                </a:lnTo>
                <a:cubicBezTo>
                  <a:pt x="480776" y="212454"/>
                  <a:pt x="485081" y="218186"/>
                  <a:pt x="485081" y="225351"/>
                </a:cubicBezTo>
                <a:lnTo>
                  <a:pt x="485081" y="481857"/>
                </a:lnTo>
                <a:cubicBezTo>
                  <a:pt x="485081" y="487589"/>
                  <a:pt x="480776" y="493320"/>
                  <a:pt x="475035" y="496186"/>
                </a:cubicBezTo>
                <a:lnTo>
                  <a:pt x="248281" y="596496"/>
                </a:lnTo>
                <a:cubicBezTo>
                  <a:pt x="243976" y="599362"/>
                  <a:pt x="239670" y="599362"/>
                  <a:pt x="235365" y="596496"/>
                </a:cubicBezTo>
                <a:lnTo>
                  <a:pt x="8611" y="496186"/>
                </a:lnTo>
                <a:cubicBezTo>
                  <a:pt x="2870" y="493320"/>
                  <a:pt x="0" y="487589"/>
                  <a:pt x="0" y="481857"/>
                </a:cubicBezTo>
                <a:lnTo>
                  <a:pt x="0" y="225351"/>
                </a:lnTo>
                <a:cubicBezTo>
                  <a:pt x="0" y="218186"/>
                  <a:pt x="2870" y="212454"/>
                  <a:pt x="8611" y="209588"/>
                </a:cubicBezTo>
                <a:close/>
                <a:moveTo>
                  <a:pt x="241824" y="0"/>
                </a:moveTo>
                <a:cubicBezTo>
                  <a:pt x="246487" y="0"/>
                  <a:pt x="251151" y="2507"/>
                  <a:pt x="254021" y="7519"/>
                </a:cubicBezTo>
                <a:lnTo>
                  <a:pt x="325771" y="130681"/>
                </a:lnTo>
                <a:cubicBezTo>
                  <a:pt x="331511" y="139274"/>
                  <a:pt x="324336" y="152163"/>
                  <a:pt x="312856" y="152163"/>
                </a:cubicBezTo>
                <a:lnTo>
                  <a:pt x="276981" y="152163"/>
                </a:lnTo>
                <a:lnTo>
                  <a:pt x="276981" y="226633"/>
                </a:lnTo>
                <a:cubicBezTo>
                  <a:pt x="276981" y="235226"/>
                  <a:pt x="271241" y="240954"/>
                  <a:pt x="264066" y="240954"/>
                </a:cubicBezTo>
                <a:lnTo>
                  <a:pt x="221016" y="240954"/>
                </a:lnTo>
                <a:cubicBezTo>
                  <a:pt x="212406" y="240954"/>
                  <a:pt x="206666" y="235226"/>
                  <a:pt x="206666" y="226633"/>
                </a:cubicBezTo>
                <a:lnTo>
                  <a:pt x="206666" y="152163"/>
                </a:lnTo>
                <a:lnTo>
                  <a:pt x="170791" y="152163"/>
                </a:lnTo>
                <a:cubicBezTo>
                  <a:pt x="160746" y="152163"/>
                  <a:pt x="153571" y="139274"/>
                  <a:pt x="159311" y="130681"/>
                </a:cubicBezTo>
                <a:lnTo>
                  <a:pt x="229626" y="7519"/>
                </a:lnTo>
                <a:cubicBezTo>
                  <a:pt x="232496" y="2507"/>
                  <a:pt x="237160" y="0"/>
                  <a:pt x="2418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07A957A1-E4B6-44C5-8271-4D12C9E9EDD5}"/>
              </a:ext>
            </a:extLst>
          </p:cNvPr>
          <p:cNvSpPr/>
          <p:nvPr/>
        </p:nvSpPr>
        <p:spPr bwMode="auto">
          <a:xfrm>
            <a:off x="5499796" y="3510083"/>
            <a:ext cx="373612" cy="461080"/>
          </a:xfrm>
          <a:custGeom>
            <a:avLst/>
            <a:gdLst>
              <a:gd name="connsiteX0" fmla="*/ 35879 w 485081"/>
              <a:gd name="connsiteY0" fmla="*/ 269773 h 598645"/>
              <a:gd name="connsiteX1" fmla="*/ 35879 w 485081"/>
              <a:gd name="connsiteY1" fmla="*/ 468960 h 598645"/>
              <a:gd name="connsiteX2" fmla="*/ 206662 w 485081"/>
              <a:gd name="connsiteY2" fmla="*/ 544908 h 598645"/>
              <a:gd name="connsiteX3" fmla="*/ 206662 w 485081"/>
              <a:gd name="connsiteY3" fmla="*/ 345722 h 598645"/>
              <a:gd name="connsiteX4" fmla="*/ 142080 w 485081"/>
              <a:gd name="connsiteY4" fmla="*/ 150835 h 598645"/>
              <a:gd name="connsiteX5" fmla="*/ 143515 w 485081"/>
              <a:gd name="connsiteY5" fmla="*/ 153701 h 598645"/>
              <a:gd name="connsiteX6" fmla="*/ 170783 w 485081"/>
              <a:gd name="connsiteY6" fmla="*/ 169464 h 598645"/>
              <a:gd name="connsiteX7" fmla="*/ 188005 w 485081"/>
              <a:gd name="connsiteY7" fmla="*/ 169464 h 598645"/>
              <a:gd name="connsiteX8" fmla="*/ 188005 w 485081"/>
              <a:gd name="connsiteY8" fmla="*/ 226784 h 598645"/>
              <a:gd name="connsiteX9" fmla="*/ 221013 w 485081"/>
              <a:gd name="connsiteY9" fmla="*/ 259743 h 598645"/>
              <a:gd name="connsiteX10" fmla="*/ 264068 w 485081"/>
              <a:gd name="connsiteY10" fmla="*/ 259743 h 598645"/>
              <a:gd name="connsiteX11" fmla="*/ 295641 w 485081"/>
              <a:gd name="connsiteY11" fmla="*/ 226784 h 598645"/>
              <a:gd name="connsiteX12" fmla="*/ 295641 w 485081"/>
              <a:gd name="connsiteY12" fmla="*/ 169464 h 598645"/>
              <a:gd name="connsiteX13" fmla="*/ 312863 w 485081"/>
              <a:gd name="connsiteY13" fmla="*/ 169464 h 598645"/>
              <a:gd name="connsiteX14" fmla="*/ 341566 w 485081"/>
              <a:gd name="connsiteY14" fmla="*/ 153701 h 598645"/>
              <a:gd name="connsiteX15" fmla="*/ 343001 w 485081"/>
              <a:gd name="connsiteY15" fmla="*/ 150835 h 598645"/>
              <a:gd name="connsiteX16" fmla="*/ 475035 w 485081"/>
              <a:gd name="connsiteY16" fmla="*/ 209588 h 598645"/>
              <a:gd name="connsiteX17" fmla="*/ 485081 w 485081"/>
              <a:gd name="connsiteY17" fmla="*/ 225351 h 598645"/>
              <a:gd name="connsiteX18" fmla="*/ 485081 w 485081"/>
              <a:gd name="connsiteY18" fmla="*/ 481857 h 598645"/>
              <a:gd name="connsiteX19" fmla="*/ 475035 w 485081"/>
              <a:gd name="connsiteY19" fmla="*/ 496186 h 598645"/>
              <a:gd name="connsiteX20" fmla="*/ 248281 w 485081"/>
              <a:gd name="connsiteY20" fmla="*/ 596496 h 598645"/>
              <a:gd name="connsiteX21" fmla="*/ 235365 w 485081"/>
              <a:gd name="connsiteY21" fmla="*/ 596496 h 598645"/>
              <a:gd name="connsiteX22" fmla="*/ 8611 w 485081"/>
              <a:gd name="connsiteY22" fmla="*/ 496186 h 598645"/>
              <a:gd name="connsiteX23" fmla="*/ 0 w 485081"/>
              <a:gd name="connsiteY23" fmla="*/ 481857 h 598645"/>
              <a:gd name="connsiteX24" fmla="*/ 0 w 485081"/>
              <a:gd name="connsiteY24" fmla="*/ 225351 h 598645"/>
              <a:gd name="connsiteX25" fmla="*/ 8611 w 485081"/>
              <a:gd name="connsiteY25" fmla="*/ 209588 h 598645"/>
              <a:gd name="connsiteX26" fmla="*/ 241824 w 485081"/>
              <a:gd name="connsiteY26" fmla="*/ 0 h 598645"/>
              <a:gd name="connsiteX27" fmla="*/ 254021 w 485081"/>
              <a:gd name="connsiteY27" fmla="*/ 7519 h 598645"/>
              <a:gd name="connsiteX28" fmla="*/ 325771 w 485081"/>
              <a:gd name="connsiteY28" fmla="*/ 130681 h 598645"/>
              <a:gd name="connsiteX29" fmla="*/ 312856 w 485081"/>
              <a:gd name="connsiteY29" fmla="*/ 152163 h 598645"/>
              <a:gd name="connsiteX30" fmla="*/ 276981 w 485081"/>
              <a:gd name="connsiteY30" fmla="*/ 152163 h 598645"/>
              <a:gd name="connsiteX31" fmla="*/ 276981 w 485081"/>
              <a:gd name="connsiteY31" fmla="*/ 226633 h 598645"/>
              <a:gd name="connsiteX32" fmla="*/ 264066 w 485081"/>
              <a:gd name="connsiteY32" fmla="*/ 240954 h 598645"/>
              <a:gd name="connsiteX33" fmla="*/ 221016 w 485081"/>
              <a:gd name="connsiteY33" fmla="*/ 240954 h 598645"/>
              <a:gd name="connsiteX34" fmla="*/ 206666 w 485081"/>
              <a:gd name="connsiteY34" fmla="*/ 226633 h 598645"/>
              <a:gd name="connsiteX35" fmla="*/ 206666 w 485081"/>
              <a:gd name="connsiteY35" fmla="*/ 152163 h 598645"/>
              <a:gd name="connsiteX36" fmla="*/ 170791 w 485081"/>
              <a:gd name="connsiteY36" fmla="*/ 152163 h 598645"/>
              <a:gd name="connsiteX37" fmla="*/ 159311 w 485081"/>
              <a:gd name="connsiteY37" fmla="*/ 130681 h 598645"/>
              <a:gd name="connsiteX38" fmla="*/ 229626 w 485081"/>
              <a:gd name="connsiteY38" fmla="*/ 7519 h 598645"/>
              <a:gd name="connsiteX39" fmla="*/ 241824 w 485081"/>
              <a:gd name="connsiteY39" fmla="*/ 0 h 5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5081" h="598645">
                <a:moveTo>
                  <a:pt x="35879" y="269773"/>
                </a:moveTo>
                <a:lnTo>
                  <a:pt x="35879" y="468960"/>
                </a:lnTo>
                <a:lnTo>
                  <a:pt x="206662" y="544908"/>
                </a:lnTo>
                <a:lnTo>
                  <a:pt x="206662" y="345722"/>
                </a:lnTo>
                <a:close/>
                <a:moveTo>
                  <a:pt x="142080" y="150835"/>
                </a:moveTo>
                <a:cubicBezTo>
                  <a:pt x="142080" y="150835"/>
                  <a:pt x="142080" y="152268"/>
                  <a:pt x="143515" y="153701"/>
                </a:cubicBezTo>
                <a:cubicBezTo>
                  <a:pt x="149256" y="163732"/>
                  <a:pt x="159302" y="169464"/>
                  <a:pt x="170783" y="169464"/>
                </a:cubicBezTo>
                <a:lnTo>
                  <a:pt x="188005" y="169464"/>
                </a:lnTo>
                <a:lnTo>
                  <a:pt x="188005" y="226784"/>
                </a:lnTo>
                <a:cubicBezTo>
                  <a:pt x="188005" y="245413"/>
                  <a:pt x="202356" y="259743"/>
                  <a:pt x="221013" y="259743"/>
                </a:cubicBezTo>
                <a:lnTo>
                  <a:pt x="264068" y="259743"/>
                </a:lnTo>
                <a:cubicBezTo>
                  <a:pt x="281290" y="259743"/>
                  <a:pt x="295641" y="245413"/>
                  <a:pt x="295641" y="226784"/>
                </a:cubicBezTo>
                <a:lnTo>
                  <a:pt x="295641" y="169464"/>
                </a:lnTo>
                <a:lnTo>
                  <a:pt x="312863" y="169464"/>
                </a:lnTo>
                <a:cubicBezTo>
                  <a:pt x="324344" y="169464"/>
                  <a:pt x="335825" y="163732"/>
                  <a:pt x="341566" y="153701"/>
                </a:cubicBezTo>
                <a:cubicBezTo>
                  <a:pt x="341566" y="152268"/>
                  <a:pt x="341566" y="150835"/>
                  <a:pt x="343001" y="150835"/>
                </a:cubicBezTo>
                <a:lnTo>
                  <a:pt x="475035" y="209588"/>
                </a:lnTo>
                <a:cubicBezTo>
                  <a:pt x="480776" y="212454"/>
                  <a:pt x="485081" y="218186"/>
                  <a:pt x="485081" y="225351"/>
                </a:cubicBezTo>
                <a:lnTo>
                  <a:pt x="485081" y="481857"/>
                </a:lnTo>
                <a:cubicBezTo>
                  <a:pt x="485081" y="487589"/>
                  <a:pt x="480776" y="493320"/>
                  <a:pt x="475035" y="496186"/>
                </a:cubicBezTo>
                <a:lnTo>
                  <a:pt x="248281" y="596496"/>
                </a:lnTo>
                <a:cubicBezTo>
                  <a:pt x="243976" y="599362"/>
                  <a:pt x="239670" y="599362"/>
                  <a:pt x="235365" y="596496"/>
                </a:cubicBezTo>
                <a:lnTo>
                  <a:pt x="8611" y="496186"/>
                </a:lnTo>
                <a:cubicBezTo>
                  <a:pt x="2870" y="493320"/>
                  <a:pt x="0" y="487589"/>
                  <a:pt x="0" y="481857"/>
                </a:cubicBezTo>
                <a:lnTo>
                  <a:pt x="0" y="225351"/>
                </a:lnTo>
                <a:cubicBezTo>
                  <a:pt x="0" y="218186"/>
                  <a:pt x="2870" y="212454"/>
                  <a:pt x="8611" y="209588"/>
                </a:cubicBezTo>
                <a:close/>
                <a:moveTo>
                  <a:pt x="241824" y="0"/>
                </a:moveTo>
                <a:cubicBezTo>
                  <a:pt x="246487" y="0"/>
                  <a:pt x="251151" y="2507"/>
                  <a:pt x="254021" y="7519"/>
                </a:cubicBezTo>
                <a:lnTo>
                  <a:pt x="325771" y="130681"/>
                </a:lnTo>
                <a:cubicBezTo>
                  <a:pt x="331511" y="139274"/>
                  <a:pt x="324336" y="152163"/>
                  <a:pt x="312856" y="152163"/>
                </a:cubicBezTo>
                <a:lnTo>
                  <a:pt x="276981" y="152163"/>
                </a:lnTo>
                <a:lnTo>
                  <a:pt x="276981" y="226633"/>
                </a:lnTo>
                <a:cubicBezTo>
                  <a:pt x="276981" y="235226"/>
                  <a:pt x="271241" y="240954"/>
                  <a:pt x="264066" y="240954"/>
                </a:cubicBezTo>
                <a:lnTo>
                  <a:pt x="221016" y="240954"/>
                </a:lnTo>
                <a:cubicBezTo>
                  <a:pt x="212406" y="240954"/>
                  <a:pt x="206666" y="235226"/>
                  <a:pt x="206666" y="226633"/>
                </a:cubicBezTo>
                <a:lnTo>
                  <a:pt x="206666" y="152163"/>
                </a:lnTo>
                <a:lnTo>
                  <a:pt x="170791" y="152163"/>
                </a:lnTo>
                <a:cubicBezTo>
                  <a:pt x="160746" y="152163"/>
                  <a:pt x="153571" y="139274"/>
                  <a:pt x="159311" y="130681"/>
                </a:cubicBezTo>
                <a:lnTo>
                  <a:pt x="229626" y="7519"/>
                </a:lnTo>
                <a:cubicBezTo>
                  <a:pt x="232496" y="2507"/>
                  <a:pt x="237160" y="0"/>
                  <a:pt x="2418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DC9C1894-0BA4-432B-A5D8-6E76CD1F907A}"/>
              </a:ext>
            </a:extLst>
          </p:cNvPr>
          <p:cNvSpPr/>
          <p:nvPr/>
        </p:nvSpPr>
        <p:spPr bwMode="auto">
          <a:xfrm>
            <a:off x="8596896" y="3510084"/>
            <a:ext cx="373612" cy="461080"/>
          </a:xfrm>
          <a:custGeom>
            <a:avLst/>
            <a:gdLst>
              <a:gd name="connsiteX0" fmla="*/ 35879 w 485081"/>
              <a:gd name="connsiteY0" fmla="*/ 269773 h 598645"/>
              <a:gd name="connsiteX1" fmla="*/ 35879 w 485081"/>
              <a:gd name="connsiteY1" fmla="*/ 468960 h 598645"/>
              <a:gd name="connsiteX2" fmla="*/ 206662 w 485081"/>
              <a:gd name="connsiteY2" fmla="*/ 544908 h 598645"/>
              <a:gd name="connsiteX3" fmla="*/ 206662 w 485081"/>
              <a:gd name="connsiteY3" fmla="*/ 345722 h 598645"/>
              <a:gd name="connsiteX4" fmla="*/ 142080 w 485081"/>
              <a:gd name="connsiteY4" fmla="*/ 150835 h 598645"/>
              <a:gd name="connsiteX5" fmla="*/ 143515 w 485081"/>
              <a:gd name="connsiteY5" fmla="*/ 153701 h 598645"/>
              <a:gd name="connsiteX6" fmla="*/ 170783 w 485081"/>
              <a:gd name="connsiteY6" fmla="*/ 169464 h 598645"/>
              <a:gd name="connsiteX7" fmla="*/ 188005 w 485081"/>
              <a:gd name="connsiteY7" fmla="*/ 169464 h 598645"/>
              <a:gd name="connsiteX8" fmla="*/ 188005 w 485081"/>
              <a:gd name="connsiteY8" fmla="*/ 226784 h 598645"/>
              <a:gd name="connsiteX9" fmla="*/ 221013 w 485081"/>
              <a:gd name="connsiteY9" fmla="*/ 259743 h 598645"/>
              <a:gd name="connsiteX10" fmla="*/ 264068 w 485081"/>
              <a:gd name="connsiteY10" fmla="*/ 259743 h 598645"/>
              <a:gd name="connsiteX11" fmla="*/ 295641 w 485081"/>
              <a:gd name="connsiteY11" fmla="*/ 226784 h 598645"/>
              <a:gd name="connsiteX12" fmla="*/ 295641 w 485081"/>
              <a:gd name="connsiteY12" fmla="*/ 169464 h 598645"/>
              <a:gd name="connsiteX13" fmla="*/ 312863 w 485081"/>
              <a:gd name="connsiteY13" fmla="*/ 169464 h 598645"/>
              <a:gd name="connsiteX14" fmla="*/ 341566 w 485081"/>
              <a:gd name="connsiteY14" fmla="*/ 153701 h 598645"/>
              <a:gd name="connsiteX15" fmla="*/ 343001 w 485081"/>
              <a:gd name="connsiteY15" fmla="*/ 150835 h 598645"/>
              <a:gd name="connsiteX16" fmla="*/ 475035 w 485081"/>
              <a:gd name="connsiteY16" fmla="*/ 209588 h 598645"/>
              <a:gd name="connsiteX17" fmla="*/ 485081 w 485081"/>
              <a:gd name="connsiteY17" fmla="*/ 225351 h 598645"/>
              <a:gd name="connsiteX18" fmla="*/ 485081 w 485081"/>
              <a:gd name="connsiteY18" fmla="*/ 481857 h 598645"/>
              <a:gd name="connsiteX19" fmla="*/ 475035 w 485081"/>
              <a:gd name="connsiteY19" fmla="*/ 496186 h 598645"/>
              <a:gd name="connsiteX20" fmla="*/ 248281 w 485081"/>
              <a:gd name="connsiteY20" fmla="*/ 596496 h 598645"/>
              <a:gd name="connsiteX21" fmla="*/ 235365 w 485081"/>
              <a:gd name="connsiteY21" fmla="*/ 596496 h 598645"/>
              <a:gd name="connsiteX22" fmla="*/ 8611 w 485081"/>
              <a:gd name="connsiteY22" fmla="*/ 496186 h 598645"/>
              <a:gd name="connsiteX23" fmla="*/ 0 w 485081"/>
              <a:gd name="connsiteY23" fmla="*/ 481857 h 598645"/>
              <a:gd name="connsiteX24" fmla="*/ 0 w 485081"/>
              <a:gd name="connsiteY24" fmla="*/ 225351 h 598645"/>
              <a:gd name="connsiteX25" fmla="*/ 8611 w 485081"/>
              <a:gd name="connsiteY25" fmla="*/ 209588 h 598645"/>
              <a:gd name="connsiteX26" fmla="*/ 241824 w 485081"/>
              <a:gd name="connsiteY26" fmla="*/ 0 h 598645"/>
              <a:gd name="connsiteX27" fmla="*/ 254021 w 485081"/>
              <a:gd name="connsiteY27" fmla="*/ 7519 h 598645"/>
              <a:gd name="connsiteX28" fmla="*/ 325771 w 485081"/>
              <a:gd name="connsiteY28" fmla="*/ 130681 h 598645"/>
              <a:gd name="connsiteX29" fmla="*/ 312856 w 485081"/>
              <a:gd name="connsiteY29" fmla="*/ 152163 h 598645"/>
              <a:gd name="connsiteX30" fmla="*/ 276981 w 485081"/>
              <a:gd name="connsiteY30" fmla="*/ 152163 h 598645"/>
              <a:gd name="connsiteX31" fmla="*/ 276981 w 485081"/>
              <a:gd name="connsiteY31" fmla="*/ 226633 h 598645"/>
              <a:gd name="connsiteX32" fmla="*/ 264066 w 485081"/>
              <a:gd name="connsiteY32" fmla="*/ 240954 h 598645"/>
              <a:gd name="connsiteX33" fmla="*/ 221016 w 485081"/>
              <a:gd name="connsiteY33" fmla="*/ 240954 h 598645"/>
              <a:gd name="connsiteX34" fmla="*/ 206666 w 485081"/>
              <a:gd name="connsiteY34" fmla="*/ 226633 h 598645"/>
              <a:gd name="connsiteX35" fmla="*/ 206666 w 485081"/>
              <a:gd name="connsiteY35" fmla="*/ 152163 h 598645"/>
              <a:gd name="connsiteX36" fmla="*/ 170791 w 485081"/>
              <a:gd name="connsiteY36" fmla="*/ 152163 h 598645"/>
              <a:gd name="connsiteX37" fmla="*/ 159311 w 485081"/>
              <a:gd name="connsiteY37" fmla="*/ 130681 h 598645"/>
              <a:gd name="connsiteX38" fmla="*/ 229626 w 485081"/>
              <a:gd name="connsiteY38" fmla="*/ 7519 h 598645"/>
              <a:gd name="connsiteX39" fmla="*/ 241824 w 485081"/>
              <a:gd name="connsiteY39" fmla="*/ 0 h 5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5081" h="598645">
                <a:moveTo>
                  <a:pt x="35879" y="269773"/>
                </a:moveTo>
                <a:lnTo>
                  <a:pt x="35879" y="468960"/>
                </a:lnTo>
                <a:lnTo>
                  <a:pt x="206662" y="544908"/>
                </a:lnTo>
                <a:lnTo>
                  <a:pt x="206662" y="345722"/>
                </a:lnTo>
                <a:close/>
                <a:moveTo>
                  <a:pt x="142080" y="150835"/>
                </a:moveTo>
                <a:cubicBezTo>
                  <a:pt x="142080" y="150835"/>
                  <a:pt x="142080" y="152268"/>
                  <a:pt x="143515" y="153701"/>
                </a:cubicBezTo>
                <a:cubicBezTo>
                  <a:pt x="149256" y="163732"/>
                  <a:pt x="159302" y="169464"/>
                  <a:pt x="170783" y="169464"/>
                </a:cubicBezTo>
                <a:lnTo>
                  <a:pt x="188005" y="169464"/>
                </a:lnTo>
                <a:lnTo>
                  <a:pt x="188005" y="226784"/>
                </a:lnTo>
                <a:cubicBezTo>
                  <a:pt x="188005" y="245413"/>
                  <a:pt x="202356" y="259743"/>
                  <a:pt x="221013" y="259743"/>
                </a:cubicBezTo>
                <a:lnTo>
                  <a:pt x="264068" y="259743"/>
                </a:lnTo>
                <a:cubicBezTo>
                  <a:pt x="281290" y="259743"/>
                  <a:pt x="295641" y="245413"/>
                  <a:pt x="295641" y="226784"/>
                </a:cubicBezTo>
                <a:lnTo>
                  <a:pt x="295641" y="169464"/>
                </a:lnTo>
                <a:lnTo>
                  <a:pt x="312863" y="169464"/>
                </a:lnTo>
                <a:cubicBezTo>
                  <a:pt x="324344" y="169464"/>
                  <a:pt x="335825" y="163732"/>
                  <a:pt x="341566" y="153701"/>
                </a:cubicBezTo>
                <a:cubicBezTo>
                  <a:pt x="341566" y="152268"/>
                  <a:pt x="341566" y="150835"/>
                  <a:pt x="343001" y="150835"/>
                </a:cubicBezTo>
                <a:lnTo>
                  <a:pt x="475035" y="209588"/>
                </a:lnTo>
                <a:cubicBezTo>
                  <a:pt x="480776" y="212454"/>
                  <a:pt x="485081" y="218186"/>
                  <a:pt x="485081" y="225351"/>
                </a:cubicBezTo>
                <a:lnTo>
                  <a:pt x="485081" y="481857"/>
                </a:lnTo>
                <a:cubicBezTo>
                  <a:pt x="485081" y="487589"/>
                  <a:pt x="480776" y="493320"/>
                  <a:pt x="475035" y="496186"/>
                </a:cubicBezTo>
                <a:lnTo>
                  <a:pt x="248281" y="596496"/>
                </a:lnTo>
                <a:cubicBezTo>
                  <a:pt x="243976" y="599362"/>
                  <a:pt x="239670" y="599362"/>
                  <a:pt x="235365" y="596496"/>
                </a:cubicBezTo>
                <a:lnTo>
                  <a:pt x="8611" y="496186"/>
                </a:lnTo>
                <a:cubicBezTo>
                  <a:pt x="2870" y="493320"/>
                  <a:pt x="0" y="487589"/>
                  <a:pt x="0" y="481857"/>
                </a:cubicBezTo>
                <a:lnTo>
                  <a:pt x="0" y="225351"/>
                </a:lnTo>
                <a:cubicBezTo>
                  <a:pt x="0" y="218186"/>
                  <a:pt x="2870" y="212454"/>
                  <a:pt x="8611" y="209588"/>
                </a:cubicBezTo>
                <a:close/>
                <a:moveTo>
                  <a:pt x="241824" y="0"/>
                </a:moveTo>
                <a:cubicBezTo>
                  <a:pt x="246487" y="0"/>
                  <a:pt x="251151" y="2507"/>
                  <a:pt x="254021" y="7519"/>
                </a:cubicBezTo>
                <a:lnTo>
                  <a:pt x="325771" y="130681"/>
                </a:lnTo>
                <a:cubicBezTo>
                  <a:pt x="331511" y="139274"/>
                  <a:pt x="324336" y="152163"/>
                  <a:pt x="312856" y="152163"/>
                </a:cubicBezTo>
                <a:lnTo>
                  <a:pt x="276981" y="152163"/>
                </a:lnTo>
                <a:lnTo>
                  <a:pt x="276981" y="226633"/>
                </a:lnTo>
                <a:cubicBezTo>
                  <a:pt x="276981" y="235226"/>
                  <a:pt x="271241" y="240954"/>
                  <a:pt x="264066" y="240954"/>
                </a:cubicBezTo>
                <a:lnTo>
                  <a:pt x="221016" y="240954"/>
                </a:lnTo>
                <a:cubicBezTo>
                  <a:pt x="212406" y="240954"/>
                  <a:pt x="206666" y="235226"/>
                  <a:pt x="206666" y="226633"/>
                </a:cubicBezTo>
                <a:lnTo>
                  <a:pt x="206666" y="152163"/>
                </a:lnTo>
                <a:lnTo>
                  <a:pt x="170791" y="152163"/>
                </a:lnTo>
                <a:cubicBezTo>
                  <a:pt x="160746" y="152163"/>
                  <a:pt x="153571" y="139274"/>
                  <a:pt x="159311" y="130681"/>
                </a:cubicBezTo>
                <a:lnTo>
                  <a:pt x="229626" y="7519"/>
                </a:lnTo>
                <a:cubicBezTo>
                  <a:pt x="232496" y="2507"/>
                  <a:pt x="237160" y="0"/>
                  <a:pt x="2418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E75AF55-7D81-460D-821F-CD986C419B96}"/>
              </a:ext>
            </a:extLst>
          </p:cNvPr>
          <p:cNvCxnSpPr>
            <a:cxnSpLocks/>
          </p:cNvCxnSpPr>
          <p:nvPr/>
        </p:nvCxnSpPr>
        <p:spPr>
          <a:xfrm>
            <a:off x="5361771" y="3070523"/>
            <a:ext cx="5457778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ADE0E339-A9DA-4D88-A23A-0C571D5B55CD}"/>
              </a:ext>
            </a:extLst>
          </p:cNvPr>
          <p:cNvSpPr/>
          <p:nvPr/>
        </p:nvSpPr>
        <p:spPr bwMode="auto">
          <a:xfrm>
            <a:off x="5925968" y="3907701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C4A8525-7B48-479F-BA80-9BEC2D468A5C}"/>
              </a:ext>
            </a:extLst>
          </p:cNvPr>
          <p:cNvSpPr txBox="1"/>
          <p:nvPr/>
        </p:nvSpPr>
        <p:spPr bwMode="auto">
          <a:xfrm>
            <a:off x="5925968" y="3349055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总结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E608544-EFB1-4548-A538-BE3C08D52DC1}"/>
              </a:ext>
            </a:extLst>
          </p:cNvPr>
          <p:cNvSpPr/>
          <p:nvPr/>
        </p:nvSpPr>
        <p:spPr bwMode="auto">
          <a:xfrm>
            <a:off x="5924972" y="5319598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D768F17-5DC2-453D-9C2D-6DD6AAECF605}"/>
              </a:ext>
            </a:extLst>
          </p:cNvPr>
          <p:cNvSpPr txBox="1"/>
          <p:nvPr/>
        </p:nvSpPr>
        <p:spPr bwMode="auto">
          <a:xfrm>
            <a:off x="5924972" y="4760952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总结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0F10130-99B5-48CF-96F6-1987A8A548E5}"/>
              </a:ext>
            </a:extLst>
          </p:cNvPr>
          <p:cNvSpPr/>
          <p:nvPr/>
        </p:nvSpPr>
        <p:spPr bwMode="auto">
          <a:xfrm>
            <a:off x="9180363" y="5325965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A6BB31B-C15D-471F-AF96-D805825F9F8C}"/>
              </a:ext>
            </a:extLst>
          </p:cNvPr>
          <p:cNvSpPr txBox="1"/>
          <p:nvPr/>
        </p:nvSpPr>
        <p:spPr bwMode="auto">
          <a:xfrm>
            <a:off x="9180364" y="4767319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总结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2078E11-D369-4188-88D2-D6B0F3321588}"/>
              </a:ext>
            </a:extLst>
          </p:cNvPr>
          <p:cNvSpPr/>
          <p:nvPr/>
        </p:nvSpPr>
        <p:spPr bwMode="auto">
          <a:xfrm>
            <a:off x="9168157" y="3902472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>
              <a:lnSpc>
                <a:spcPct val="120000"/>
              </a:lnSpc>
            </a:pPr>
            <a:r>
              <a:rPr lang="en-US" altLang="zh-CN" sz="1100">
                <a:cs typeface="+mn-ea"/>
                <a:sym typeface="+mn-lt"/>
              </a:rPr>
              <a:t>… …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6FA6CA5-C4CF-45CE-B144-3B356379785B}"/>
              </a:ext>
            </a:extLst>
          </p:cNvPr>
          <p:cNvSpPr txBox="1"/>
          <p:nvPr/>
        </p:nvSpPr>
        <p:spPr bwMode="auto">
          <a:xfrm>
            <a:off x="9168158" y="3343826"/>
            <a:ext cx="2161587" cy="5586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b="1" dirty="0">
                <a:cs typeface="+mn-ea"/>
                <a:sym typeface="+mn-lt"/>
              </a:rPr>
              <a:t>…</a:t>
            </a:r>
            <a:r>
              <a:rPr lang="zh-CN" altLang="en-US" sz="2000" b="1" dirty="0">
                <a:cs typeface="+mn-ea"/>
                <a:sym typeface="+mn-lt"/>
              </a:rPr>
              <a:t>总结</a:t>
            </a:r>
            <a:endParaRPr lang="en-US" altLang="zh-CN" sz="2000" b="1" dirty="0">
              <a:cs typeface="+mn-ea"/>
              <a:sym typeface="+mn-lt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A0E95A0-7A87-474B-B048-0A8896D00F90}"/>
              </a:ext>
            </a:extLst>
          </p:cNvPr>
          <p:cNvSpPr txBox="1"/>
          <p:nvPr/>
        </p:nvSpPr>
        <p:spPr>
          <a:xfrm>
            <a:off x="5327574" y="1371345"/>
            <a:ext cx="5822175" cy="6222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25000"/>
            </a:pPr>
            <a:r>
              <a:rPr lang="en-US" sz="2000" b="1" dirty="0">
                <a:cs typeface="+mn-ea"/>
                <a:sym typeface="+mn-lt"/>
              </a:rPr>
              <a:t>Unified fonts make reading more fluent.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52A1A8C-A02A-4ED8-9D5B-6DF5A1737A64}"/>
              </a:ext>
            </a:extLst>
          </p:cNvPr>
          <p:cNvSpPr txBox="1"/>
          <p:nvPr/>
        </p:nvSpPr>
        <p:spPr>
          <a:xfrm>
            <a:off x="5327574" y="1993630"/>
            <a:ext cx="5822176" cy="88448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Adjust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cs typeface="+mn-ea"/>
                <a:sym typeface="+mn-lt"/>
              </a:rPr>
              <a:t>… …</a:t>
            </a:r>
          </a:p>
        </p:txBody>
      </p:sp>
    </p:spTree>
    <p:extLst>
      <p:ext uri="{BB962C8B-B14F-4D97-AF65-F5344CB8AC3E}">
        <p14:creationId xmlns:p14="http://schemas.microsoft.com/office/powerpoint/2010/main" val="2109578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2DEFA-01FD-4744-89F5-15D4757D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课程总结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38CF3C-D8E1-4C8E-BC39-D1300948A6A3}"/>
              </a:ext>
            </a:extLst>
          </p:cNvPr>
          <p:cNvSpPr/>
          <p:nvPr/>
        </p:nvSpPr>
        <p:spPr>
          <a:xfrm>
            <a:off x="673100" y="1478128"/>
            <a:ext cx="72000" cy="9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1317539" y="1431016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1317539" y="1823129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3565272" y="1431016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3565272" y="1823129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38CF3C-D8E1-4C8E-BC39-D1300948A6A3}"/>
              </a:ext>
            </a:extLst>
          </p:cNvPr>
          <p:cNvSpPr/>
          <p:nvPr/>
        </p:nvSpPr>
        <p:spPr>
          <a:xfrm>
            <a:off x="673100" y="3170550"/>
            <a:ext cx="72000" cy="9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1317539" y="3123438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1317539" y="3515551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3565272" y="3123438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3565272" y="3515551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38CF3C-D8E1-4C8E-BC39-D1300948A6A3}"/>
              </a:ext>
            </a:extLst>
          </p:cNvPr>
          <p:cNvSpPr/>
          <p:nvPr/>
        </p:nvSpPr>
        <p:spPr>
          <a:xfrm>
            <a:off x="673100" y="4862972"/>
            <a:ext cx="72000" cy="9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1317539" y="4815860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1317539" y="5207973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E82E71A-1287-45E8-9875-D2A9EB865277}"/>
              </a:ext>
            </a:extLst>
          </p:cNvPr>
          <p:cNvSpPr/>
          <p:nvPr/>
        </p:nvSpPr>
        <p:spPr bwMode="auto">
          <a:xfrm>
            <a:off x="3565272" y="4815860"/>
            <a:ext cx="1675295" cy="392113"/>
          </a:xfrm>
          <a:prstGeom prst="rect">
            <a:avLst/>
          </a:prstGeom>
          <a:noFill/>
          <a:ln w="28575" algn="ctr">
            <a:noFill/>
            <a:round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600" b="1" dirty="0">
                <a:cs typeface="+mn-ea"/>
                <a:sym typeface="+mn-lt"/>
              </a:rPr>
              <a:t>…</a:t>
            </a:r>
            <a:r>
              <a:rPr lang="zh-CN" altLang="en-US" sz="1600" b="1" dirty="0">
                <a:cs typeface="+mn-ea"/>
                <a:sym typeface="+mn-lt"/>
              </a:rPr>
              <a:t>总结</a:t>
            </a:r>
            <a:endParaRPr lang="en-US" altLang="zh-CN" sz="1600" b="1" dirty="0">
              <a:cs typeface="+mn-ea"/>
              <a:sym typeface="+mn-lt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15461BC-FD33-4BE8-8E88-7484D2ED2DA9}"/>
              </a:ext>
            </a:extLst>
          </p:cNvPr>
          <p:cNvSpPr/>
          <p:nvPr/>
        </p:nvSpPr>
        <p:spPr>
          <a:xfrm>
            <a:off x="3565272" y="5207973"/>
            <a:ext cx="1675295" cy="638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Supporting text here.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cs typeface="+mn-ea"/>
                <a:sym typeface="+mn-lt"/>
              </a:rPr>
              <a:t>……</a:t>
            </a: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859A4173-0321-EC07-69BB-240951A16A72}"/>
              </a:ext>
            </a:extLst>
          </p:cNvPr>
          <p:cNvGrpSpPr/>
          <p:nvPr/>
        </p:nvGrpSpPr>
        <p:grpSpPr>
          <a:xfrm>
            <a:off x="6022975" y="1955800"/>
            <a:ext cx="5495925" cy="4191000"/>
            <a:chOff x="6022975" y="1955800"/>
            <a:chExt cx="5495925" cy="4191000"/>
          </a:xfrm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36A683F3-4872-4684-8EDA-219126663B40}"/>
                </a:ext>
              </a:extLst>
            </p:cNvPr>
            <p:cNvSpPr/>
            <p:nvPr/>
          </p:nvSpPr>
          <p:spPr bwMode="auto">
            <a:xfrm>
              <a:off x="8791575" y="4297363"/>
              <a:ext cx="0" cy="1833563"/>
            </a:xfrm>
            <a:custGeom>
              <a:avLst/>
              <a:gdLst>
                <a:gd name="T0" fmla="*/ 0 h 1155"/>
                <a:gd name="T1" fmla="*/ 1155 h 1155"/>
                <a:gd name="T2" fmla="*/ 0 h 1155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155">
                  <a:moveTo>
                    <a:pt x="0" y="0"/>
                  </a:moveTo>
                  <a:lnTo>
                    <a:pt x="0" y="1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C3F9AFB7-4100-40A5-B6B4-801C1C1C728A}"/>
                </a:ext>
              </a:extLst>
            </p:cNvPr>
            <p:cNvSpPr/>
            <p:nvPr/>
          </p:nvSpPr>
          <p:spPr bwMode="auto">
            <a:xfrm>
              <a:off x="8775700" y="4279900"/>
              <a:ext cx="33338" cy="1866900"/>
            </a:xfrm>
            <a:custGeom>
              <a:avLst/>
              <a:gdLst>
                <a:gd name="T0" fmla="*/ 5 w 10"/>
                <a:gd name="T1" fmla="*/ 566 h 566"/>
                <a:gd name="T2" fmla="*/ 0 w 10"/>
                <a:gd name="T3" fmla="*/ 561 h 566"/>
                <a:gd name="T4" fmla="*/ 0 w 10"/>
                <a:gd name="T5" fmla="*/ 5 h 566"/>
                <a:gd name="T6" fmla="*/ 5 w 10"/>
                <a:gd name="T7" fmla="*/ 0 h 566"/>
                <a:gd name="T8" fmla="*/ 10 w 10"/>
                <a:gd name="T9" fmla="*/ 5 h 566"/>
                <a:gd name="T10" fmla="*/ 10 w 10"/>
                <a:gd name="T11" fmla="*/ 561 h 566"/>
                <a:gd name="T12" fmla="*/ 5 w 10"/>
                <a:gd name="T13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66">
                  <a:moveTo>
                    <a:pt x="5" y="566"/>
                  </a:moveTo>
                  <a:cubicBezTo>
                    <a:pt x="2" y="566"/>
                    <a:pt x="0" y="563"/>
                    <a:pt x="0" y="56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ubicBezTo>
                    <a:pt x="10" y="561"/>
                    <a:pt x="10" y="561"/>
                    <a:pt x="10" y="561"/>
                  </a:cubicBezTo>
                  <a:cubicBezTo>
                    <a:pt x="10" y="563"/>
                    <a:pt x="8" y="566"/>
                    <a:pt x="5" y="566"/>
                  </a:cubicBezTo>
                  <a:close/>
                </a:path>
              </a:pathLst>
            </a:custGeom>
            <a:solidFill>
              <a:srgbClr val="203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65D02C1A-CD8D-4E90-B284-CD403D29F352}"/>
                </a:ext>
              </a:extLst>
            </p:cNvPr>
            <p:cNvSpPr/>
            <p:nvPr/>
          </p:nvSpPr>
          <p:spPr bwMode="auto">
            <a:xfrm>
              <a:off x="9139237" y="4297363"/>
              <a:ext cx="269875" cy="1736725"/>
            </a:xfrm>
            <a:custGeom>
              <a:avLst/>
              <a:gdLst>
                <a:gd name="T0" fmla="*/ 0 w 170"/>
                <a:gd name="T1" fmla="*/ 0 h 1094"/>
                <a:gd name="T2" fmla="*/ 170 w 170"/>
                <a:gd name="T3" fmla="*/ 1094 h 1094"/>
                <a:gd name="T4" fmla="*/ 0 w 170"/>
                <a:gd name="T5" fmla="*/ 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0" h="1094">
                  <a:moveTo>
                    <a:pt x="0" y="0"/>
                  </a:moveTo>
                  <a:lnTo>
                    <a:pt x="170" y="1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47D2A6DE-57C0-457A-8DF0-494E8874ECF1}"/>
                </a:ext>
              </a:extLst>
            </p:cNvPr>
            <p:cNvSpPr/>
            <p:nvPr/>
          </p:nvSpPr>
          <p:spPr bwMode="auto">
            <a:xfrm>
              <a:off x="9121775" y="4279900"/>
              <a:ext cx="304800" cy="1771650"/>
            </a:xfrm>
            <a:custGeom>
              <a:avLst/>
              <a:gdLst>
                <a:gd name="T0" fmla="*/ 87 w 92"/>
                <a:gd name="T1" fmla="*/ 537 h 537"/>
                <a:gd name="T2" fmla="*/ 82 w 92"/>
                <a:gd name="T3" fmla="*/ 533 h 537"/>
                <a:gd name="T4" fmla="*/ 0 w 92"/>
                <a:gd name="T5" fmla="*/ 6 h 537"/>
                <a:gd name="T6" fmla="*/ 4 w 92"/>
                <a:gd name="T7" fmla="*/ 0 h 537"/>
                <a:gd name="T8" fmla="*/ 10 w 92"/>
                <a:gd name="T9" fmla="*/ 4 h 537"/>
                <a:gd name="T10" fmla="*/ 91 w 92"/>
                <a:gd name="T11" fmla="*/ 531 h 537"/>
                <a:gd name="T12" fmla="*/ 88 w 92"/>
                <a:gd name="T13" fmla="*/ 537 h 537"/>
                <a:gd name="T14" fmla="*/ 87 w 92"/>
                <a:gd name="T15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537">
                  <a:moveTo>
                    <a:pt x="87" y="537"/>
                  </a:moveTo>
                  <a:cubicBezTo>
                    <a:pt x="84" y="537"/>
                    <a:pt x="82" y="535"/>
                    <a:pt x="82" y="53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1" y="1"/>
                    <a:pt x="4" y="0"/>
                  </a:cubicBezTo>
                  <a:cubicBezTo>
                    <a:pt x="6" y="0"/>
                    <a:pt x="9" y="1"/>
                    <a:pt x="10" y="4"/>
                  </a:cubicBezTo>
                  <a:cubicBezTo>
                    <a:pt x="91" y="531"/>
                    <a:pt x="91" y="531"/>
                    <a:pt x="91" y="531"/>
                  </a:cubicBezTo>
                  <a:cubicBezTo>
                    <a:pt x="92" y="534"/>
                    <a:pt x="90" y="536"/>
                    <a:pt x="88" y="537"/>
                  </a:cubicBezTo>
                  <a:cubicBezTo>
                    <a:pt x="87" y="537"/>
                    <a:pt x="87" y="537"/>
                    <a:pt x="87" y="537"/>
                  </a:cubicBezTo>
                  <a:close/>
                </a:path>
              </a:pathLst>
            </a:custGeom>
            <a:solidFill>
              <a:srgbClr val="203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6D8DF12-8FBA-4E2B-947C-D30A980A72CE}"/>
                </a:ext>
              </a:extLst>
            </p:cNvPr>
            <p:cNvSpPr/>
            <p:nvPr/>
          </p:nvSpPr>
          <p:spPr bwMode="auto">
            <a:xfrm>
              <a:off x="8178800" y="4297363"/>
              <a:ext cx="269875" cy="1736725"/>
            </a:xfrm>
            <a:custGeom>
              <a:avLst/>
              <a:gdLst>
                <a:gd name="T0" fmla="*/ 170 w 170"/>
                <a:gd name="T1" fmla="*/ 0 h 1094"/>
                <a:gd name="T2" fmla="*/ 0 w 170"/>
                <a:gd name="T3" fmla="*/ 1094 h 1094"/>
                <a:gd name="T4" fmla="*/ 170 w 170"/>
                <a:gd name="T5" fmla="*/ 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0" h="1094">
                  <a:moveTo>
                    <a:pt x="170" y="0"/>
                  </a:moveTo>
                  <a:lnTo>
                    <a:pt x="0" y="1094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AB7356BA-5996-4AAF-9957-02FB74E5FC84}"/>
                </a:ext>
              </a:extLst>
            </p:cNvPr>
            <p:cNvSpPr/>
            <p:nvPr/>
          </p:nvSpPr>
          <p:spPr bwMode="auto">
            <a:xfrm>
              <a:off x="8161337" y="4279900"/>
              <a:ext cx="304800" cy="1771650"/>
            </a:xfrm>
            <a:custGeom>
              <a:avLst/>
              <a:gdLst>
                <a:gd name="T0" fmla="*/ 5 w 92"/>
                <a:gd name="T1" fmla="*/ 537 h 537"/>
                <a:gd name="T2" fmla="*/ 4 w 92"/>
                <a:gd name="T3" fmla="*/ 537 h 537"/>
                <a:gd name="T4" fmla="*/ 0 w 92"/>
                <a:gd name="T5" fmla="*/ 531 h 537"/>
                <a:gd name="T6" fmla="*/ 82 w 92"/>
                <a:gd name="T7" fmla="*/ 4 h 537"/>
                <a:gd name="T8" fmla="*/ 88 w 92"/>
                <a:gd name="T9" fmla="*/ 0 h 537"/>
                <a:gd name="T10" fmla="*/ 92 w 92"/>
                <a:gd name="T11" fmla="*/ 6 h 537"/>
                <a:gd name="T12" fmla="*/ 10 w 92"/>
                <a:gd name="T13" fmla="*/ 533 h 537"/>
                <a:gd name="T14" fmla="*/ 5 w 92"/>
                <a:gd name="T15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537">
                  <a:moveTo>
                    <a:pt x="5" y="537"/>
                  </a:moveTo>
                  <a:cubicBezTo>
                    <a:pt x="5" y="537"/>
                    <a:pt x="4" y="537"/>
                    <a:pt x="4" y="537"/>
                  </a:cubicBezTo>
                  <a:cubicBezTo>
                    <a:pt x="1" y="536"/>
                    <a:pt x="0" y="534"/>
                    <a:pt x="0" y="531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3" y="1"/>
                    <a:pt x="85" y="0"/>
                    <a:pt x="88" y="0"/>
                  </a:cubicBezTo>
                  <a:cubicBezTo>
                    <a:pt x="91" y="1"/>
                    <a:pt x="92" y="3"/>
                    <a:pt x="92" y="6"/>
                  </a:cubicBezTo>
                  <a:cubicBezTo>
                    <a:pt x="10" y="533"/>
                    <a:pt x="10" y="533"/>
                    <a:pt x="10" y="533"/>
                  </a:cubicBezTo>
                  <a:cubicBezTo>
                    <a:pt x="9" y="535"/>
                    <a:pt x="7" y="537"/>
                    <a:pt x="5" y="537"/>
                  </a:cubicBezTo>
                  <a:close/>
                </a:path>
              </a:pathLst>
            </a:custGeom>
            <a:solidFill>
              <a:srgbClr val="203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BD7AD75C-FCEB-466A-8B23-E99219FF45E6}"/>
                </a:ext>
              </a:extLst>
            </p:cNvPr>
            <p:cNvSpPr/>
            <p:nvPr/>
          </p:nvSpPr>
          <p:spPr bwMode="auto">
            <a:xfrm>
              <a:off x="7907337" y="4478338"/>
              <a:ext cx="1758950" cy="165100"/>
            </a:xfrm>
            <a:custGeom>
              <a:avLst/>
              <a:gdLst>
                <a:gd name="T0" fmla="*/ 0 w 533"/>
                <a:gd name="T1" fmla="*/ 0 h 50"/>
                <a:gd name="T2" fmla="*/ 533 w 533"/>
                <a:gd name="T3" fmla="*/ 0 h 50"/>
                <a:gd name="T4" fmla="*/ 533 w 533"/>
                <a:gd name="T5" fmla="*/ 24 h 50"/>
                <a:gd name="T6" fmla="*/ 506 w 533"/>
                <a:gd name="T7" fmla="*/ 50 h 50"/>
                <a:gd name="T8" fmla="*/ 27 w 533"/>
                <a:gd name="T9" fmla="*/ 50 h 50"/>
                <a:gd name="T10" fmla="*/ 0 w 533"/>
                <a:gd name="T11" fmla="*/ 24 h 50"/>
                <a:gd name="T12" fmla="*/ 0 w 533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3" h="50">
                  <a:moveTo>
                    <a:pt x="0" y="0"/>
                  </a:moveTo>
                  <a:cubicBezTo>
                    <a:pt x="533" y="0"/>
                    <a:pt x="533" y="0"/>
                    <a:pt x="533" y="0"/>
                  </a:cubicBezTo>
                  <a:cubicBezTo>
                    <a:pt x="533" y="24"/>
                    <a:pt x="533" y="24"/>
                    <a:pt x="533" y="24"/>
                  </a:cubicBezTo>
                  <a:cubicBezTo>
                    <a:pt x="533" y="38"/>
                    <a:pt x="521" y="50"/>
                    <a:pt x="506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12" y="50"/>
                    <a:pt x="0" y="38"/>
                    <a:pt x="0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8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9C213878-A779-4A53-BB48-08D8381DF577}"/>
                </a:ext>
              </a:extLst>
            </p:cNvPr>
            <p:cNvSpPr/>
            <p:nvPr/>
          </p:nvSpPr>
          <p:spPr bwMode="auto">
            <a:xfrm>
              <a:off x="8732837" y="1968500"/>
              <a:ext cx="0" cy="161925"/>
            </a:xfrm>
            <a:custGeom>
              <a:avLst/>
              <a:gdLst>
                <a:gd name="T0" fmla="*/ 102 h 102"/>
                <a:gd name="T1" fmla="*/ 0 h 102"/>
                <a:gd name="T2" fmla="*/ 102 h 10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02">
                  <a:moveTo>
                    <a:pt x="0" y="102"/>
                  </a:moveTo>
                  <a:lnTo>
                    <a:pt x="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D173A279-D67A-4F4A-A40C-85C291FD4389}"/>
                </a:ext>
              </a:extLst>
            </p:cNvPr>
            <p:cNvSpPr/>
            <p:nvPr/>
          </p:nvSpPr>
          <p:spPr bwMode="auto">
            <a:xfrm>
              <a:off x="8716962" y="1955800"/>
              <a:ext cx="31750" cy="190500"/>
            </a:xfrm>
            <a:custGeom>
              <a:avLst/>
              <a:gdLst>
                <a:gd name="T0" fmla="*/ 5 w 10"/>
                <a:gd name="T1" fmla="*/ 58 h 58"/>
                <a:gd name="T2" fmla="*/ 0 w 10"/>
                <a:gd name="T3" fmla="*/ 53 h 58"/>
                <a:gd name="T4" fmla="*/ 0 w 10"/>
                <a:gd name="T5" fmla="*/ 4 h 58"/>
                <a:gd name="T6" fmla="*/ 5 w 10"/>
                <a:gd name="T7" fmla="*/ 0 h 58"/>
                <a:gd name="T8" fmla="*/ 10 w 10"/>
                <a:gd name="T9" fmla="*/ 4 h 58"/>
                <a:gd name="T10" fmla="*/ 10 w 10"/>
                <a:gd name="T11" fmla="*/ 53 h 58"/>
                <a:gd name="T12" fmla="*/ 5 w 10"/>
                <a:gd name="T1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8">
                  <a:moveTo>
                    <a:pt x="5" y="58"/>
                  </a:moveTo>
                  <a:cubicBezTo>
                    <a:pt x="2" y="58"/>
                    <a:pt x="0" y="56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0" y="2"/>
                    <a:pt x="10" y="4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6"/>
                    <a:pt x="8" y="58"/>
                    <a:pt x="5" y="58"/>
                  </a:cubicBezTo>
                  <a:close/>
                </a:path>
              </a:pathLst>
            </a:custGeom>
            <a:solidFill>
              <a:srgbClr val="203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FC2F699-71B7-4142-B45A-C2A2F33F2C72}"/>
                </a:ext>
              </a:extLst>
            </p:cNvPr>
            <p:cNvSpPr/>
            <p:nvPr/>
          </p:nvSpPr>
          <p:spPr bwMode="auto">
            <a:xfrm>
              <a:off x="7485062" y="2130425"/>
              <a:ext cx="2627313" cy="2347913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F9E52D0-DBE1-4887-89F0-DBB9AD093063}"/>
                </a:ext>
              </a:extLst>
            </p:cNvPr>
            <p:cNvSpPr/>
            <p:nvPr/>
          </p:nvSpPr>
          <p:spPr bwMode="auto">
            <a:xfrm>
              <a:off x="7610475" y="2246313"/>
              <a:ext cx="2373313" cy="2119313"/>
            </a:xfrm>
            <a:prstGeom prst="rect">
              <a:avLst/>
            </a:prstGeom>
            <a:noFill/>
            <a:ln w="12700" cap="flat">
              <a:solidFill>
                <a:srgbClr val="EBE1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D454828D-9BFB-40F7-8CF0-040621D08EEB}"/>
                </a:ext>
              </a:extLst>
            </p:cNvPr>
            <p:cNvSpPr/>
            <p:nvPr/>
          </p:nvSpPr>
          <p:spPr bwMode="auto">
            <a:xfrm>
              <a:off x="8185150" y="2133600"/>
              <a:ext cx="9525" cy="0"/>
            </a:xfrm>
            <a:custGeom>
              <a:avLst/>
              <a:gdLst>
                <a:gd name="T0" fmla="*/ 3 w 3"/>
                <a:gd name="T1" fmla="*/ 0 w 3"/>
                <a:gd name="T2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EB57CBC0-D7F8-4579-A398-6A25D7D6B073}"/>
                </a:ext>
              </a:extLst>
            </p:cNvPr>
            <p:cNvSpPr/>
            <p:nvPr/>
          </p:nvSpPr>
          <p:spPr bwMode="auto">
            <a:xfrm>
              <a:off x="7854950" y="2509838"/>
              <a:ext cx="1066800" cy="1065213"/>
            </a:xfrm>
            <a:custGeom>
              <a:avLst/>
              <a:gdLst>
                <a:gd name="T0" fmla="*/ 162 w 323"/>
                <a:gd name="T1" fmla="*/ 323 h 323"/>
                <a:gd name="T2" fmla="*/ 0 w 323"/>
                <a:gd name="T3" fmla="*/ 161 h 323"/>
                <a:gd name="T4" fmla="*/ 162 w 323"/>
                <a:gd name="T5" fmla="*/ 0 h 323"/>
                <a:gd name="T6" fmla="*/ 323 w 323"/>
                <a:gd name="T7" fmla="*/ 161 h 323"/>
                <a:gd name="T8" fmla="*/ 162 w 323"/>
                <a:gd name="T9" fmla="*/ 323 h 323"/>
                <a:gd name="T10" fmla="*/ 162 w 323"/>
                <a:gd name="T11" fmla="*/ 17 h 323"/>
                <a:gd name="T12" fmla="*/ 18 w 323"/>
                <a:gd name="T13" fmla="*/ 161 h 323"/>
                <a:gd name="T14" fmla="*/ 162 w 323"/>
                <a:gd name="T15" fmla="*/ 306 h 323"/>
                <a:gd name="T16" fmla="*/ 306 w 323"/>
                <a:gd name="T17" fmla="*/ 161 h 323"/>
                <a:gd name="T18" fmla="*/ 162 w 323"/>
                <a:gd name="T19" fmla="*/ 17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" h="323">
                  <a:moveTo>
                    <a:pt x="162" y="323"/>
                  </a:moveTo>
                  <a:cubicBezTo>
                    <a:pt x="73" y="323"/>
                    <a:pt x="0" y="251"/>
                    <a:pt x="0" y="161"/>
                  </a:cubicBezTo>
                  <a:cubicBezTo>
                    <a:pt x="0" y="72"/>
                    <a:pt x="73" y="0"/>
                    <a:pt x="162" y="0"/>
                  </a:cubicBezTo>
                  <a:cubicBezTo>
                    <a:pt x="251" y="0"/>
                    <a:pt x="323" y="72"/>
                    <a:pt x="323" y="161"/>
                  </a:cubicBezTo>
                  <a:cubicBezTo>
                    <a:pt x="323" y="251"/>
                    <a:pt x="251" y="323"/>
                    <a:pt x="162" y="323"/>
                  </a:cubicBezTo>
                  <a:close/>
                  <a:moveTo>
                    <a:pt x="162" y="17"/>
                  </a:moveTo>
                  <a:cubicBezTo>
                    <a:pt x="82" y="17"/>
                    <a:pt x="18" y="82"/>
                    <a:pt x="18" y="161"/>
                  </a:cubicBezTo>
                  <a:cubicBezTo>
                    <a:pt x="18" y="241"/>
                    <a:pt x="82" y="306"/>
                    <a:pt x="162" y="306"/>
                  </a:cubicBezTo>
                  <a:cubicBezTo>
                    <a:pt x="241" y="306"/>
                    <a:pt x="306" y="241"/>
                    <a:pt x="306" y="161"/>
                  </a:cubicBezTo>
                  <a:cubicBezTo>
                    <a:pt x="306" y="82"/>
                    <a:pt x="241" y="17"/>
                    <a:pt x="162" y="17"/>
                  </a:cubicBezTo>
                  <a:close/>
                </a:path>
              </a:pathLst>
            </a:custGeom>
            <a:solidFill>
              <a:srgbClr val="ECB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9D7A5AC7-B302-40E7-9B3C-33D643594808}"/>
                </a:ext>
              </a:extLst>
            </p:cNvPr>
            <p:cNvSpPr/>
            <p:nvPr/>
          </p:nvSpPr>
          <p:spPr bwMode="auto">
            <a:xfrm>
              <a:off x="8670925" y="2509838"/>
              <a:ext cx="1065213" cy="1065213"/>
            </a:xfrm>
            <a:custGeom>
              <a:avLst/>
              <a:gdLst>
                <a:gd name="T0" fmla="*/ 161 w 323"/>
                <a:gd name="T1" fmla="*/ 323 h 323"/>
                <a:gd name="T2" fmla="*/ 0 w 323"/>
                <a:gd name="T3" fmla="*/ 161 h 323"/>
                <a:gd name="T4" fmla="*/ 161 w 323"/>
                <a:gd name="T5" fmla="*/ 0 h 323"/>
                <a:gd name="T6" fmla="*/ 323 w 323"/>
                <a:gd name="T7" fmla="*/ 161 h 323"/>
                <a:gd name="T8" fmla="*/ 161 w 323"/>
                <a:gd name="T9" fmla="*/ 323 h 323"/>
                <a:gd name="T10" fmla="*/ 161 w 323"/>
                <a:gd name="T11" fmla="*/ 17 h 323"/>
                <a:gd name="T12" fmla="*/ 17 w 323"/>
                <a:gd name="T13" fmla="*/ 161 h 323"/>
                <a:gd name="T14" fmla="*/ 161 w 323"/>
                <a:gd name="T15" fmla="*/ 306 h 323"/>
                <a:gd name="T16" fmla="*/ 305 w 323"/>
                <a:gd name="T17" fmla="*/ 161 h 323"/>
                <a:gd name="T18" fmla="*/ 161 w 323"/>
                <a:gd name="T19" fmla="*/ 17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" h="323">
                  <a:moveTo>
                    <a:pt x="161" y="323"/>
                  </a:moveTo>
                  <a:cubicBezTo>
                    <a:pt x="72" y="323"/>
                    <a:pt x="0" y="251"/>
                    <a:pt x="0" y="161"/>
                  </a:cubicBezTo>
                  <a:cubicBezTo>
                    <a:pt x="0" y="72"/>
                    <a:pt x="72" y="0"/>
                    <a:pt x="161" y="0"/>
                  </a:cubicBezTo>
                  <a:cubicBezTo>
                    <a:pt x="250" y="0"/>
                    <a:pt x="323" y="72"/>
                    <a:pt x="323" y="161"/>
                  </a:cubicBezTo>
                  <a:cubicBezTo>
                    <a:pt x="323" y="251"/>
                    <a:pt x="250" y="323"/>
                    <a:pt x="161" y="323"/>
                  </a:cubicBezTo>
                  <a:close/>
                  <a:moveTo>
                    <a:pt x="161" y="17"/>
                  </a:moveTo>
                  <a:cubicBezTo>
                    <a:pt x="82" y="17"/>
                    <a:pt x="17" y="82"/>
                    <a:pt x="17" y="161"/>
                  </a:cubicBezTo>
                  <a:cubicBezTo>
                    <a:pt x="17" y="241"/>
                    <a:pt x="82" y="306"/>
                    <a:pt x="161" y="306"/>
                  </a:cubicBezTo>
                  <a:cubicBezTo>
                    <a:pt x="241" y="306"/>
                    <a:pt x="305" y="241"/>
                    <a:pt x="305" y="161"/>
                  </a:cubicBezTo>
                  <a:cubicBezTo>
                    <a:pt x="305" y="82"/>
                    <a:pt x="241" y="17"/>
                    <a:pt x="161" y="17"/>
                  </a:cubicBezTo>
                  <a:close/>
                </a:path>
              </a:pathLst>
            </a:custGeom>
            <a:solidFill>
              <a:srgbClr val="568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1DA86D88-87C6-4249-A145-F5D6095ED281}"/>
                </a:ext>
              </a:extLst>
            </p:cNvPr>
            <p:cNvSpPr/>
            <p:nvPr/>
          </p:nvSpPr>
          <p:spPr bwMode="auto">
            <a:xfrm>
              <a:off x="8264525" y="3155950"/>
              <a:ext cx="1065213" cy="1068388"/>
            </a:xfrm>
            <a:custGeom>
              <a:avLst/>
              <a:gdLst>
                <a:gd name="T0" fmla="*/ 161 w 323"/>
                <a:gd name="T1" fmla="*/ 324 h 324"/>
                <a:gd name="T2" fmla="*/ 0 w 323"/>
                <a:gd name="T3" fmla="*/ 162 h 324"/>
                <a:gd name="T4" fmla="*/ 161 w 323"/>
                <a:gd name="T5" fmla="*/ 0 h 324"/>
                <a:gd name="T6" fmla="*/ 323 w 323"/>
                <a:gd name="T7" fmla="*/ 162 h 324"/>
                <a:gd name="T8" fmla="*/ 161 w 323"/>
                <a:gd name="T9" fmla="*/ 324 h 324"/>
                <a:gd name="T10" fmla="*/ 161 w 323"/>
                <a:gd name="T11" fmla="*/ 18 h 324"/>
                <a:gd name="T12" fmla="*/ 17 w 323"/>
                <a:gd name="T13" fmla="*/ 162 h 324"/>
                <a:gd name="T14" fmla="*/ 161 w 323"/>
                <a:gd name="T15" fmla="*/ 306 h 324"/>
                <a:gd name="T16" fmla="*/ 306 w 323"/>
                <a:gd name="T17" fmla="*/ 162 h 324"/>
                <a:gd name="T18" fmla="*/ 161 w 323"/>
                <a:gd name="T19" fmla="*/ 18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" h="324">
                  <a:moveTo>
                    <a:pt x="161" y="324"/>
                  </a:moveTo>
                  <a:cubicBezTo>
                    <a:pt x="72" y="324"/>
                    <a:pt x="0" y="251"/>
                    <a:pt x="0" y="162"/>
                  </a:cubicBezTo>
                  <a:cubicBezTo>
                    <a:pt x="0" y="73"/>
                    <a:pt x="72" y="0"/>
                    <a:pt x="161" y="0"/>
                  </a:cubicBezTo>
                  <a:cubicBezTo>
                    <a:pt x="251" y="0"/>
                    <a:pt x="323" y="73"/>
                    <a:pt x="323" y="162"/>
                  </a:cubicBezTo>
                  <a:cubicBezTo>
                    <a:pt x="323" y="251"/>
                    <a:pt x="251" y="324"/>
                    <a:pt x="161" y="324"/>
                  </a:cubicBezTo>
                  <a:close/>
                  <a:moveTo>
                    <a:pt x="161" y="18"/>
                  </a:moveTo>
                  <a:cubicBezTo>
                    <a:pt x="82" y="18"/>
                    <a:pt x="17" y="82"/>
                    <a:pt x="17" y="162"/>
                  </a:cubicBezTo>
                  <a:cubicBezTo>
                    <a:pt x="17" y="241"/>
                    <a:pt x="82" y="306"/>
                    <a:pt x="161" y="306"/>
                  </a:cubicBezTo>
                  <a:cubicBezTo>
                    <a:pt x="241" y="306"/>
                    <a:pt x="306" y="241"/>
                    <a:pt x="306" y="162"/>
                  </a:cubicBezTo>
                  <a:cubicBezTo>
                    <a:pt x="306" y="82"/>
                    <a:pt x="241" y="18"/>
                    <a:pt x="161" y="18"/>
                  </a:cubicBezTo>
                  <a:close/>
                </a:path>
              </a:pathLst>
            </a:custGeom>
            <a:solidFill>
              <a:srgbClr val="E28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ED7E2924-861A-4313-A8E2-F53D18601897}"/>
                </a:ext>
              </a:extLst>
            </p:cNvPr>
            <p:cNvSpPr/>
            <p:nvPr/>
          </p:nvSpPr>
          <p:spPr bwMode="auto">
            <a:xfrm>
              <a:off x="8062912" y="2917825"/>
              <a:ext cx="538163" cy="63500"/>
            </a:xfrm>
            <a:custGeom>
              <a:avLst/>
              <a:gdLst>
                <a:gd name="T0" fmla="*/ 154 w 163"/>
                <a:gd name="T1" fmla="*/ 19 h 19"/>
                <a:gd name="T2" fmla="*/ 10 w 163"/>
                <a:gd name="T3" fmla="*/ 19 h 19"/>
                <a:gd name="T4" fmla="*/ 0 w 163"/>
                <a:gd name="T5" fmla="*/ 10 h 19"/>
                <a:gd name="T6" fmla="*/ 0 w 163"/>
                <a:gd name="T7" fmla="*/ 10 h 19"/>
                <a:gd name="T8" fmla="*/ 10 w 163"/>
                <a:gd name="T9" fmla="*/ 0 h 19"/>
                <a:gd name="T10" fmla="*/ 154 w 163"/>
                <a:gd name="T11" fmla="*/ 0 h 19"/>
                <a:gd name="T12" fmla="*/ 163 w 163"/>
                <a:gd name="T13" fmla="*/ 10 h 19"/>
                <a:gd name="T14" fmla="*/ 163 w 163"/>
                <a:gd name="T15" fmla="*/ 10 h 19"/>
                <a:gd name="T16" fmla="*/ 154 w 163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19">
                  <a:moveTo>
                    <a:pt x="154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5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9" y="0"/>
                    <a:pt x="163" y="4"/>
                    <a:pt x="163" y="10"/>
                  </a:cubicBezTo>
                  <a:cubicBezTo>
                    <a:pt x="163" y="10"/>
                    <a:pt x="163" y="10"/>
                    <a:pt x="163" y="10"/>
                  </a:cubicBezTo>
                  <a:cubicBezTo>
                    <a:pt x="163" y="15"/>
                    <a:pt x="159" y="19"/>
                    <a:pt x="154" y="19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F8AE44D3-6A59-4AD3-886F-9F4CF85CD657}"/>
                </a:ext>
              </a:extLst>
            </p:cNvPr>
            <p:cNvSpPr/>
            <p:nvPr/>
          </p:nvSpPr>
          <p:spPr bwMode="auto">
            <a:xfrm>
              <a:off x="8062912" y="3043238"/>
              <a:ext cx="250825" cy="66675"/>
            </a:xfrm>
            <a:custGeom>
              <a:avLst/>
              <a:gdLst>
                <a:gd name="T0" fmla="*/ 67 w 76"/>
                <a:gd name="T1" fmla="*/ 20 h 20"/>
                <a:gd name="T2" fmla="*/ 10 w 76"/>
                <a:gd name="T3" fmla="*/ 20 h 20"/>
                <a:gd name="T4" fmla="*/ 0 w 76"/>
                <a:gd name="T5" fmla="*/ 10 h 20"/>
                <a:gd name="T6" fmla="*/ 0 w 76"/>
                <a:gd name="T7" fmla="*/ 10 h 20"/>
                <a:gd name="T8" fmla="*/ 10 w 76"/>
                <a:gd name="T9" fmla="*/ 0 h 20"/>
                <a:gd name="T10" fmla="*/ 67 w 76"/>
                <a:gd name="T11" fmla="*/ 0 h 20"/>
                <a:gd name="T12" fmla="*/ 76 w 76"/>
                <a:gd name="T13" fmla="*/ 10 h 20"/>
                <a:gd name="T14" fmla="*/ 76 w 76"/>
                <a:gd name="T15" fmla="*/ 10 h 20"/>
                <a:gd name="T16" fmla="*/ 67 w 76"/>
                <a:gd name="T1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20">
                  <a:moveTo>
                    <a:pt x="67" y="2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5" y="20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2" y="0"/>
                    <a:pt x="76" y="5"/>
                    <a:pt x="76" y="10"/>
                  </a:cubicBezTo>
                  <a:cubicBezTo>
                    <a:pt x="76" y="10"/>
                    <a:pt x="76" y="10"/>
                    <a:pt x="76" y="10"/>
                  </a:cubicBezTo>
                  <a:cubicBezTo>
                    <a:pt x="76" y="15"/>
                    <a:pt x="72" y="20"/>
                    <a:pt x="67" y="20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8A5EE147-BD04-411F-BBFE-3A393CB65116}"/>
                </a:ext>
              </a:extLst>
            </p:cNvPr>
            <p:cNvSpPr/>
            <p:nvPr/>
          </p:nvSpPr>
          <p:spPr bwMode="auto">
            <a:xfrm>
              <a:off x="9002712" y="2917825"/>
              <a:ext cx="152400" cy="63500"/>
            </a:xfrm>
            <a:custGeom>
              <a:avLst/>
              <a:gdLst>
                <a:gd name="T0" fmla="*/ 36 w 46"/>
                <a:gd name="T1" fmla="*/ 19 h 19"/>
                <a:gd name="T2" fmla="*/ 9 w 46"/>
                <a:gd name="T3" fmla="*/ 19 h 19"/>
                <a:gd name="T4" fmla="*/ 0 w 46"/>
                <a:gd name="T5" fmla="*/ 10 h 19"/>
                <a:gd name="T6" fmla="*/ 0 w 46"/>
                <a:gd name="T7" fmla="*/ 10 h 19"/>
                <a:gd name="T8" fmla="*/ 9 w 46"/>
                <a:gd name="T9" fmla="*/ 0 h 19"/>
                <a:gd name="T10" fmla="*/ 36 w 46"/>
                <a:gd name="T11" fmla="*/ 0 h 19"/>
                <a:gd name="T12" fmla="*/ 46 w 46"/>
                <a:gd name="T13" fmla="*/ 10 h 19"/>
                <a:gd name="T14" fmla="*/ 46 w 46"/>
                <a:gd name="T15" fmla="*/ 10 h 19"/>
                <a:gd name="T16" fmla="*/ 36 w 46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9">
                  <a:moveTo>
                    <a:pt x="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1" y="0"/>
                    <a:pt x="46" y="4"/>
                    <a:pt x="4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5"/>
                    <a:pt x="41" y="19"/>
                    <a:pt x="36" y="19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AE54FAD2-B676-4F72-99D8-239C71BF20D4}"/>
                </a:ext>
              </a:extLst>
            </p:cNvPr>
            <p:cNvSpPr/>
            <p:nvPr/>
          </p:nvSpPr>
          <p:spPr bwMode="auto">
            <a:xfrm>
              <a:off x="9002712" y="3043238"/>
              <a:ext cx="538163" cy="66675"/>
            </a:xfrm>
            <a:custGeom>
              <a:avLst/>
              <a:gdLst>
                <a:gd name="T0" fmla="*/ 153 w 163"/>
                <a:gd name="T1" fmla="*/ 20 h 20"/>
                <a:gd name="T2" fmla="*/ 9 w 163"/>
                <a:gd name="T3" fmla="*/ 20 h 20"/>
                <a:gd name="T4" fmla="*/ 0 w 163"/>
                <a:gd name="T5" fmla="*/ 10 h 20"/>
                <a:gd name="T6" fmla="*/ 0 w 163"/>
                <a:gd name="T7" fmla="*/ 10 h 20"/>
                <a:gd name="T8" fmla="*/ 9 w 163"/>
                <a:gd name="T9" fmla="*/ 0 h 20"/>
                <a:gd name="T10" fmla="*/ 153 w 163"/>
                <a:gd name="T11" fmla="*/ 0 h 20"/>
                <a:gd name="T12" fmla="*/ 163 w 163"/>
                <a:gd name="T13" fmla="*/ 10 h 20"/>
                <a:gd name="T14" fmla="*/ 163 w 163"/>
                <a:gd name="T15" fmla="*/ 10 h 20"/>
                <a:gd name="T16" fmla="*/ 153 w 163"/>
                <a:gd name="T1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20">
                  <a:moveTo>
                    <a:pt x="153" y="2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8" y="0"/>
                    <a:pt x="163" y="5"/>
                    <a:pt x="163" y="10"/>
                  </a:cubicBezTo>
                  <a:cubicBezTo>
                    <a:pt x="163" y="10"/>
                    <a:pt x="163" y="10"/>
                    <a:pt x="163" y="10"/>
                  </a:cubicBezTo>
                  <a:cubicBezTo>
                    <a:pt x="163" y="15"/>
                    <a:pt x="158" y="20"/>
                    <a:pt x="153" y="20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3C4DEEEB-C76C-4191-AFB5-EC5040D6F79C}"/>
                </a:ext>
              </a:extLst>
            </p:cNvPr>
            <p:cNvSpPr/>
            <p:nvPr/>
          </p:nvSpPr>
          <p:spPr bwMode="auto">
            <a:xfrm>
              <a:off x="8518525" y="3690938"/>
              <a:ext cx="323850" cy="65088"/>
            </a:xfrm>
            <a:custGeom>
              <a:avLst/>
              <a:gdLst>
                <a:gd name="T0" fmla="*/ 88 w 98"/>
                <a:gd name="T1" fmla="*/ 20 h 20"/>
                <a:gd name="T2" fmla="*/ 10 w 98"/>
                <a:gd name="T3" fmla="*/ 20 h 20"/>
                <a:gd name="T4" fmla="*/ 0 w 98"/>
                <a:gd name="T5" fmla="*/ 10 h 20"/>
                <a:gd name="T6" fmla="*/ 0 w 98"/>
                <a:gd name="T7" fmla="*/ 10 h 20"/>
                <a:gd name="T8" fmla="*/ 10 w 98"/>
                <a:gd name="T9" fmla="*/ 0 h 20"/>
                <a:gd name="T10" fmla="*/ 88 w 98"/>
                <a:gd name="T11" fmla="*/ 0 h 20"/>
                <a:gd name="T12" fmla="*/ 98 w 98"/>
                <a:gd name="T13" fmla="*/ 10 h 20"/>
                <a:gd name="T14" fmla="*/ 98 w 98"/>
                <a:gd name="T15" fmla="*/ 10 h 20"/>
                <a:gd name="T16" fmla="*/ 88 w 98"/>
                <a:gd name="T1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20">
                  <a:moveTo>
                    <a:pt x="88" y="2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3" y="0"/>
                    <a:pt x="98" y="5"/>
                    <a:pt x="98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8" y="15"/>
                    <a:pt x="93" y="20"/>
                    <a:pt x="88" y="20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BE6AD355-6750-4DF5-8264-193BEE02197B}"/>
                </a:ext>
              </a:extLst>
            </p:cNvPr>
            <p:cNvSpPr/>
            <p:nvPr/>
          </p:nvSpPr>
          <p:spPr bwMode="auto">
            <a:xfrm>
              <a:off x="8518525" y="3819525"/>
              <a:ext cx="434975" cy="61913"/>
            </a:xfrm>
            <a:custGeom>
              <a:avLst/>
              <a:gdLst>
                <a:gd name="T0" fmla="*/ 122 w 132"/>
                <a:gd name="T1" fmla="*/ 19 h 19"/>
                <a:gd name="T2" fmla="*/ 10 w 132"/>
                <a:gd name="T3" fmla="*/ 19 h 19"/>
                <a:gd name="T4" fmla="*/ 0 w 132"/>
                <a:gd name="T5" fmla="*/ 9 h 19"/>
                <a:gd name="T6" fmla="*/ 0 w 132"/>
                <a:gd name="T7" fmla="*/ 9 h 19"/>
                <a:gd name="T8" fmla="*/ 10 w 132"/>
                <a:gd name="T9" fmla="*/ 0 h 19"/>
                <a:gd name="T10" fmla="*/ 122 w 132"/>
                <a:gd name="T11" fmla="*/ 0 h 19"/>
                <a:gd name="T12" fmla="*/ 132 w 132"/>
                <a:gd name="T13" fmla="*/ 9 h 19"/>
                <a:gd name="T14" fmla="*/ 132 w 132"/>
                <a:gd name="T15" fmla="*/ 9 h 19"/>
                <a:gd name="T16" fmla="*/ 122 w 132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19">
                  <a:moveTo>
                    <a:pt x="122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4" y="19"/>
                    <a:pt x="0" y="15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8" y="0"/>
                    <a:pt x="132" y="4"/>
                    <a:pt x="132" y="9"/>
                  </a:cubicBezTo>
                  <a:cubicBezTo>
                    <a:pt x="132" y="9"/>
                    <a:pt x="132" y="9"/>
                    <a:pt x="132" y="9"/>
                  </a:cubicBezTo>
                  <a:cubicBezTo>
                    <a:pt x="132" y="15"/>
                    <a:pt x="128" y="19"/>
                    <a:pt x="122" y="19"/>
                  </a:cubicBezTo>
                  <a:close/>
                </a:path>
              </a:pathLst>
            </a:custGeom>
            <a:solidFill>
              <a:srgbClr val="EBE1D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8BB3EC57-BB9B-4580-8696-E2ED743E2608}"/>
                </a:ext>
              </a:extLst>
            </p:cNvPr>
            <p:cNvSpPr/>
            <p:nvPr/>
          </p:nvSpPr>
          <p:spPr bwMode="auto">
            <a:xfrm>
              <a:off x="10194925" y="5613400"/>
              <a:ext cx="141288" cy="295275"/>
            </a:xfrm>
            <a:custGeom>
              <a:avLst/>
              <a:gdLst>
                <a:gd name="T0" fmla="*/ 0 w 89"/>
                <a:gd name="T1" fmla="*/ 151 h 186"/>
                <a:gd name="T2" fmla="*/ 21 w 89"/>
                <a:gd name="T3" fmla="*/ 0 h 186"/>
                <a:gd name="T4" fmla="*/ 89 w 89"/>
                <a:gd name="T5" fmla="*/ 0 h 186"/>
                <a:gd name="T6" fmla="*/ 69 w 89"/>
                <a:gd name="T7" fmla="*/ 186 h 186"/>
                <a:gd name="T8" fmla="*/ 0 w 89"/>
                <a:gd name="T9" fmla="*/ 15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86">
                  <a:moveTo>
                    <a:pt x="0" y="151"/>
                  </a:moveTo>
                  <a:lnTo>
                    <a:pt x="21" y="0"/>
                  </a:lnTo>
                  <a:lnTo>
                    <a:pt x="89" y="0"/>
                  </a:lnTo>
                  <a:lnTo>
                    <a:pt x="69" y="186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B85A5FD4-F41D-49EB-ACC7-C31E6706872D}"/>
                </a:ext>
              </a:extLst>
            </p:cNvPr>
            <p:cNvSpPr/>
            <p:nvPr/>
          </p:nvSpPr>
          <p:spPr bwMode="auto">
            <a:xfrm>
              <a:off x="10188575" y="3884613"/>
              <a:ext cx="458788" cy="1903413"/>
            </a:xfrm>
            <a:custGeom>
              <a:avLst/>
              <a:gdLst>
                <a:gd name="T0" fmla="*/ 133 w 289"/>
                <a:gd name="T1" fmla="*/ 0 h 1199"/>
                <a:gd name="T2" fmla="*/ 0 w 289"/>
                <a:gd name="T3" fmla="*/ 1199 h 1199"/>
                <a:gd name="T4" fmla="*/ 95 w 289"/>
                <a:gd name="T5" fmla="*/ 1199 h 1199"/>
                <a:gd name="T6" fmla="*/ 289 w 289"/>
                <a:gd name="T7" fmla="*/ 62 h 1199"/>
                <a:gd name="T8" fmla="*/ 133 w 289"/>
                <a:gd name="T9" fmla="*/ 0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1199">
                  <a:moveTo>
                    <a:pt x="133" y="0"/>
                  </a:moveTo>
                  <a:lnTo>
                    <a:pt x="0" y="1199"/>
                  </a:lnTo>
                  <a:lnTo>
                    <a:pt x="95" y="1199"/>
                  </a:lnTo>
                  <a:lnTo>
                    <a:pt x="289" y="62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49EF8537-BC88-47A0-9CA9-73A56F0267FA}"/>
                </a:ext>
              </a:extLst>
            </p:cNvPr>
            <p:cNvSpPr/>
            <p:nvPr/>
          </p:nvSpPr>
          <p:spPr bwMode="auto">
            <a:xfrm>
              <a:off x="9894887" y="5853113"/>
              <a:ext cx="425450" cy="188913"/>
            </a:xfrm>
            <a:custGeom>
              <a:avLst/>
              <a:gdLst>
                <a:gd name="T0" fmla="*/ 88 w 129"/>
                <a:gd name="T1" fmla="*/ 0 h 57"/>
                <a:gd name="T2" fmla="*/ 45 w 129"/>
                <a:gd name="T3" fmla="*/ 23 h 57"/>
                <a:gd name="T4" fmla="*/ 21 w 129"/>
                <a:gd name="T5" fmla="*/ 28 h 57"/>
                <a:gd name="T6" fmla="*/ 1 w 129"/>
                <a:gd name="T7" fmla="*/ 51 h 57"/>
                <a:gd name="T8" fmla="*/ 0 w 129"/>
                <a:gd name="T9" fmla="*/ 57 h 57"/>
                <a:gd name="T10" fmla="*/ 129 w 129"/>
                <a:gd name="T11" fmla="*/ 56 h 57"/>
                <a:gd name="T12" fmla="*/ 129 w 129"/>
                <a:gd name="T13" fmla="*/ 0 h 57"/>
                <a:gd name="T14" fmla="*/ 88 w 129"/>
                <a:gd name="T1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" h="57">
                  <a:moveTo>
                    <a:pt x="88" y="0"/>
                  </a:moveTo>
                  <a:cubicBezTo>
                    <a:pt x="45" y="23"/>
                    <a:pt x="45" y="23"/>
                    <a:pt x="45" y="23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10" y="31"/>
                    <a:pt x="1" y="40"/>
                    <a:pt x="1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29" y="56"/>
                    <a:pt x="129" y="56"/>
                    <a:pt x="129" y="56"/>
                  </a:cubicBezTo>
                  <a:cubicBezTo>
                    <a:pt x="129" y="0"/>
                    <a:pt x="129" y="0"/>
                    <a:pt x="129" y="0"/>
                  </a:cubicBezTo>
                  <a:lnTo>
                    <a:pt x="88" y="0"/>
                  </a:lnTo>
                  <a:close/>
                </a:path>
              </a:pathLst>
            </a:custGeom>
            <a:solidFill>
              <a:srgbClr val="C7C1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7F5A8A51-E04C-4E03-8278-C492CB06C114}"/>
                </a:ext>
              </a:extLst>
            </p:cNvPr>
            <p:cNvSpPr/>
            <p:nvPr/>
          </p:nvSpPr>
          <p:spPr bwMode="auto">
            <a:xfrm>
              <a:off x="10079037" y="5773738"/>
              <a:ext cx="73025" cy="115888"/>
            </a:xfrm>
            <a:custGeom>
              <a:avLst/>
              <a:gdLst>
                <a:gd name="T0" fmla="*/ 15 w 22"/>
                <a:gd name="T1" fmla="*/ 35 h 35"/>
                <a:gd name="T2" fmla="*/ 13 w 22"/>
                <a:gd name="T3" fmla="*/ 5 h 35"/>
                <a:gd name="T4" fmla="*/ 15 w 22"/>
                <a:gd name="T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35">
                  <a:moveTo>
                    <a:pt x="15" y="35"/>
                  </a:moveTo>
                  <a:cubicBezTo>
                    <a:pt x="15" y="35"/>
                    <a:pt x="22" y="10"/>
                    <a:pt x="13" y="5"/>
                  </a:cubicBezTo>
                  <a:cubicBezTo>
                    <a:pt x="0" y="0"/>
                    <a:pt x="2" y="21"/>
                    <a:pt x="15" y="35"/>
                  </a:cubicBezTo>
                  <a:close/>
                </a:path>
              </a:pathLst>
            </a:custGeom>
            <a:noFill/>
            <a:ln w="9525" cap="rnd">
              <a:solidFill>
                <a:srgbClr val="2E353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6DC3AE41-D896-494A-9259-DE3A22F1B582}"/>
                </a:ext>
              </a:extLst>
            </p:cNvPr>
            <p:cNvSpPr/>
            <p:nvPr/>
          </p:nvSpPr>
          <p:spPr bwMode="auto">
            <a:xfrm>
              <a:off x="10125075" y="5834063"/>
              <a:ext cx="128588" cy="74613"/>
            </a:xfrm>
            <a:custGeom>
              <a:avLst/>
              <a:gdLst>
                <a:gd name="T0" fmla="*/ 0 w 39"/>
                <a:gd name="T1" fmla="*/ 17 h 23"/>
                <a:gd name="T2" fmla="*/ 28 w 39"/>
                <a:gd name="T3" fmla="*/ 7 h 23"/>
                <a:gd name="T4" fmla="*/ 0 w 39"/>
                <a:gd name="T5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0" y="17"/>
                  </a:moveTo>
                  <a:cubicBezTo>
                    <a:pt x="0" y="17"/>
                    <a:pt x="20" y="0"/>
                    <a:pt x="28" y="7"/>
                  </a:cubicBezTo>
                  <a:cubicBezTo>
                    <a:pt x="39" y="17"/>
                    <a:pt x="18" y="23"/>
                    <a:pt x="0" y="17"/>
                  </a:cubicBezTo>
                  <a:close/>
                </a:path>
              </a:pathLst>
            </a:custGeom>
            <a:noFill/>
            <a:ln w="9525" cap="rnd">
              <a:solidFill>
                <a:srgbClr val="2E353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75BD59A6-ABCA-481B-A02D-2C7243129C62}"/>
                </a:ext>
              </a:extLst>
            </p:cNvPr>
            <p:cNvSpPr/>
            <p:nvPr/>
          </p:nvSpPr>
          <p:spPr bwMode="auto">
            <a:xfrm>
              <a:off x="9894887" y="6002338"/>
              <a:ext cx="425450" cy="39688"/>
            </a:xfrm>
            <a:custGeom>
              <a:avLst/>
              <a:gdLst>
                <a:gd name="T0" fmla="*/ 268 w 268"/>
                <a:gd name="T1" fmla="*/ 0 h 25"/>
                <a:gd name="T2" fmla="*/ 0 w 268"/>
                <a:gd name="T3" fmla="*/ 0 h 25"/>
                <a:gd name="T4" fmla="*/ 0 w 268"/>
                <a:gd name="T5" fmla="*/ 25 h 25"/>
                <a:gd name="T6" fmla="*/ 268 w 268"/>
                <a:gd name="T7" fmla="*/ 22 h 25"/>
                <a:gd name="T8" fmla="*/ 268 w 268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25">
                  <a:moveTo>
                    <a:pt x="268" y="0"/>
                  </a:moveTo>
                  <a:lnTo>
                    <a:pt x="0" y="0"/>
                  </a:lnTo>
                  <a:lnTo>
                    <a:pt x="0" y="25"/>
                  </a:lnTo>
                  <a:lnTo>
                    <a:pt x="268" y="22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92D16099-A87E-4FC9-809F-13F3822C5666}"/>
                </a:ext>
              </a:extLst>
            </p:cNvPr>
            <p:cNvSpPr/>
            <p:nvPr/>
          </p:nvSpPr>
          <p:spPr bwMode="auto">
            <a:xfrm>
              <a:off x="10763250" y="5613400"/>
              <a:ext cx="111125" cy="292100"/>
            </a:xfrm>
            <a:custGeom>
              <a:avLst/>
              <a:gdLst>
                <a:gd name="T0" fmla="*/ 70 w 70"/>
                <a:gd name="T1" fmla="*/ 149 h 184"/>
                <a:gd name="T2" fmla="*/ 70 w 70"/>
                <a:gd name="T3" fmla="*/ 0 h 184"/>
                <a:gd name="T4" fmla="*/ 0 w 70"/>
                <a:gd name="T5" fmla="*/ 0 h 184"/>
                <a:gd name="T6" fmla="*/ 2 w 70"/>
                <a:gd name="T7" fmla="*/ 184 h 184"/>
                <a:gd name="T8" fmla="*/ 70 w 70"/>
                <a:gd name="T9" fmla="*/ 149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84">
                  <a:moveTo>
                    <a:pt x="70" y="149"/>
                  </a:moveTo>
                  <a:lnTo>
                    <a:pt x="70" y="0"/>
                  </a:lnTo>
                  <a:lnTo>
                    <a:pt x="0" y="0"/>
                  </a:lnTo>
                  <a:lnTo>
                    <a:pt x="2" y="184"/>
                  </a:lnTo>
                  <a:lnTo>
                    <a:pt x="70" y="149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D4099A21-C55D-47EC-9065-1F51A8CFE339}"/>
                </a:ext>
              </a:extLst>
            </p:cNvPr>
            <p:cNvSpPr/>
            <p:nvPr/>
          </p:nvSpPr>
          <p:spPr bwMode="auto">
            <a:xfrm>
              <a:off x="10745787" y="5849938"/>
              <a:ext cx="425450" cy="184150"/>
            </a:xfrm>
            <a:custGeom>
              <a:avLst/>
              <a:gdLst>
                <a:gd name="T0" fmla="*/ 42 w 129"/>
                <a:gd name="T1" fmla="*/ 0 h 56"/>
                <a:gd name="T2" fmla="*/ 84 w 129"/>
                <a:gd name="T3" fmla="*/ 23 h 56"/>
                <a:gd name="T4" fmla="*/ 108 w 129"/>
                <a:gd name="T5" fmla="*/ 27 h 56"/>
                <a:gd name="T6" fmla="*/ 128 w 129"/>
                <a:gd name="T7" fmla="*/ 50 h 56"/>
                <a:gd name="T8" fmla="*/ 129 w 129"/>
                <a:gd name="T9" fmla="*/ 55 h 56"/>
                <a:gd name="T10" fmla="*/ 0 w 129"/>
                <a:gd name="T11" fmla="*/ 56 h 56"/>
                <a:gd name="T12" fmla="*/ 0 w 129"/>
                <a:gd name="T13" fmla="*/ 0 h 56"/>
                <a:gd name="T14" fmla="*/ 42 w 129"/>
                <a:gd name="T1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" h="56">
                  <a:moveTo>
                    <a:pt x="42" y="0"/>
                  </a:moveTo>
                  <a:cubicBezTo>
                    <a:pt x="84" y="23"/>
                    <a:pt x="84" y="23"/>
                    <a:pt x="84" y="23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19" y="30"/>
                    <a:pt x="127" y="39"/>
                    <a:pt x="128" y="50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C7C1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D920CB7-B451-4579-BDAA-1F4B78F17D34}"/>
                </a:ext>
              </a:extLst>
            </p:cNvPr>
            <p:cNvSpPr/>
            <p:nvPr/>
          </p:nvSpPr>
          <p:spPr bwMode="auto">
            <a:xfrm>
              <a:off x="10672762" y="4049713"/>
              <a:ext cx="250825" cy="1741488"/>
            </a:xfrm>
            <a:custGeom>
              <a:avLst/>
              <a:gdLst>
                <a:gd name="T0" fmla="*/ 158 w 158"/>
                <a:gd name="T1" fmla="*/ 50 h 1097"/>
                <a:gd name="T2" fmla="*/ 140 w 158"/>
                <a:gd name="T3" fmla="*/ 1095 h 1097"/>
                <a:gd name="T4" fmla="*/ 42 w 158"/>
                <a:gd name="T5" fmla="*/ 1097 h 1097"/>
                <a:gd name="T6" fmla="*/ 0 w 158"/>
                <a:gd name="T7" fmla="*/ 0 h 1097"/>
                <a:gd name="T8" fmla="*/ 158 w 158"/>
                <a:gd name="T9" fmla="*/ 5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097">
                  <a:moveTo>
                    <a:pt x="158" y="50"/>
                  </a:moveTo>
                  <a:lnTo>
                    <a:pt x="140" y="1095"/>
                  </a:lnTo>
                  <a:lnTo>
                    <a:pt x="42" y="1097"/>
                  </a:lnTo>
                  <a:lnTo>
                    <a:pt x="0" y="0"/>
                  </a:lnTo>
                  <a:lnTo>
                    <a:pt x="158" y="5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69767AB-B1C7-48D1-9C7A-9589152DBC02}"/>
                </a:ext>
              </a:extLst>
            </p:cNvPr>
            <p:cNvSpPr/>
            <p:nvPr/>
          </p:nvSpPr>
          <p:spPr bwMode="auto">
            <a:xfrm>
              <a:off x="10917237" y="5767388"/>
              <a:ext cx="73025" cy="119063"/>
            </a:xfrm>
            <a:custGeom>
              <a:avLst/>
              <a:gdLst>
                <a:gd name="T0" fmla="*/ 8 w 22"/>
                <a:gd name="T1" fmla="*/ 36 h 36"/>
                <a:gd name="T2" fmla="*/ 9 w 22"/>
                <a:gd name="T3" fmla="*/ 6 h 36"/>
                <a:gd name="T4" fmla="*/ 8 w 22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36">
                  <a:moveTo>
                    <a:pt x="8" y="36"/>
                  </a:moveTo>
                  <a:cubicBezTo>
                    <a:pt x="8" y="36"/>
                    <a:pt x="0" y="11"/>
                    <a:pt x="9" y="6"/>
                  </a:cubicBezTo>
                  <a:cubicBezTo>
                    <a:pt x="22" y="0"/>
                    <a:pt x="20" y="22"/>
                    <a:pt x="8" y="36"/>
                  </a:cubicBezTo>
                  <a:close/>
                </a:path>
              </a:pathLst>
            </a:custGeom>
            <a:noFill/>
            <a:ln w="9525" cap="rnd">
              <a:solidFill>
                <a:srgbClr val="2E353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8C83E62F-9280-4A06-95B0-41987EBE0D9B}"/>
                </a:ext>
              </a:extLst>
            </p:cNvPr>
            <p:cNvSpPr/>
            <p:nvPr/>
          </p:nvSpPr>
          <p:spPr bwMode="auto">
            <a:xfrm>
              <a:off x="10815637" y="5830888"/>
              <a:ext cx="128588" cy="74613"/>
            </a:xfrm>
            <a:custGeom>
              <a:avLst/>
              <a:gdLst>
                <a:gd name="T0" fmla="*/ 39 w 39"/>
                <a:gd name="T1" fmla="*/ 17 h 23"/>
                <a:gd name="T2" fmla="*/ 11 w 39"/>
                <a:gd name="T3" fmla="*/ 7 h 23"/>
                <a:gd name="T4" fmla="*/ 39 w 39"/>
                <a:gd name="T5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39" y="17"/>
                  </a:moveTo>
                  <a:cubicBezTo>
                    <a:pt x="39" y="17"/>
                    <a:pt x="19" y="0"/>
                    <a:pt x="11" y="7"/>
                  </a:cubicBezTo>
                  <a:cubicBezTo>
                    <a:pt x="0" y="17"/>
                    <a:pt x="21" y="23"/>
                    <a:pt x="39" y="17"/>
                  </a:cubicBezTo>
                  <a:close/>
                </a:path>
              </a:pathLst>
            </a:custGeom>
            <a:noFill/>
            <a:ln w="9525" cap="rnd">
              <a:solidFill>
                <a:srgbClr val="2E353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F2927EDB-5342-4088-8BF1-35A81A6D6B46}"/>
                </a:ext>
              </a:extLst>
            </p:cNvPr>
            <p:cNvSpPr/>
            <p:nvPr/>
          </p:nvSpPr>
          <p:spPr bwMode="auto">
            <a:xfrm>
              <a:off x="10745787" y="5994400"/>
              <a:ext cx="425450" cy="39688"/>
            </a:xfrm>
            <a:custGeom>
              <a:avLst/>
              <a:gdLst>
                <a:gd name="T0" fmla="*/ 0 w 268"/>
                <a:gd name="T1" fmla="*/ 25 h 25"/>
                <a:gd name="T2" fmla="*/ 268 w 268"/>
                <a:gd name="T3" fmla="*/ 25 h 25"/>
                <a:gd name="T4" fmla="*/ 268 w 268"/>
                <a:gd name="T5" fmla="*/ 0 h 25"/>
                <a:gd name="T6" fmla="*/ 0 w 268"/>
                <a:gd name="T7" fmla="*/ 3 h 25"/>
                <a:gd name="T8" fmla="*/ 0 w 268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25">
                  <a:moveTo>
                    <a:pt x="0" y="25"/>
                  </a:moveTo>
                  <a:lnTo>
                    <a:pt x="268" y="25"/>
                  </a:lnTo>
                  <a:lnTo>
                    <a:pt x="268" y="0"/>
                  </a:lnTo>
                  <a:lnTo>
                    <a:pt x="0" y="3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5BA0BCE9-130B-46B2-80E4-D0B0A4E0EDCF}"/>
                </a:ext>
              </a:extLst>
            </p:cNvPr>
            <p:cNvSpPr/>
            <p:nvPr/>
          </p:nvSpPr>
          <p:spPr bwMode="auto">
            <a:xfrm>
              <a:off x="10745787" y="5994400"/>
              <a:ext cx="425450" cy="39688"/>
            </a:xfrm>
            <a:custGeom>
              <a:avLst/>
              <a:gdLst>
                <a:gd name="T0" fmla="*/ 0 w 268"/>
                <a:gd name="T1" fmla="*/ 25 h 25"/>
                <a:gd name="T2" fmla="*/ 268 w 268"/>
                <a:gd name="T3" fmla="*/ 25 h 25"/>
                <a:gd name="T4" fmla="*/ 268 w 268"/>
                <a:gd name="T5" fmla="*/ 0 h 25"/>
                <a:gd name="T6" fmla="*/ 0 w 268"/>
                <a:gd name="T7" fmla="*/ 3 h 25"/>
                <a:gd name="T8" fmla="*/ 0 w 268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25">
                  <a:moveTo>
                    <a:pt x="0" y="25"/>
                  </a:moveTo>
                  <a:lnTo>
                    <a:pt x="268" y="25"/>
                  </a:lnTo>
                  <a:lnTo>
                    <a:pt x="268" y="0"/>
                  </a:lnTo>
                  <a:lnTo>
                    <a:pt x="0" y="3"/>
                  </a:lnTo>
                  <a:lnTo>
                    <a:pt x="0" y="2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BFCF557F-24BD-4F64-8585-E8F16264542B}"/>
                </a:ext>
              </a:extLst>
            </p:cNvPr>
            <p:cNvSpPr/>
            <p:nvPr/>
          </p:nvSpPr>
          <p:spPr bwMode="auto">
            <a:xfrm>
              <a:off x="10375900" y="3865563"/>
              <a:ext cx="547688" cy="263525"/>
            </a:xfrm>
            <a:custGeom>
              <a:avLst/>
              <a:gdLst>
                <a:gd name="T0" fmla="*/ 15 w 345"/>
                <a:gd name="T1" fmla="*/ 12 h 166"/>
                <a:gd name="T2" fmla="*/ 0 w 345"/>
                <a:gd name="T3" fmla="*/ 166 h 166"/>
                <a:gd name="T4" fmla="*/ 345 w 345"/>
                <a:gd name="T5" fmla="*/ 166 h 166"/>
                <a:gd name="T6" fmla="*/ 345 w 345"/>
                <a:gd name="T7" fmla="*/ 0 h 166"/>
                <a:gd name="T8" fmla="*/ 15 w 345"/>
                <a:gd name="T9" fmla="*/ 1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5" h="166">
                  <a:moveTo>
                    <a:pt x="15" y="12"/>
                  </a:moveTo>
                  <a:lnTo>
                    <a:pt x="0" y="166"/>
                  </a:lnTo>
                  <a:lnTo>
                    <a:pt x="345" y="166"/>
                  </a:lnTo>
                  <a:lnTo>
                    <a:pt x="345" y="0"/>
                  </a:lnTo>
                  <a:lnTo>
                    <a:pt x="15" y="12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直接连接符 48">
              <a:extLst>
                <a:ext uri="{FF2B5EF4-FFF2-40B4-BE49-F238E27FC236}">
                  <a16:creationId xmlns:a16="http://schemas.microsoft.com/office/drawing/2014/main" id="{33B65FAF-4738-40E6-B311-A51AA887FDDA}"/>
                </a:ext>
              </a:extLst>
            </p:cNvPr>
            <p:cNvSpPr/>
            <p:nvPr/>
          </p:nvSpPr>
          <p:spPr bwMode="auto">
            <a:xfrm flipV="1">
              <a:off x="10620375" y="3973513"/>
              <a:ext cx="0" cy="155575"/>
            </a:xfrm>
            <a:prstGeom prst="line">
              <a:avLst/>
            </a:prstGeom>
            <a:noFill/>
            <a:ln w="3175" cap="flat">
              <a:solidFill>
                <a:srgbClr val="1F23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直接连接符 49">
              <a:extLst>
                <a:ext uri="{FF2B5EF4-FFF2-40B4-BE49-F238E27FC236}">
                  <a16:creationId xmlns:a16="http://schemas.microsoft.com/office/drawing/2014/main" id="{E0DD7383-2A66-4BAF-9CF0-569C2B90A5AD}"/>
                </a:ext>
              </a:extLst>
            </p:cNvPr>
            <p:cNvSpPr/>
            <p:nvPr/>
          </p:nvSpPr>
          <p:spPr bwMode="auto">
            <a:xfrm flipV="1">
              <a:off x="10393362" y="3914775"/>
              <a:ext cx="441325" cy="15875"/>
            </a:xfrm>
            <a:prstGeom prst="line">
              <a:avLst/>
            </a:prstGeom>
            <a:noFill/>
            <a:ln w="3175" cap="flat">
              <a:solidFill>
                <a:srgbClr val="1F23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B69E3191-7A20-4BDB-8055-FD04AEE14056}"/>
                </a:ext>
              </a:extLst>
            </p:cNvPr>
            <p:cNvSpPr/>
            <p:nvPr/>
          </p:nvSpPr>
          <p:spPr bwMode="auto">
            <a:xfrm>
              <a:off x="10772775" y="3865563"/>
              <a:ext cx="150813" cy="131763"/>
            </a:xfrm>
            <a:custGeom>
              <a:avLst/>
              <a:gdLst>
                <a:gd name="T0" fmla="*/ 1 w 46"/>
                <a:gd name="T1" fmla="*/ 2 h 40"/>
                <a:gd name="T2" fmla="*/ 45 w 46"/>
                <a:gd name="T3" fmla="*/ 40 h 40"/>
                <a:gd name="T4" fmla="*/ 46 w 46"/>
                <a:gd name="T5" fmla="*/ 0 h 40"/>
                <a:gd name="T6" fmla="*/ 1 w 46"/>
                <a:gd name="T7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40">
                  <a:moveTo>
                    <a:pt x="1" y="2"/>
                  </a:moveTo>
                  <a:cubicBezTo>
                    <a:pt x="1" y="2"/>
                    <a:pt x="0" y="33"/>
                    <a:pt x="45" y="40"/>
                  </a:cubicBezTo>
                  <a:cubicBezTo>
                    <a:pt x="46" y="0"/>
                    <a:pt x="46" y="0"/>
                    <a:pt x="46" y="0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DFEF38B4-3A06-4433-B150-B9BE04ECB024}"/>
                </a:ext>
              </a:extLst>
            </p:cNvPr>
            <p:cNvSpPr/>
            <p:nvPr/>
          </p:nvSpPr>
          <p:spPr bwMode="auto">
            <a:xfrm>
              <a:off x="10399712" y="3086100"/>
              <a:ext cx="584200" cy="798513"/>
            </a:xfrm>
            <a:custGeom>
              <a:avLst/>
              <a:gdLst>
                <a:gd name="T0" fmla="*/ 23 w 368"/>
                <a:gd name="T1" fmla="*/ 0 h 503"/>
                <a:gd name="T2" fmla="*/ 368 w 368"/>
                <a:gd name="T3" fmla="*/ 19 h 503"/>
                <a:gd name="T4" fmla="*/ 330 w 368"/>
                <a:gd name="T5" fmla="*/ 491 h 503"/>
                <a:gd name="T6" fmla="*/ 0 w 368"/>
                <a:gd name="T7" fmla="*/ 503 h 503"/>
                <a:gd name="T8" fmla="*/ 23 w 368"/>
                <a:gd name="T9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8" h="503">
                  <a:moveTo>
                    <a:pt x="23" y="0"/>
                  </a:moveTo>
                  <a:lnTo>
                    <a:pt x="368" y="19"/>
                  </a:lnTo>
                  <a:lnTo>
                    <a:pt x="330" y="491"/>
                  </a:lnTo>
                  <a:lnTo>
                    <a:pt x="0" y="50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8B1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5CCF9C03-939C-457B-80C4-903BCB777D18}"/>
                </a:ext>
              </a:extLst>
            </p:cNvPr>
            <p:cNvSpPr/>
            <p:nvPr/>
          </p:nvSpPr>
          <p:spPr bwMode="auto">
            <a:xfrm>
              <a:off x="10920412" y="3343275"/>
              <a:ext cx="42863" cy="333375"/>
            </a:xfrm>
            <a:custGeom>
              <a:avLst/>
              <a:gdLst>
                <a:gd name="T0" fmla="*/ 27 w 27"/>
                <a:gd name="T1" fmla="*/ 19 h 210"/>
                <a:gd name="T2" fmla="*/ 0 w 27"/>
                <a:gd name="T3" fmla="*/ 0 h 210"/>
                <a:gd name="T4" fmla="*/ 11 w 27"/>
                <a:gd name="T5" fmla="*/ 210 h 210"/>
                <a:gd name="T6" fmla="*/ 27 w 27"/>
                <a:gd name="T7" fmla="*/ 1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10">
                  <a:moveTo>
                    <a:pt x="27" y="19"/>
                  </a:moveTo>
                  <a:lnTo>
                    <a:pt x="0" y="0"/>
                  </a:lnTo>
                  <a:lnTo>
                    <a:pt x="11" y="21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BC8E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D7A7C53C-C7E7-4FBA-A4C1-21A0F5CB03DE}"/>
                </a:ext>
              </a:extLst>
            </p:cNvPr>
            <p:cNvSpPr/>
            <p:nvPr/>
          </p:nvSpPr>
          <p:spPr bwMode="auto">
            <a:xfrm>
              <a:off x="9501187" y="2598738"/>
              <a:ext cx="192088" cy="125413"/>
            </a:xfrm>
            <a:custGeom>
              <a:avLst/>
              <a:gdLst>
                <a:gd name="T0" fmla="*/ 4 w 58"/>
                <a:gd name="T1" fmla="*/ 2 h 38"/>
                <a:gd name="T2" fmla="*/ 12 w 58"/>
                <a:gd name="T3" fmla="*/ 1 h 38"/>
                <a:gd name="T4" fmla="*/ 58 w 58"/>
                <a:gd name="T5" fmla="*/ 33 h 38"/>
                <a:gd name="T6" fmla="*/ 37 w 58"/>
                <a:gd name="T7" fmla="*/ 38 h 38"/>
                <a:gd name="T8" fmla="*/ 4 w 58"/>
                <a:gd name="T9" fmla="*/ 13 h 38"/>
                <a:gd name="T10" fmla="*/ 4 w 58"/>
                <a:gd name="T11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38">
                  <a:moveTo>
                    <a:pt x="4" y="2"/>
                  </a:moveTo>
                  <a:cubicBezTo>
                    <a:pt x="6" y="0"/>
                    <a:pt x="10" y="0"/>
                    <a:pt x="12" y="1"/>
                  </a:cubicBezTo>
                  <a:cubicBezTo>
                    <a:pt x="24" y="9"/>
                    <a:pt x="58" y="33"/>
                    <a:pt x="58" y="33"/>
                  </a:cubicBezTo>
                  <a:cubicBezTo>
                    <a:pt x="57" y="34"/>
                    <a:pt x="37" y="38"/>
                    <a:pt x="37" y="38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0" y="10"/>
                    <a:pt x="0" y="4"/>
                    <a:pt x="4" y="2"/>
                  </a:cubicBez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1923E196-DBFD-419D-8148-CED7A949BD2E}"/>
                </a:ext>
              </a:extLst>
            </p:cNvPr>
            <p:cNvSpPr/>
            <p:nvPr/>
          </p:nvSpPr>
          <p:spPr bwMode="auto">
            <a:xfrm>
              <a:off x="9488487" y="2684463"/>
              <a:ext cx="280988" cy="165100"/>
            </a:xfrm>
            <a:custGeom>
              <a:avLst/>
              <a:gdLst>
                <a:gd name="T0" fmla="*/ 37 w 85"/>
                <a:gd name="T1" fmla="*/ 0 h 50"/>
                <a:gd name="T2" fmla="*/ 12 w 85"/>
                <a:gd name="T3" fmla="*/ 28 h 50"/>
                <a:gd name="T4" fmla="*/ 58 w 85"/>
                <a:gd name="T5" fmla="*/ 43 h 50"/>
                <a:gd name="T6" fmla="*/ 74 w 85"/>
                <a:gd name="T7" fmla="*/ 16 h 50"/>
                <a:gd name="T8" fmla="*/ 62 w 85"/>
                <a:gd name="T9" fmla="*/ 7 h 50"/>
                <a:gd name="T10" fmla="*/ 37 w 85"/>
                <a:gd name="T1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50">
                  <a:moveTo>
                    <a:pt x="37" y="0"/>
                  </a:moveTo>
                  <a:cubicBezTo>
                    <a:pt x="37" y="0"/>
                    <a:pt x="0" y="12"/>
                    <a:pt x="12" y="28"/>
                  </a:cubicBezTo>
                  <a:cubicBezTo>
                    <a:pt x="23" y="43"/>
                    <a:pt x="30" y="50"/>
                    <a:pt x="58" y="43"/>
                  </a:cubicBezTo>
                  <a:cubicBezTo>
                    <a:pt x="85" y="36"/>
                    <a:pt x="74" y="16"/>
                    <a:pt x="74" y="16"/>
                  </a:cubicBezTo>
                  <a:cubicBezTo>
                    <a:pt x="62" y="7"/>
                    <a:pt x="62" y="7"/>
                    <a:pt x="62" y="7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5768B696-99EC-4BEE-B319-C2AB60B4797C}"/>
                </a:ext>
              </a:extLst>
            </p:cNvPr>
            <p:cNvSpPr/>
            <p:nvPr/>
          </p:nvSpPr>
          <p:spPr bwMode="auto">
            <a:xfrm>
              <a:off x="9674225" y="2736850"/>
              <a:ext cx="141288" cy="195263"/>
            </a:xfrm>
            <a:custGeom>
              <a:avLst/>
              <a:gdLst>
                <a:gd name="T0" fmla="*/ 37 w 89"/>
                <a:gd name="T1" fmla="*/ 0 h 123"/>
                <a:gd name="T2" fmla="*/ 89 w 89"/>
                <a:gd name="T3" fmla="*/ 58 h 123"/>
                <a:gd name="T4" fmla="*/ 66 w 89"/>
                <a:gd name="T5" fmla="*/ 123 h 123"/>
                <a:gd name="T6" fmla="*/ 0 w 89"/>
                <a:gd name="T7" fmla="*/ 42 h 123"/>
                <a:gd name="T8" fmla="*/ 37 w 89"/>
                <a:gd name="T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23">
                  <a:moveTo>
                    <a:pt x="37" y="0"/>
                  </a:moveTo>
                  <a:lnTo>
                    <a:pt x="89" y="58"/>
                  </a:lnTo>
                  <a:lnTo>
                    <a:pt x="66" y="123"/>
                  </a:lnTo>
                  <a:lnTo>
                    <a:pt x="0" y="4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FC6D26E9-2FE7-4C35-A34B-592D962C895E}"/>
                </a:ext>
              </a:extLst>
            </p:cNvPr>
            <p:cNvSpPr/>
            <p:nvPr/>
          </p:nvSpPr>
          <p:spPr bwMode="auto">
            <a:xfrm>
              <a:off x="9726612" y="2794000"/>
              <a:ext cx="742950" cy="514350"/>
            </a:xfrm>
            <a:custGeom>
              <a:avLst/>
              <a:gdLst>
                <a:gd name="T0" fmla="*/ 215 w 225"/>
                <a:gd name="T1" fmla="*/ 89 h 156"/>
                <a:gd name="T2" fmla="*/ 118 w 225"/>
                <a:gd name="T3" fmla="*/ 94 h 156"/>
                <a:gd name="T4" fmla="*/ 22 w 225"/>
                <a:gd name="T5" fmla="*/ 0 h 156"/>
                <a:gd name="T6" fmla="*/ 0 w 225"/>
                <a:gd name="T7" fmla="*/ 42 h 156"/>
                <a:gd name="T8" fmla="*/ 84 w 225"/>
                <a:gd name="T9" fmla="*/ 139 h 156"/>
                <a:gd name="T10" fmla="*/ 109 w 225"/>
                <a:gd name="T11" fmla="*/ 152 h 156"/>
                <a:gd name="T12" fmla="*/ 225 w 225"/>
                <a:gd name="T13" fmla="*/ 156 h 156"/>
                <a:gd name="T14" fmla="*/ 215 w 225"/>
                <a:gd name="T15" fmla="*/ 89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" h="156">
                  <a:moveTo>
                    <a:pt x="215" y="89"/>
                  </a:moveTo>
                  <a:cubicBezTo>
                    <a:pt x="118" y="94"/>
                    <a:pt x="118" y="94"/>
                    <a:pt x="118" y="9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84" y="139"/>
                    <a:pt x="84" y="139"/>
                    <a:pt x="84" y="139"/>
                  </a:cubicBezTo>
                  <a:cubicBezTo>
                    <a:pt x="90" y="147"/>
                    <a:pt x="99" y="152"/>
                    <a:pt x="109" y="152"/>
                  </a:cubicBezTo>
                  <a:cubicBezTo>
                    <a:pt x="225" y="156"/>
                    <a:pt x="225" y="156"/>
                    <a:pt x="225" y="156"/>
                  </a:cubicBezTo>
                  <a:lnTo>
                    <a:pt x="215" y="89"/>
                  </a:lnTo>
                  <a:close/>
                </a:path>
              </a:pathLst>
            </a:custGeom>
            <a:solidFill>
              <a:srgbClr val="E8B1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1D7870F7-B008-4D56-A255-6822499366C6}"/>
                </a:ext>
              </a:extLst>
            </p:cNvPr>
            <p:cNvSpPr/>
            <p:nvPr/>
          </p:nvSpPr>
          <p:spPr bwMode="auto">
            <a:xfrm>
              <a:off x="10145712" y="3262313"/>
              <a:ext cx="284163" cy="46038"/>
            </a:xfrm>
            <a:custGeom>
              <a:avLst/>
              <a:gdLst>
                <a:gd name="T0" fmla="*/ 85 w 86"/>
                <a:gd name="T1" fmla="*/ 14 h 14"/>
                <a:gd name="T2" fmla="*/ 86 w 86"/>
                <a:gd name="T3" fmla="*/ 0 h 14"/>
                <a:gd name="T4" fmla="*/ 0 w 86"/>
                <a:gd name="T5" fmla="*/ 11 h 14"/>
                <a:gd name="T6" fmla="*/ 85 w 86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14">
                  <a:moveTo>
                    <a:pt x="85" y="14"/>
                  </a:moveTo>
                  <a:cubicBezTo>
                    <a:pt x="85" y="14"/>
                    <a:pt x="86" y="0"/>
                    <a:pt x="86" y="0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85" y="14"/>
                  </a:lnTo>
                  <a:close/>
                </a:path>
              </a:pathLst>
            </a:custGeom>
            <a:solidFill>
              <a:srgbClr val="BC8E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直接连接符 58">
              <a:extLst>
                <a:ext uri="{FF2B5EF4-FFF2-40B4-BE49-F238E27FC236}">
                  <a16:creationId xmlns:a16="http://schemas.microsoft.com/office/drawing/2014/main" id="{4A673EB1-0150-41F8-B164-7EAA71C37054}"/>
                </a:ext>
              </a:extLst>
            </p:cNvPr>
            <p:cNvSpPr/>
            <p:nvPr/>
          </p:nvSpPr>
          <p:spPr bwMode="auto">
            <a:xfrm>
              <a:off x="10115550" y="3103563"/>
              <a:ext cx="55563" cy="55563"/>
            </a:xfrm>
            <a:prstGeom prst="line">
              <a:avLst/>
            </a:prstGeom>
            <a:noFill/>
            <a:ln w="3175" cap="flat">
              <a:solidFill>
                <a:srgbClr val="2E35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72AC37F8-DBB3-46C7-ADC8-E9D067BCB44C}"/>
                </a:ext>
              </a:extLst>
            </p:cNvPr>
            <p:cNvSpPr/>
            <p:nvPr/>
          </p:nvSpPr>
          <p:spPr bwMode="auto">
            <a:xfrm>
              <a:off x="10828337" y="3729038"/>
              <a:ext cx="214313" cy="201613"/>
            </a:xfrm>
            <a:custGeom>
              <a:avLst/>
              <a:gdLst>
                <a:gd name="T0" fmla="*/ 64 w 65"/>
                <a:gd name="T1" fmla="*/ 30 h 61"/>
                <a:gd name="T2" fmla="*/ 29 w 65"/>
                <a:gd name="T3" fmla="*/ 61 h 61"/>
                <a:gd name="T4" fmla="*/ 0 w 65"/>
                <a:gd name="T5" fmla="*/ 32 h 61"/>
                <a:gd name="T6" fmla="*/ 31 w 65"/>
                <a:gd name="T7" fmla="*/ 1 h 61"/>
                <a:gd name="T8" fmla="*/ 64 w 65"/>
                <a:gd name="T9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61">
                  <a:moveTo>
                    <a:pt x="64" y="30"/>
                  </a:moveTo>
                  <a:cubicBezTo>
                    <a:pt x="65" y="46"/>
                    <a:pt x="45" y="61"/>
                    <a:pt x="29" y="61"/>
                  </a:cubicBezTo>
                  <a:cubicBezTo>
                    <a:pt x="13" y="61"/>
                    <a:pt x="0" y="48"/>
                    <a:pt x="0" y="32"/>
                  </a:cubicBezTo>
                  <a:cubicBezTo>
                    <a:pt x="0" y="16"/>
                    <a:pt x="15" y="1"/>
                    <a:pt x="31" y="1"/>
                  </a:cubicBezTo>
                  <a:cubicBezTo>
                    <a:pt x="47" y="0"/>
                    <a:pt x="64" y="14"/>
                    <a:pt x="64" y="30"/>
                  </a:cubicBez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A5D3448D-E5C6-4BBE-8683-D96C4F3EA485}"/>
                </a:ext>
              </a:extLst>
            </p:cNvPr>
            <p:cNvSpPr/>
            <p:nvPr/>
          </p:nvSpPr>
          <p:spPr bwMode="auto">
            <a:xfrm>
              <a:off x="10888662" y="3657600"/>
              <a:ext cx="250825" cy="141288"/>
            </a:xfrm>
            <a:custGeom>
              <a:avLst/>
              <a:gdLst>
                <a:gd name="T0" fmla="*/ 0 w 76"/>
                <a:gd name="T1" fmla="*/ 26 h 43"/>
                <a:gd name="T2" fmla="*/ 63 w 76"/>
                <a:gd name="T3" fmla="*/ 0 h 43"/>
                <a:gd name="T4" fmla="*/ 75 w 76"/>
                <a:gd name="T5" fmla="*/ 25 h 43"/>
                <a:gd name="T6" fmla="*/ 26 w 76"/>
                <a:gd name="T7" fmla="*/ 43 h 43"/>
                <a:gd name="T8" fmla="*/ 0 w 76"/>
                <a:gd name="T9" fmla="*/ 2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3">
                  <a:moveTo>
                    <a:pt x="0" y="26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76" y="24"/>
                    <a:pt x="75" y="25"/>
                  </a:cubicBezTo>
                  <a:cubicBezTo>
                    <a:pt x="73" y="27"/>
                    <a:pt x="26" y="43"/>
                    <a:pt x="26" y="43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1EFD4CE0-574E-4FCF-9278-19FC9DBBD96F}"/>
                </a:ext>
              </a:extLst>
            </p:cNvPr>
            <p:cNvSpPr/>
            <p:nvPr/>
          </p:nvSpPr>
          <p:spPr bwMode="auto">
            <a:xfrm>
              <a:off x="10920412" y="3116263"/>
              <a:ext cx="598488" cy="685800"/>
            </a:xfrm>
            <a:custGeom>
              <a:avLst/>
              <a:gdLst>
                <a:gd name="T0" fmla="*/ 19 w 181"/>
                <a:gd name="T1" fmla="*/ 0 h 208"/>
                <a:gd name="T2" fmla="*/ 161 w 181"/>
                <a:gd name="T3" fmla="*/ 113 h 208"/>
                <a:gd name="T4" fmla="*/ 149 w 181"/>
                <a:gd name="T5" fmla="*/ 165 h 208"/>
                <a:gd name="T6" fmla="*/ 50 w 181"/>
                <a:gd name="T7" fmla="*/ 208 h 208"/>
                <a:gd name="T8" fmla="*/ 16 w 181"/>
                <a:gd name="T9" fmla="*/ 165 h 208"/>
                <a:gd name="T10" fmla="*/ 91 w 181"/>
                <a:gd name="T11" fmla="*/ 129 h 208"/>
                <a:gd name="T12" fmla="*/ 0 w 181"/>
                <a:gd name="T13" fmla="*/ 69 h 208"/>
                <a:gd name="T14" fmla="*/ 19 w 181"/>
                <a:gd name="T1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1" h="208">
                  <a:moveTo>
                    <a:pt x="19" y="0"/>
                  </a:moveTo>
                  <a:cubicBezTo>
                    <a:pt x="161" y="113"/>
                    <a:pt x="161" y="113"/>
                    <a:pt x="161" y="113"/>
                  </a:cubicBezTo>
                  <a:cubicBezTo>
                    <a:pt x="181" y="128"/>
                    <a:pt x="173" y="160"/>
                    <a:pt x="149" y="165"/>
                  </a:cubicBezTo>
                  <a:cubicBezTo>
                    <a:pt x="50" y="208"/>
                    <a:pt x="50" y="208"/>
                    <a:pt x="50" y="208"/>
                  </a:cubicBezTo>
                  <a:cubicBezTo>
                    <a:pt x="16" y="165"/>
                    <a:pt x="16" y="165"/>
                    <a:pt x="16" y="165"/>
                  </a:cubicBezTo>
                  <a:cubicBezTo>
                    <a:pt x="91" y="129"/>
                    <a:pt x="91" y="129"/>
                    <a:pt x="91" y="129"/>
                  </a:cubicBezTo>
                  <a:cubicBezTo>
                    <a:pt x="0" y="69"/>
                    <a:pt x="0" y="69"/>
                    <a:pt x="0" y="69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E8B1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直接连接符 62">
              <a:extLst>
                <a:ext uri="{FF2B5EF4-FFF2-40B4-BE49-F238E27FC236}">
                  <a16:creationId xmlns:a16="http://schemas.microsoft.com/office/drawing/2014/main" id="{D5D8AD56-0D6B-40AB-B077-13245FAD33AA}"/>
                </a:ext>
              </a:extLst>
            </p:cNvPr>
            <p:cNvSpPr/>
            <p:nvPr/>
          </p:nvSpPr>
          <p:spPr bwMode="auto">
            <a:xfrm>
              <a:off x="11222037" y="3541713"/>
              <a:ext cx="92075" cy="0"/>
            </a:xfrm>
            <a:prstGeom prst="line">
              <a:avLst/>
            </a:prstGeom>
            <a:noFill/>
            <a:ln w="3175" cap="flat">
              <a:solidFill>
                <a:srgbClr val="2E35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B7171148-A53C-4D2C-AEEA-C544A39E13B6}"/>
                </a:ext>
              </a:extLst>
            </p:cNvPr>
            <p:cNvSpPr/>
            <p:nvPr/>
          </p:nvSpPr>
          <p:spPr bwMode="auto">
            <a:xfrm>
              <a:off x="10614025" y="2905125"/>
              <a:ext cx="168275" cy="280988"/>
            </a:xfrm>
            <a:custGeom>
              <a:avLst/>
              <a:gdLst>
                <a:gd name="T0" fmla="*/ 51 w 51"/>
                <a:gd name="T1" fmla="*/ 60 h 85"/>
                <a:gd name="T2" fmla="*/ 51 w 51"/>
                <a:gd name="T3" fmla="*/ 0 h 85"/>
                <a:gd name="T4" fmla="*/ 0 w 51"/>
                <a:gd name="T5" fmla="*/ 0 h 85"/>
                <a:gd name="T6" fmla="*/ 1 w 51"/>
                <a:gd name="T7" fmla="*/ 60 h 85"/>
                <a:gd name="T8" fmla="*/ 26 w 51"/>
                <a:gd name="T9" fmla="*/ 85 h 85"/>
                <a:gd name="T10" fmla="*/ 26 w 51"/>
                <a:gd name="T11" fmla="*/ 85 h 85"/>
                <a:gd name="T12" fmla="*/ 51 w 51"/>
                <a:gd name="T13" fmla="*/ 6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5">
                  <a:moveTo>
                    <a:pt x="51" y="6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1" y="74"/>
                    <a:pt x="12" y="85"/>
                    <a:pt x="26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40" y="85"/>
                    <a:pt x="51" y="74"/>
                    <a:pt x="51" y="60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D6E41169-E185-4A6D-86F4-938A246D98A7}"/>
                </a:ext>
              </a:extLst>
            </p:cNvPr>
            <p:cNvSpPr/>
            <p:nvPr/>
          </p:nvSpPr>
          <p:spPr bwMode="auto">
            <a:xfrm>
              <a:off x="10617200" y="2865438"/>
              <a:ext cx="171450" cy="198438"/>
            </a:xfrm>
            <a:custGeom>
              <a:avLst/>
              <a:gdLst>
                <a:gd name="T0" fmla="*/ 52 w 52"/>
                <a:gd name="T1" fmla="*/ 0 h 60"/>
                <a:gd name="T2" fmla="*/ 0 w 52"/>
                <a:gd name="T3" fmla="*/ 56 h 60"/>
                <a:gd name="T4" fmla="*/ 0 w 52"/>
                <a:gd name="T5" fmla="*/ 26 h 60"/>
                <a:gd name="T6" fmla="*/ 52 w 52"/>
                <a:gd name="T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60">
                  <a:moveTo>
                    <a:pt x="52" y="0"/>
                  </a:moveTo>
                  <a:cubicBezTo>
                    <a:pt x="52" y="0"/>
                    <a:pt x="46" y="60"/>
                    <a:pt x="0" y="56"/>
                  </a:cubicBezTo>
                  <a:cubicBezTo>
                    <a:pt x="0" y="26"/>
                    <a:pt x="0" y="26"/>
                    <a:pt x="0" y="26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D19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A197A4BF-ADFB-46B2-8371-0E5A0E1F7544}"/>
                </a:ext>
              </a:extLst>
            </p:cNvPr>
            <p:cNvSpPr/>
            <p:nvPr/>
          </p:nvSpPr>
          <p:spPr bwMode="auto">
            <a:xfrm>
              <a:off x="10442575" y="2743200"/>
              <a:ext cx="112713" cy="112713"/>
            </a:xfrm>
            <a:custGeom>
              <a:avLst/>
              <a:gdLst>
                <a:gd name="T0" fmla="*/ 1 w 34"/>
                <a:gd name="T1" fmla="*/ 15 h 34"/>
                <a:gd name="T2" fmla="*/ 15 w 34"/>
                <a:gd name="T3" fmla="*/ 33 h 34"/>
                <a:gd name="T4" fmla="*/ 33 w 34"/>
                <a:gd name="T5" fmla="*/ 20 h 34"/>
                <a:gd name="T6" fmla="*/ 20 w 34"/>
                <a:gd name="T7" fmla="*/ 1 h 34"/>
                <a:gd name="T8" fmla="*/ 1 w 34"/>
                <a:gd name="T9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4">
                  <a:moveTo>
                    <a:pt x="1" y="15"/>
                  </a:moveTo>
                  <a:cubicBezTo>
                    <a:pt x="0" y="23"/>
                    <a:pt x="6" y="32"/>
                    <a:pt x="15" y="33"/>
                  </a:cubicBezTo>
                  <a:cubicBezTo>
                    <a:pt x="23" y="34"/>
                    <a:pt x="31" y="28"/>
                    <a:pt x="33" y="20"/>
                  </a:cubicBezTo>
                  <a:cubicBezTo>
                    <a:pt x="34" y="11"/>
                    <a:pt x="28" y="3"/>
                    <a:pt x="20" y="1"/>
                  </a:cubicBezTo>
                  <a:cubicBezTo>
                    <a:pt x="11" y="0"/>
                    <a:pt x="3" y="6"/>
                    <a:pt x="1" y="15"/>
                  </a:cubicBezTo>
                  <a:close/>
                </a:path>
              </a:pathLst>
            </a:custGeom>
            <a:solidFill>
              <a:srgbClr val="D19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CAADB067-C309-4E45-89B4-9FD4E4129BCA}"/>
                </a:ext>
              </a:extLst>
            </p:cNvPr>
            <p:cNvSpPr/>
            <p:nvPr/>
          </p:nvSpPr>
          <p:spPr bwMode="auto">
            <a:xfrm>
              <a:off x="10415587" y="2617788"/>
              <a:ext cx="188913" cy="158750"/>
            </a:xfrm>
            <a:custGeom>
              <a:avLst/>
              <a:gdLst>
                <a:gd name="T0" fmla="*/ 25 w 57"/>
                <a:gd name="T1" fmla="*/ 4 h 48"/>
                <a:gd name="T2" fmla="*/ 31 w 57"/>
                <a:gd name="T3" fmla="*/ 48 h 48"/>
                <a:gd name="T4" fmla="*/ 38 w 57"/>
                <a:gd name="T5" fmla="*/ 46 h 48"/>
                <a:gd name="T6" fmla="*/ 44 w 57"/>
                <a:gd name="T7" fmla="*/ 0 h 48"/>
                <a:gd name="T8" fmla="*/ 25 w 57"/>
                <a:gd name="T9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48">
                  <a:moveTo>
                    <a:pt x="25" y="4"/>
                  </a:moveTo>
                  <a:cubicBezTo>
                    <a:pt x="25" y="4"/>
                    <a:pt x="0" y="28"/>
                    <a:pt x="31" y="48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8" y="46"/>
                    <a:pt x="57" y="19"/>
                    <a:pt x="44" y="0"/>
                  </a:cubicBezTo>
                  <a:lnTo>
                    <a:pt x="25" y="4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47D258AC-B049-4A30-A921-4B4AB8402BD3}"/>
                </a:ext>
              </a:extLst>
            </p:cNvPr>
            <p:cNvSpPr/>
            <p:nvPr/>
          </p:nvSpPr>
          <p:spPr bwMode="auto">
            <a:xfrm>
              <a:off x="10461625" y="2614613"/>
              <a:ext cx="360363" cy="406400"/>
            </a:xfrm>
            <a:custGeom>
              <a:avLst/>
              <a:gdLst>
                <a:gd name="T0" fmla="*/ 43 w 109"/>
                <a:gd name="T1" fmla="*/ 118 h 123"/>
                <a:gd name="T2" fmla="*/ 45 w 109"/>
                <a:gd name="T3" fmla="*/ 119 h 123"/>
                <a:gd name="T4" fmla="*/ 100 w 109"/>
                <a:gd name="T5" fmla="*/ 79 h 123"/>
                <a:gd name="T6" fmla="*/ 108 w 109"/>
                <a:gd name="T7" fmla="*/ 26 h 123"/>
                <a:gd name="T8" fmla="*/ 98 w 109"/>
                <a:gd name="T9" fmla="*/ 12 h 123"/>
                <a:gd name="T10" fmla="*/ 36 w 109"/>
                <a:gd name="T11" fmla="*/ 2 h 123"/>
                <a:gd name="T12" fmla="*/ 11 w 109"/>
                <a:gd name="T13" fmla="*/ 20 h 123"/>
                <a:gd name="T14" fmla="*/ 4 w 109"/>
                <a:gd name="T15" fmla="*/ 64 h 123"/>
                <a:gd name="T16" fmla="*/ 43 w 109"/>
                <a:gd name="T17" fmla="*/ 11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" h="123">
                  <a:moveTo>
                    <a:pt x="43" y="118"/>
                  </a:moveTo>
                  <a:cubicBezTo>
                    <a:pt x="45" y="119"/>
                    <a:pt x="45" y="119"/>
                    <a:pt x="45" y="119"/>
                  </a:cubicBezTo>
                  <a:cubicBezTo>
                    <a:pt x="71" y="123"/>
                    <a:pt x="95" y="105"/>
                    <a:pt x="100" y="79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9" y="20"/>
                    <a:pt x="105" y="13"/>
                    <a:pt x="98" y="12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24" y="0"/>
                    <a:pt x="13" y="8"/>
                    <a:pt x="11" y="20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0" y="90"/>
                    <a:pt x="17" y="114"/>
                    <a:pt x="43" y="118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649C2C51-6C10-4945-B440-47AEC31B5FA9}"/>
                </a:ext>
              </a:extLst>
            </p:cNvPr>
            <p:cNvSpPr/>
            <p:nvPr/>
          </p:nvSpPr>
          <p:spPr bwMode="auto">
            <a:xfrm>
              <a:off x="10626725" y="2776538"/>
              <a:ext cx="26988" cy="26988"/>
            </a:xfrm>
            <a:custGeom>
              <a:avLst/>
              <a:gdLst>
                <a:gd name="T0" fmla="*/ 0 w 8"/>
                <a:gd name="T1" fmla="*/ 4 h 8"/>
                <a:gd name="T2" fmla="*/ 4 w 8"/>
                <a:gd name="T3" fmla="*/ 8 h 8"/>
                <a:gd name="T4" fmla="*/ 8 w 8"/>
                <a:gd name="T5" fmla="*/ 4 h 8"/>
                <a:gd name="T6" fmla="*/ 4 w 8"/>
                <a:gd name="T7" fmla="*/ 0 h 8"/>
                <a:gd name="T8" fmla="*/ 0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0" y="4"/>
                  </a:moveTo>
                  <a:cubicBezTo>
                    <a:pt x="0" y="6"/>
                    <a:pt x="2" y="8"/>
                    <a:pt x="4" y="8"/>
                  </a:cubicBezTo>
                  <a:cubicBezTo>
                    <a:pt x="6" y="8"/>
                    <a:pt x="8" y="6"/>
                    <a:pt x="8" y="4"/>
                  </a:cubicBezTo>
                  <a:cubicBezTo>
                    <a:pt x="8" y="2"/>
                    <a:pt x="7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8C74861C-BAFD-4088-A7BE-EF80F3143698}"/>
                </a:ext>
              </a:extLst>
            </p:cNvPr>
            <p:cNvSpPr/>
            <p:nvPr/>
          </p:nvSpPr>
          <p:spPr bwMode="auto">
            <a:xfrm>
              <a:off x="10518775" y="2760663"/>
              <a:ext cx="25400" cy="25400"/>
            </a:xfrm>
            <a:custGeom>
              <a:avLst/>
              <a:gdLst>
                <a:gd name="T0" fmla="*/ 1 w 8"/>
                <a:gd name="T1" fmla="*/ 3 h 8"/>
                <a:gd name="T2" fmla="*/ 4 w 8"/>
                <a:gd name="T3" fmla="*/ 7 h 8"/>
                <a:gd name="T4" fmla="*/ 8 w 8"/>
                <a:gd name="T5" fmla="*/ 4 h 8"/>
                <a:gd name="T6" fmla="*/ 5 w 8"/>
                <a:gd name="T7" fmla="*/ 0 h 8"/>
                <a:gd name="T8" fmla="*/ 1 w 8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0" y="5"/>
                    <a:pt x="2" y="7"/>
                    <a:pt x="4" y="7"/>
                  </a:cubicBezTo>
                  <a:cubicBezTo>
                    <a:pt x="6" y="8"/>
                    <a:pt x="8" y="6"/>
                    <a:pt x="8" y="4"/>
                  </a:cubicBezTo>
                  <a:cubicBezTo>
                    <a:pt x="8" y="2"/>
                    <a:pt x="7" y="0"/>
                    <a:pt x="5" y="0"/>
                  </a:cubicBezTo>
                  <a:cubicBezTo>
                    <a:pt x="3" y="0"/>
                    <a:pt x="1" y="1"/>
                    <a:pt x="1" y="3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A1DB5DD0-355E-4E55-A044-006D58B62B90}"/>
                </a:ext>
              </a:extLst>
            </p:cNvPr>
            <p:cNvSpPr/>
            <p:nvPr/>
          </p:nvSpPr>
          <p:spPr bwMode="auto">
            <a:xfrm>
              <a:off x="10555287" y="2786063"/>
              <a:ext cx="28575" cy="69850"/>
            </a:xfrm>
            <a:custGeom>
              <a:avLst/>
              <a:gdLst>
                <a:gd name="T0" fmla="*/ 4 w 9"/>
                <a:gd name="T1" fmla="*/ 0 h 21"/>
                <a:gd name="T2" fmla="*/ 1 w 9"/>
                <a:gd name="T3" fmla="*/ 15 h 21"/>
                <a:gd name="T4" fmla="*/ 9 w 9"/>
                <a:gd name="T5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21">
                  <a:moveTo>
                    <a:pt x="4" y="0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0" y="21"/>
                    <a:pt x="9" y="20"/>
                  </a:cubicBezTo>
                </a:path>
              </a:pathLst>
            </a:custGeom>
            <a:noFill/>
            <a:ln w="9525" cap="rnd">
              <a:solidFill>
                <a:srgbClr val="D197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920BCBE9-E608-470E-BF16-042D2E130A78}"/>
                </a:ext>
              </a:extLst>
            </p:cNvPr>
            <p:cNvSpPr/>
            <p:nvPr/>
          </p:nvSpPr>
          <p:spPr bwMode="auto">
            <a:xfrm>
              <a:off x="10528300" y="2871788"/>
              <a:ext cx="92075" cy="39688"/>
            </a:xfrm>
            <a:custGeom>
              <a:avLst/>
              <a:gdLst>
                <a:gd name="T0" fmla="*/ 28 w 28"/>
                <a:gd name="T1" fmla="*/ 5 h 12"/>
                <a:gd name="T2" fmla="*/ 0 w 28"/>
                <a:gd name="T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" h="12">
                  <a:moveTo>
                    <a:pt x="28" y="5"/>
                  </a:moveTo>
                  <a:cubicBezTo>
                    <a:pt x="28" y="5"/>
                    <a:pt x="11" y="1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D197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5C94A419-7F49-4408-B4E8-5AA2AD06EA39}"/>
                </a:ext>
              </a:extLst>
            </p:cNvPr>
            <p:cNvSpPr/>
            <p:nvPr/>
          </p:nvSpPr>
          <p:spPr bwMode="auto">
            <a:xfrm>
              <a:off x="10610850" y="2724150"/>
              <a:ext cx="82550" cy="33338"/>
            </a:xfrm>
            <a:custGeom>
              <a:avLst/>
              <a:gdLst>
                <a:gd name="T0" fmla="*/ 21 w 25"/>
                <a:gd name="T1" fmla="*/ 10 h 10"/>
                <a:gd name="T2" fmla="*/ 20 w 25"/>
                <a:gd name="T3" fmla="*/ 10 h 10"/>
                <a:gd name="T4" fmla="*/ 3 w 25"/>
                <a:gd name="T5" fmla="*/ 7 h 10"/>
                <a:gd name="T6" fmla="*/ 0 w 25"/>
                <a:gd name="T7" fmla="*/ 3 h 10"/>
                <a:gd name="T8" fmla="*/ 5 w 25"/>
                <a:gd name="T9" fmla="*/ 0 h 10"/>
                <a:gd name="T10" fmla="*/ 22 w 25"/>
                <a:gd name="T11" fmla="*/ 3 h 10"/>
                <a:gd name="T12" fmla="*/ 25 w 25"/>
                <a:gd name="T13" fmla="*/ 8 h 10"/>
                <a:gd name="T14" fmla="*/ 21 w 25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10">
                  <a:moveTo>
                    <a:pt x="21" y="10"/>
                  </a:moveTo>
                  <a:cubicBezTo>
                    <a:pt x="21" y="10"/>
                    <a:pt x="21" y="10"/>
                    <a:pt x="20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4" y="4"/>
                    <a:pt x="25" y="6"/>
                    <a:pt x="25" y="8"/>
                  </a:cubicBezTo>
                  <a:cubicBezTo>
                    <a:pt x="24" y="9"/>
                    <a:pt x="23" y="10"/>
                    <a:pt x="21" y="10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2F48A345-7F68-4BB8-ADE7-21A63D3FDC90}"/>
                </a:ext>
              </a:extLst>
            </p:cNvPr>
            <p:cNvSpPr/>
            <p:nvPr/>
          </p:nvSpPr>
          <p:spPr bwMode="auto">
            <a:xfrm>
              <a:off x="10501312" y="2703513"/>
              <a:ext cx="63500" cy="30163"/>
            </a:xfrm>
            <a:custGeom>
              <a:avLst/>
              <a:gdLst>
                <a:gd name="T0" fmla="*/ 15 w 19"/>
                <a:gd name="T1" fmla="*/ 9 h 9"/>
                <a:gd name="T2" fmla="*/ 14 w 19"/>
                <a:gd name="T3" fmla="*/ 9 h 9"/>
                <a:gd name="T4" fmla="*/ 4 w 19"/>
                <a:gd name="T5" fmla="*/ 7 h 9"/>
                <a:gd name="T6" fmla="*/ 1 w 19"/>
                <a:gd name="T7" fmla="*/ 3 h 9"/>
                <a:gd name="T8" fmla="*/ 5 w 19"/>
                <a:gd name="T9" fmla="*/ 0 h 9"/>
                <a:gd name="T10" fmla="*/ 16 w 19"/>
                <a:gd name="T11" fmla="*/ 2 h 9"/>
                <a:gd name="T12" fmla="*/ 18 w 19"/>
                <a:gd name="T13" fmla="*/ 6 h 9"/>
                <a:gd name="T14" fmla="*/ 15 w 19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9">
                  <a:moveTo>
                    <a:pt x="15" y="9"/>
                  </a:moveTo>
                  <a:cubicBezTo>
                    <a:pt x="15" y="9"/>
                    <a:pt x="14" y="9"/>
                    <a:pt x="14" y="9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1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3"/>
                    <a:pt x="19" y="4"/>
                    <a:pt x="18" y="6"/>
                  </a:cubicBezTo>
                  <a:cubicBezTo>
                    <a:pt x="18" y="8"/>
                    <a:pt x="17" y="9"/>
                    <a:pt x="15" y="9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2455B507-6907-4798-B18F-2CF986440F5C}"/>
                </a:ext>
              </a:extLst>
            </p:cNvPr>
            <p:cNvSpPr/>
            <p:nvPr/>
          </p:nvSpPr>
          <p:spPr bwMode="auto">
            <a:xfrm>
              <a:off x="10439400" y="2486025"/>
              <a:ext cx="501650" cy="342900"/>
            </a:xfrm>
            <a:custGeom>
              <a:avLst/>
              <a:gdLst>
                <a:gd name="T0" fmla="*/ 117 w 152"/>
                <a:gd name="T1" fmla="*/ 52 h 104"/>
                <a:gd name="T2" fmla="*/ 84 w 152"/>
                <a:gd name="T3" fmla="*/ 12 h 104"/>
                <a:gd name="T4" fmla="*/ 49 w 152"/>
                <a:gd name="T5" fmla="*/ 12 h 104"/>
                <a:gd name="T6" fmla="*/ 27 w 152"/>
                <a:gd name="T7" fmla="*/ 0 h 104"/>
                <a:gd name="T8" fmla="*/ 0 w 152"/>
                <a:gd name="T9" fmla="*/ 27 h 104"/>
                <a:gd name="T10" fmla="*/ 20 w 152"/>
                <a:gd name="T11" fmla="*/ 53 h 104"/>
                <a:gd name="T12" fmla="*/ 27 w 152"/>
                <a:gd name="T13" fmla="*/ 55 h 104"/>
                <a:gd name="T14" fmla="*/ 95 w 152"/>
                <a:gd name="T15" fmla="*/ 63 h 104"/>
                <a:gd name="T16" fmla="*/ 107 w 152"/>
                <a:gd name="T17" fmla="*/ 104 h 104"/>
                <a:gd name="T18" fmla="*/ 114 w 152"/>
                <a:gd name="T19" fmla="*/ 104 h 104"/>
                <a:gd name="T20" fmla="*/ 117 w 152"/>
                <a:gd name="T2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2" h="104">
                  <a:moveTo>
                    <a:pt x="117" y="52"/>
                  </a:moveTo>
                  <a:cubicBezTo>
                    <a:pt x="118" y="45"/>
                    <a:pt x="120" y="17"/>
                    <a:pt x="84" y="12"/>
                  </a:cubicBezTo>
                  <a:cubicBezTo>
                    <a:pt x="71" y="10"/>
                    <a:pt x="59" y="11"/>
                    <a:pt x="49" y="12"/>
                  </a:cubicBezTo>
                  <a:cubicBezTo>
                    <a:pt x="45" y="5"/>
                    <a:pt x="36" y="0"/>
                    <a:pt x="27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39"/>
                    <a:pt x="8" y="50"/>
                    <a:pt x="20" y="53"/>
                  </a:cubicBezTo>
                  <a:cubicBezTo>
                    <a:pt x="23" y="54"/>
                    <a:pt x="25" y="55"/>
                    <a:pt x="27" y="55"/>
                  </a:cubicBezTo>
                  <a:cubicBezTo>
                    <a:pt x="51" y="62"/>
                    <a:pt x="83" y="63"/>
                    <a:pt x="95" y="63"/>
                  </a:cubicBezTo>
                  <a:cubicBezTo>
                    <a:pt x="93" y="71"/>
                    <a:pt x="90" y="89"/>
                    <a:pt x="107" y="104"/>
                  </a:cubicBezTo>
                  <a:cubicBezTo>
                    <a:pt x="114" y="104"/>
                    <a:pt x="114" y="104"/>
                    <a:pt x="114" y="104"/>
                  </a:cubicBezTo>
                  <a:cubicBezTo>
                    <a:pt x="114" y="104"/>
                    <a:pt x="152" y="72"/>
                    <a:pt x="117" y="52"/>
                  </a:cubicBez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06CF676F-31C2-407F-B6D1-72C149A6808B}"/>
                </a:ext>
              </a:extLst>
            </p:cNvPr>
            <p:cNvSpPr/>
            <p:nvPr/>
          </p:nvSpPr>
          <p:spPr bwMode="auto">
            <a:xfrm>
              <a:off x="10752137" y="2786063"/>
              <a:ext cx="112713" cy="115888"/>
            </a:xfrm>
            <a:custGeom>
              <a:avLst/>
              <a:gdLst>
                <a:gd name="T0" fmla="*/ 1 w 34"/>
                <a:gd name="T1" fmla="*/ 15 h 35"/>
                <a:gd name="T2" fmla="*/ 15 w 34"/>
                <a:gd name="T3" fmla="*/ 33 h 35"/>
                <a:gd name="T4" fmla="*/ 33 w 34"/>
                <a:gd name="T5" fmla="*/ 20 h 35"/>
                <a:gd name="T6" fmla="*/ 20 w 34"/>
                <a:gd name="T7" fmla="*/ 2 h 35"/>
                <a:gd name="T8" fmla="*/ 1 w 34"/>
                <a:gd name="T9" fmla="*/ 1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5">
                  <a:moveTo>
                    <a:pt x="1" y="15"/>
                  </a:moveTo>
                  <a:cubicBezTo>
                    <a:pt x="0" y="24"/>
                    <a:pt x="6" y="32"/>
                    <a:pt x="15" y="33"/>
                  </a:cubicBezTo>
                  <a:cubicBezTo>
                    <a:pt x="23" y="35"/>
                    <a:pt x="32" y="29"/>
                    <a:pt x="33" y="20"/>
                  </a:cubicBezTo>
                  <a:cubicBezTo>
                    <a:pt x="34" y="11"/>
                    <a:pt x="28" y="3"/>
                    <a:pt x="20" y="2"/>
                  </a:cubicBezTo>
                  <a:cubicBezTo>
                    <a:pt x="11" y="0"/>
                    <a:pt x="3" y="6"/>
                    <a:pt x="1" y="15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65AF93F9-C152-48F0-8A2A-D13D68556A15}"/>
                </a:ext>
              </a:extLst>
            </p:cNvPr>
            <p:cNvSpPr/>
            <p:nvPr/>
          </p:nvSpPr>
          <p:spPr bwMode="auto">
            <a:xfrm>
              <a:off x="6662737" y="4943475"/>
              <a:ext cx="247650" cy="1058863"/>
            </a:xfrm>
            <a:custGeom>
              <a:avLst/>
              <a:gdLst>
                <a:gd name="T0" fmla="*/ 144 w 156"/>
                <a:gd name="T1" fmla="*/ 0 h 667"/>
                <a:gd name="T2" fmla="*/ 156 w 156"/>
                <a:gd name="T3" fmla="*/ 667 h 667"/>
                <a:gd name="T4" fmla="*/ 82 w 156"/>
                <a:gd name="T5" fmla="*/ 667 h 667"/>
                <a:gd name="T6" fmla="*/ 0 w 156"/>
                <a:gd name="T7" fmla="*/ 0 h 667"/>
                <a:gd name="T8" fmla="*/ 144 w 156"/>
                <a:gd name="T9" fmla="*/ 0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667">
                  <a:moveTo>
                    <a:pt x="144" y="0"/>
                  </a:moveTo>
                  <a:lnTo>
                    <a:pt x="156" y="667"/>
                  </a:lnTo>
                  <a:lnTo>
                    <a:pt x="82" y="667"/>
                  </a:lnTo>
                  <a:lnTo>
                    <a:pt x="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EFC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09B2B92C-A0DB-49D7-8D96-5D466200158A}"/>
                </a:ext>
              </a:extLst>
            </p:cNvPr>
            <p:cNvSpPr/>
            <p:nvPr/>
          </p:nvSpPr>
          <p:spPr bwMode="auto">
            <a:xfrm>
              <a:off x="6491287" y="5883275"/>
              <a:ext cx="419100" cy="138113"/>
            </a:xfrm>
            <a:custGeom>
              <a:avLst/>
              <a:gdLst>
                <a:gd name="T0" fmla="*/ 202 w 264"/>
                <a:gd name="T1" fmla="*/ 0 h 87"/>
                <a:gd name="T2" fmla="*/ 0 w 264"/>
                <a:gd name="T3" fmla="*/ 75 h 87"/>
                <a:gd name="T4" fmla="*/ 25 w 264"/>
                <a:gd name="T5" fmla="*/ 87 h 87"/>
                <a:gd name="T6" fmla="*/ 264 w 264"/>
                <a:gd name="T7" fmla="*/ 87 h 87"/>
                <a:gd name="T8" fmla="*/ 264 w 264"/>
                <a:gd name="T9" fmla="*/ 29 h 87"/>
                <a:gd name="T10" fmla="*/ 202 w 264"/>
                <a:gd name="T11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4" h="87">
                  <a:moveTo>
                    <a:pt x="202" y="0"/>
                  </a:moveTo>
                  <a:lnTo>
                    <a:pt x="0" y="75"/>
                  </a:lnTo>
                  <a:lnTo>
                    <a:pt x="25" y="87"/>
                  </a:lnTo>
                  <a:lnTo>
                    <a:pt x="264" y="87"/>
                  </a:lnTo>
                  <a:lnTo>
                    <a:pt x="264" y="2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EFC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FCE7B700-0644-4B1B-BC73-8BA129E34773}"/>
                </a:ext>
              </a:extLst>
            </p:cNvPr>
            <p:cNvSpPr/>
            <p:nvPr/>
          </p:nvSpPr>
          <p:spPr bwMode="auto">
            <a:xfrm>
              <a:off x="6448425" y="5929313"/>
              <a:ext cx="465138" cy="119063"/>
            </a:xfrm>
            <a:custGeom>
              <a:avLst/>
              <a:gdLst>
                <a:gd name="T0" fmla="*/ 141 w 141"/>
                <a:gd name="T1" fmla="*/ 0 h 36"/>
                <a:gd name="T2" fmla="*/ 60 w 141"/>
                <a:gd name="T3" fmla="*/ 5 h 36"/>
                <a:gd name="T4" fmla="*/ 2 w 141"/>
                <a:gd name="T5" fmla="*/ 29 h 36"/>
                <a:gd name="T6" fmla="*/ 5 w 141"/>
                <a:gd name="T7" fmla="*/ 35 h 36"/>
                <a:gd name="T8" fmla="*/ 136 w 141"/>
                <a:gd name="T9" fmla="*/ 36 h 36"/>
                <a:gd name="T10" fmla="*/ 141 w 141"/>
                <a:gd name="T11" fmla="*/ 30 h 36"/>
                <a:gd name="T12" fmla="*/ 141 w 141"/>
                <a:gd name="T1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36">
                  <a:moveTo>
                    <a:pt x="141" y="0"/>
                  </a:moveTo>
                  <a:cubicBezTo>
                    <a:pt x="141" y="0"/>
                    <a:pt x="114" y="32"/>
                    <a:pt x="60" y="5"/>
                  </a:cubicBezTo>
                  <a:cubicBezTo>
                    <a:pt x="60" y="5"/>
                    <a:pt x="15" y="15"/>
                    <a:pt x="2" y="29"/>
                  </a:cubicBezTo>
                  <a:cubicBezTo>
                    <a:pt x="0" y="32"/>
                    <a:pt x="2" y="35"/>
                    <a:pt x="5" y="35"/>
                  </a:cubicBezTo>
                  <a:cubicBezTo>
                    <a:pt x="136" y="36"/>
                    <a:pt x="136" y="36"/>
                    <a:pt x="136" y="36"/>
                  </a:cubicBezTo>
                  <a:cubicBezTo>
                    <a:pt x="139" y="36"/>
                    <a:pt x="141" y="33"/>
                    <a:pt x="141" y="30"/>
                  </a:cubicBezTo>
                  <a:lnTo>
                    <a:pt x="141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E3F86B73-B9F1-4360-B5E0-7364192E7A01}"/>
                </a:ext>
              </a:extLst>
            </p:cNvPr>
            <p:cNvSpPr/>
            <p:nvPr/>
          </p:nvSpPr>
          <p:spPr bwMode="auto">
            <a:xfrm>
              <a:off x="6537325" y="3759200"/>
              <a:ext cx="412750" cy="2032000"/>
            </a:xfrm>
            <a:custGeom>
              <a:avLst/>
              <a:gdLst>
                <a:gd name="T0" fmla="*/ 37 w 125"/>
                <a:gd name="T1" fmla="*/ 0 h 616"/>
                <a:gd name="T2" fmla="*/ 8 w 125"/>
                <a:gd name="T3" fmla="*/ 164 h 616"/>
                <a:gd name="T4" fmla="*/ 47 w 125"/>
                <a:gd name="T5" fmla="*/ 616 h 616"/>
                <a:gd name="T6" fmla="*/ 125 w 125"/>
                <a:gd name="T7" fmla="*/ 616 h 616"/>
                <a:gd name="T8" fmla="*/ 112 w 125"/>
                <a:gd name="T9" fmla="*/ 98 h 616"/>
                <a:gd name="T10" fmla="*/ 125 w 125"/>
                <a:gd name="T11" fmla="*/ 7 h 616"/>
                <a:gd name="T12" fmla="*/ 37 w 125"/>
                <a:gd name="T13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616">
                  <a:moveTo>
                    <a:pt x="37" y="0"/>
                  </a:moveTo>
                  <a:cubicBezTo>
                    <a:pt x="37" y="0"/>
                    <a:pt x="0" y="41"/>
                    <a:pt x="8" y="164"/>
                  </a:cubicBezTo>
                  <a:cubicBezTo>
                    <a:pt x="47" y="616"/>
                    <a:pt x="47" y="616"/>
                    <a:pt x="47" y="616"/>
                  </a:cubicBezTo>
                  <a:cubicBezTo>
                    <a:pt x="125" y="616"/>
                    <a:pt x="125" y="616"/>
                    <a:pt x="125" y="616"/>
                  </a:cubicBezTo>
                  <a:cubicBezTo>
                    <a:pt x="112" y="98"/>
                    <a:pt x="112" y="98"/>
                    <a:pt x="112" y="98"/>
                  </a:cubicBezTo>
                  <a:cubicBezTo>
                    <a:pt x="125" y="7"/>
                    <a:pt x="125" y="7"/>
                    <a:pt x="125" y="7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395CEC4C-4150-4319-8B3C-2E80A1E44440}"/>
                </a:ext>
              </a:extLst>
            </p:cNvPr>
            <p:cNvSpPr/>
            <p:nvPr/>
          </p:nvSpPr>
          <p:spPr bwMode="auto">
            <a:xfrm>
              <a:off x="6659562" y="3759200"/>
              <a:ext cx="495300" cy="382588"/>
            </a:xfrm>
            <a:custGeom>
              <a:avLst/>
              <a:gdLst>
                <a:gd name="T0" fmla="*/ 106 w 150"/>
                <a:gd name="T1" fmla="*/ 7 h 116"/>
                <a:gd name="T2" fmla="*/ 150 w 150"/>
                <a:gd name="T3" fmla="*/ 116 h 116"/>
                <a:gd name="T4" fmla="*/ 50 w 150"/>
                <a:gd name="T5" fmla="*/ 95 h 116"/>
                <a:gd name="T6" fmla="*/ 0 w 150"/>
                <a:gd name="T7" fmla="*/ 0 h 116"/>
                <a:gd name="T8" fmla="*/ 106 w 150"/>
                <a:gd name="T9" fmla="*/ 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16">
                  <a:moveTo>
                    <a:pt x="106" y="7"/>
                  </a:moveTo>
                  <a:cubicBezTo>
                    <a:pt x="106" y="7"/>
                    <a:pt x="133" y="42"/>
                    <a:pt x="150" y="116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06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813491B1-1529-4DBC-A2C8-BF5DECE2FB87}"/>
                </a:ext>
              </a:extLst>
            </p:cNvPr>
            <p:cNvSpPr/>
            <p:nvPr/>
          </p:nvSpPr>
          <p:spPr bwMode="auto">
            <a:xfrm>
              <a:off x="6667500" y="3765550"/>
              <a:ext cx="101600" cy="1916113"/>
            </a:xfrm>
            <a:custGeom>
              <a:avLst/>
              <a:gdLst>
                <a:gd name="T0" fmla="*/ 31 w 31"/>
                <a:gd name="T1" fmla="*/ 581 h 581"/>
                <a:gd name="T2" fmla="*/ 2 w 31"/>
                <a:gd name="T3" fmla="*/ 107 h 581"/>
                <a:gd name="T4" fmla="*/ 17 w 31"/>
                <a:gd name="T5" fmla="*/ 17 h 581"/>
                <a:gd name="T6" fmla="*/ 24 w 31"/>
                <a:gd name="T7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581">
                  <a:moveTo>
                    <a:pt x="31" y="581"/>
                  </a:moveTo>
                  <a:cubicBezTo>
                    <a:pt x="2" y="107"/>
                    <a:pt x="2" y="107"/>
                    <a:pt x="2" y="107"/>
                  </a:cubicBezTo>
                  <a:cubicBezTo>
                    <a:pt x="0" y="76"/>
                    <a:pt x="5" y="45"/>
                    <a:pt x="17" y="17"/>
                  </a:cubicBez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noFill/>
            <a:ln w="6350" cap="flat">
              <a:solidFill>
                <a:srgbClr val="E8E5D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直接连接符 82">
              <a:extLst>
                <a:ext uri="{FF2B5EF4-FFF2-40B4-BE49-F238E27FC236}">
                  <a16:creationId xmlns:a16="http://schemas.microsoft.com/office/drawing/2014/main" id="{2FC320FF-4771-4BDF-8DB9-EB1C4FEA49DE}"/>
                </a:ext>
              </a:extLst>
            </p:cNvPr>
            <p:cNvSpPr/>
            <p:nvPr/>
          </p:nvSpPr>
          <p:spPr bwMode="auto">
            <a:xfrm>
              <a:off x="6683375" y="5681663"/>
              <a:ext cx="257175" cy="0"/>
            </a:xfrm>
            <a:prstGeom prst="line">
              <a:avLst/>
            </a:prstGeom>
            <a:noFill/>
            <a:ln w="6350" cap="flat">
              <a:solidFill>
                <a:srgbClr val="E8E5D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B9067366-4CFA-4AE7-9B15-BC344B826854}"/>
                </a:ext>
              </a:extLst>
            </p:cNvPr>
            <p:cNvSpPr/>
            <p:nvPr/>
          </p:nvSpPr>
          <p:spPr bwMode="auto">
            <a:xfrm>
              <a:off x="7078662" y="4943475"/>
              <a:ext cx="446088" cy="1058863"/>
            </a:xfrm>
            <a:custGeom>
              <a:avLst/>
              <a:gdLst>
                <a:gd name="T0" fmla="*/ 0 w 281"/>
                <a:gd name="T1" fmla="*/ 0 h 667"/>
                <a:gd name="T2" fmla="*/ 204 w 281"/>
                <a:gd name="T3" fmla="*/ 667 h 667"/>
                <a:gd name="T4" fmla="*/ 281 w 281"/>
                <a:gd name="T5" fmla="*/ 667 h 667"/>
                <a:gd name="T6" fmla="*/ 161 w 281"/>
                <a:gd name="T7" fmla="*/ 0 h 667"/>
                <a:gd name="T8" fmla="*/ 0 w 281"/>
                <a:gd name="T9" fmla="*/ 0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667">
                  <a:moveTo>
                    <a:pt x="0" y="0"/>
                  </a:moveTo>
                  <a:lnTo>
                    <a:pt x="204" y="667"/>
                  </a:lnTo>
                  <a:lnTo>
                    <a:pt x="281" y="667"/>
                  </a:ln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C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891C8FBC-0836-472D-B7F1-275799D74A48}"/>
                </a:ext>
              </a:extLst>
            </p:cNvPr>
            <p:cNvSpPr/>
            <p:nvPr/>
          </p:nvSpPr>
          <p:spPr bwMode="auto">
            <a:xfrm>
              <a:off x="7402512" y="5883275"/>
              <a:ext cx="422275" cy="138113"/>
            </a:xfrm>
            <a:custGeom>
              <a:avLst/>
              <a:gdLst>
                <a:gd name="T0" fmla="*/ 65 w 266"/>
                <a:gd name="T1" fmla="*/ 0 h 87"/>
                <a:gd name="T2" fmla="*/ 266 w 266"/>
                <a:gd name="T3" fmla="*/ 75 h 87"/>
                <a:gd name="T4" fmla="*/ 239 w 266"/>
                <a:gd name="T5" fmla="*/ 87 h 87"/>
                <a:gd name="T6" fmla="*/ 0 w 266"/>
                <a:gd name="T7" fmla="*/ 87 h 87"/>
                <a:gd name="T8" fmla="*/ 0 w 266"/>
                <a:gd name="T9" fmla="*/ 29 h 87"/>
                <a:gd name="T10" fmla="*/ 65 w 266"/>
                <a:gd name="T11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6" h="87">
                  <a:moveTo>
                    <a:pt x="65" y="0"/>
                  </a:moveTo>
                  <a:lnTo>
                    <a:pt x="266" y="75"/>
                  </a:lnTo>
                  <a:lnTo>
                    <a:pt x="239" y="87"/>
                  </a:lnTo>
                  <a:lnTo>
                    <a:pt x="0" y="87"/>
                  </a:lnTo>
                  <a:lnTo>
                    <a:pt x="0" y="2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EFC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7BC92B32-A7F7-4DEC-8D95-ACD74F8690F7}"/>
                </a:ext>
              </a:extLst>
            </p:cNvPr>
            <p:cNvSpPr/>
            <p:nvPr/>
          </p:nvSpPr>
          <p:spPr bwMode="auto">
            <a:xfrm>
              <a:off x="7383462" y="5929313"/>
              <a:ext cx="481013" cy="119063"/>
            </a:xfrm>
            <a:custGeom>
              <a:avLst/>
              <a:gdLst>
                <a:gd name="T0" fmla="*/ 0 w 146"/>
                <a:gd name="T1" fmla="*/ 0 h 36"/>
                <a:gd name="T2" fmla="*/ 87 w 146"/>
                <a:gd name="T3" fmla="*/ 5 h 36"/>
                <a:gd name="T4" fmla="*/ 144 w 146"/>
                <a:gd name="T5" fmla="*/ 29 h 36"/>
                <a:gd name="T6" fmla="*/ 142 w 146"/>
                <a:gd name="T7" fmla="*/ 35 h 36"/>
                <a:gd name="T8" fmla="*/ 11 w 146"/>
                <a:gd name="T9" fmla="*/ 36 h 36"/>
                <a:gd name="T10" fmla="*/ 5 w 146"/>
                <a:gd name="T11" fmla="*/ 30 h 36"/>
                <a:gd name="T12" fmla="*/ 0 w 146"/>
                <a:gd name="T1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" h="36">
                  <a:moveTo>
                    <a:pt x="0" y="0"/>
                  </a:moveTo>
                  <a:cubicBezTo>
                    <a:pt x="0" y="0"/>
                    <a:pt x="33" y="32"/>
                    <a:pt x="87" y="5"/>
                  </a:cubicBezTo>
                  <a:cubicBezTo>
                    <a:pt x="87" y="5"/>
                    <a:pt x="131" y="15"/>
                    <a:pt x="144" y="29"/>
                  </a:cubicBezTo>
                  <a:cubicBezTo>
                    <a:pt x="146" y="32"/>
                    <a:pt x="145" y="35"/>
                    <a:pt x="142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8" y="36"/>
                    <a:pt x="5" y="33"/>
                    <a:pt x="5" y="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782BE080-E7D1-4273-9EA4-C60D0AF2E1B5}"/>
                </a:ext>
              </a:extLst>
            </p:cNvPr>
            <p:cNvSpPr/>
            <p:nvPr/>
          </p:nvSpPr>
          <p:spPr bwMode="auto">
            <a:xfrm>
              <a:off x="6891337" y="3881438"/>
              <a:ext cx="633413" cy="1906588"/>
            </a:xfrm>
            <a:custGeom>
              <a:avLst/>
              <a:gdLst>
                <a:gd name="T0" fmla="*/ 166 w 399"/>
                <a:gd name="T1" fmla="*/ 164 h 1201"/>
                <a:gd name="T2" fmla="*/ 399 w 399"/>
                <a:gd name="T3" fmla="*/ 1201 h 1201"/>
                <a:gd name="T4" fmla="*/ 220 w 399"/>
                <a:gd name="T5" fmla="*/ 1201 h 1201"/>
                <a:gd name="T6" fmla="*/ 17 w 399"/>
                <a:gd name="T7" fmla="*/ 370 h 1201"/>
                <a:gd name="T8" fmla="*/ 0 w 399"/>
                <a:gd name="T9" fmla="*/ 0 h 1201"/>
                <a:gd name="T10" fmla="*/ 166 w 399"/>
                <a:gd name="T11" fmla="*/ 164 h 1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9" h="1201">
                  <a:moveTo>
                    <a:pt x="166" y="164"/>
                  </a:moveTo>
                  <a:lnTo>
                    <a:pt x="399" y="1201"/>
                  </a:lnTo>
                  <a:lnTo>
                    <a:pt x="220" y="1201"/>
                  </a:lnTo>
                  <a:lnTo>
                    <a:pt x="17" y="370"/>
                  </a:lnTo>
                  <a:lnTo>
                    <a:pt x="0" y="0"/>
                  </a:lnTo>
                  <a:lnTo>
                    <a:pt x="166" y="1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直接连接符 87">
              <a:extLst>
                <a:ext uri="{FF2B5EF4-FFF2-40B4-BE49-F238E27FC236}">
                  <a16:creationId xmlns:a16="http://schemas.microsoft.com/office/drawing/2014/main" id="{B2614B17-3564-4FA5-A53C-F59B38DD78D1}"/>
                </a:ext>
              </a:extLst>
            </p:cNvPr>
            <p:cNvSpPr/>
            <p:nvPr/>
          </p:nvSpPr>
          <p:spPr bwMode="auto">
            <a:xfrm>
              <a:off x="7224712" y="5681663"/>
              <a:ext cx="269875" cy="0"/>
            </a:xfrm>
            <a:prstGeom prst="line">
              <a:avLst/>
            </a:prstGeom>
            <a:noFill/>
            <a:ln w="6350" cap="flat">
              <a:solidFill>
                <a:srgbClr val="E8E5D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D9E0C1AA-DB14-49DD-B029-FF5ECFF52E07}"/>
                </a:ext>
              </a:extLst>
            </p:cNvPr>
            <p:cNvSpPr/>
            <p:nvPr/>
          </p:nvSpPr>
          <p:spPr bwMode="auto">
            <a:xfrm>
              <a:off x="6904037" y="4141788"/>
              <a:ext cx="222250" cy="1163638"/>
            </a:xfrm>
            <a:custGeom>
              <a:avLst/>
              <a:gdLst>
                <a:gd name="T0" fmla="*/ 9 w 140"/>
                <a:gd name="T1" fmla="*/ 206 h 733"/>
                <a:gd name="T2" fmla="*/ 0 w 140"/>
                <a:gd name="T3" fmla="*/ 56 h 733"/>
                <a:gd name="T4" fmla="*/ 44 w 140"/>
                <a:gd name="T5" fmla="*/ 0 h 733"/>
                <a:gd name="T6" fmla="*/ 140 w 140"/>
                <a:gd name="T7" fmla="*/ 733 h 733"/>
                <a:gd name="T8" fmla="*/ 9 w 140"/>
                <a:gd name="T9" fmla="*/ 206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733">
                  <a:moveTo>
                    <a:pt x="9" y="206"/>
                  </a:moveTo>
                  <a:lnTo>
                    <a:pt x="0" y="56"/>
                  </a:lnTo>
                  <a:lnTo>
                    <a:pt x="44" y="0"/>
                  </a:lnTo>
                  <a:lnTo>
                    <a:pt x="140" y="733"/>
                  </a:lnTo>
                  <a:lnTo>
                    <a:pt x="9" y="206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035778F9-4E90-4710-B188-1C5A55FF3506}"/>
                </a:ext>
              </a:extLst>
            </p:cNvPr>
            <p:cNvSpPr/>
            <p:nvPr/>
          </p:nvSpPr>
          <p:spPr bwMode="auto">
            <a:xfrm>
              <a:off x="7854950" y="3538538"/>
              <a:ext cx="207963" cy="66675"/>
            </a:xfrm>
            <a:custGeom>
              <a:avLst/>
              <a:gdLst>
                <a:gd name="T0" fmla="*/ 61 w 63"/>
                <a:gd name="T1" fmla="*/ 11 h 20"/>
                <a:gd name="T2" fmla="*/ 55 w 63"/>
                <a:gd name="T3" fmla="*/ 5 h 20"/>
                <a:gd name="T4" fmla="*/ 0 w 63"/>
                <a:gd name="T5" fmla="*/ 0 h 20"/>
                <a:gd name="T6" fmla="*/ 13 w 63"/>
                <a:gd name="T7" fmla="*/ 17 h 20"/>
                <a:gd name="T8" fmla="*/ 54 w 63"/>
                <a:gd name="T9" fmla="*/ 19 h 20"/>
                <a:gd name="T10" fmla="*/ 61 w 63"/>
                <a:gd name="T11" fmla="*/ 1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20">
                  <a:moveTo>
                    <a:pt x="61" y="11"/>
                  </a:moveTo>
                  <a:cubicBezTo>
                    <a:pt x="61" y="8"/>
                    <a:pt x="58" y="6"/>
                    <a:pt x="55" y="5"/>
                  </a:cubicBezTo>
                  <a:cubicBezTo>
                    <a:pt x="41" y="3"/>
                    <a:pt x="0" y="0"/>
                    <a:pt x="0" y="0"/>
                  </a:cubicBezTo>
                  <a:cubicBezTo>
                    <a:pt x="1" y="1"/>
                    <a:pt x="13" y="17"/>
                    <a:pt x="13" y="17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9" y="20"/>
                    <a:pt x="63" y="15"/>
                    <a:pt x="61" y="11"/>
                  </a:cubicBez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35DAEE5D-E81C-49D7-B53B-AA0029244107}"/>
                </a:ext>
              </a:extLst>
            </p:cNvPr>
            <p:cNvSpPr/>
            <p:nvPr/>
          </p:nvSpPr>
          <p:spPr bwMode="auto">
            <a:xfrm>
              <a:off x="7723187" y="3535363"/>
              <a:ext cx="263525" cy="165100"/>
            </a:xfrm>
            <a:custGeom>
              <a:avLst/>
              <a:gdLst>
                <a:gd name="T0" fmla="*/ 63 w 80"/>
                <a:gd name="T1" fmla="*/ 12 h 50"/>
                <a:gd name="T2" fmla="*/ 61 w 80"/>
                <a:gd name="T3" fmla="*/ 45 h 50"/>
                <a:gd name="T4" fmla="*/ 16 w 80"/>
                <a:gd name="T5" fmla="*/ 27 h 50"/>
                <a:gd name="T6" fmla="*/ 24 w 80"/>
                <a:gd name="T7" fmla="*/ 0 h 50"/>
                <a:gd name="T8" fmla="*/ 40 w 80"/>
                <a:gd name="T9" fmla="*/ 1 h 50"/>
                <a:gd name="T10" fmla="*/ 63 w 80"/>
                <a:gd name="T11" fmla="*/ 1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50">
                  <a:moveTo>
                    <a:pt x="63" y="12"/>
                  </a:moveTo>
                  <a:cubicBezTo>
                    <a:pt x="63" y="12"/>
                    <a:pt x="80" y="41"/>
                    <a:pt x="61" y="45"/>
                  </a:cubicBezTo>
                  <a:cubicBezTo>
                    <a:pt x="42" y="49"/>
                    <a:pt x="33" y="50"/>
                    <a:pt x="16" y="27"/>
                  </a:cubicBezTo>
                  <a:cubicBezTo>
                    <a:pt x="0" y="4"/>
                    <a:pt x="24" y="0"/>
                    <a:pt x="24" y="0"/>
                  </a:cubicBezTo>
                  <a:cubicBezTo>
                    <a:pt x="40" y="1"/>
                    <a:pt x="40" y="1"/>
                    <a:pt x="40" y="1"/>
                  </a:cubicBezTo>
                  <a:lnTo>
                    <a:pt x="63" y="12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7548FCF2-CD30-4B22-B51D-04902B6438FF}"/>
                </a:ext>
              </a:extLst>
            </p:cNvPr>
            <p:cNvSpPr/>
            <p:nvPr/>
          </p:nvSpPr>
          <p:spPr bwMode="auto">
            <a:xfrm>
              <a:off x="7627937" y="3525838"/>
              <a:ext cx="184150" cy="95250"/>
            </a:xfrm>
            <a:custGeom>
              <a:avLst/>
              <a:gdLst>
                <a:gd name="T0" fmla="*/ 116 w 116"/>
                <a:gd name="T1" fmla="*/ 6 h 60"/>
                <a:gd name="T2" fmla="*/ 35 w 116"/>
                <a:gd name="T3" fmla="*/ 0 h 60"/>
                <a:gd name="T4" fmla="*/ 0 w 116"/>
                <a:gd name="T5" fmla="*/ 58 h 60"/>
                <a:gd name="T6" fmla="*/ 104 w 116"/>
                <a:gd name="T7" fmla="*/ 60 h 60"/>
                <a:gd name="T8" fmla="*/ 116 w 116"/>
                <a:gd name="T9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60">
                  <a:moveTo>
                    <a:pt x="116" y="6"/>
                  </a:moveTo>
                  <a:lnTo>
                    <a:pt x="35" y="0"/>
                  </a:lnTo>
                  <a:lnTo>
                    <a:pt x="0" y="58"/>
                  </a:lnTo>
                  <a:lnTo>
                    <a:pt x="104" y="60"/>
                  </a:lnTo>
                  <a:lnTo>
                    <a:pt x="116" y="6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51C1AEF5-12AE-417C-B64B-103DD51A0E94}"/>
                </a:ext>
              </a:extLst>
            </p:cNvPr>
            <p:cNvSpPr/>
            <p:nvPr/>
          </p:nvSpPr>
          <p:spPr bwMode="auto">
            <a:xfrm>
              <a:off x="6904037" y="3208338"/>
              <a:ext cx="819150" cy="449263"/>
            </a:xfrm>
            <a:custGeom>
              <a:avLst/>
              <a:gdLst>
                <a:gd name="T0" fmla="*/ 47 w 248"/>
                <a:gd name="T1" fmla="*/ 0 h 136"/>
                <a:gd name="T2" fmla="*/ 114 w 248"/>
                <a:gd name="T3" fmla="*/ 76 h 136"/>
                <a:gd name="T4" fmla="*/ 248 w 248"/>
                <a:gd name="T5" fmla="*/ 93 h 136"/>
                <a:gd name="T6" fmla="*/ 228 w 248"/>
                <a:gd name="T7" fmla="*/ 136 h 136"/>
                <a:gd name="T8" fmla="*/ 101 w 248"/>
                <a:gd name="T9" fmla="*/ 131 h 136"/>
                <a:gd name="T10" fmla="*/ 75 w 248"/>
                <a:gd name="T11" fmla="*/ 119 h 136"/>
                <a:gd name="T12" fmla="*/ 0 w 248"/>
                <a:gd name="T13" fmla="*/ 30 h 136"/>
                <a:gd name="T14" fmla="*/ 47 w 248"/>
                <a:gd name="T15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136">
                  <a:moveTo>
                    <a:pt x="47" y="0"/>
                  </a:moveTo>
                  <a:cubicBezTo>
                    <a:pt x="114" y="76"/>
                    <a:pt x="114" y="76"/>
                    <a:pt x="114" y="76"/>
                  </a:cubicBezTo>
                  <a:cubicBezTo>
                    <a:pt x="248" y="93"/>
                    <a:pt x="248" y="93"/>
                    <a:pt x="248" y="93"/>
                  </a:cubicBezTo>
                  <a:cubicBezTo>
                    <a:pt x="228" y="136"/>
                    <a:pt x="228" y="136"/>
                    <a:pt x="228" y="136"/>
                  </a:cubicBezTo>
                  <a:cubicBezTo>
                    <a:pt x="101" y="131"/>
                    <a:pt x="101" y="131"/>
                    <a:pt x="101" y="131"/>
                  </a:cubicBezTo>
                  <a:cubicBezTo>
                    <a:pt x="91" y="131"/>
                    <a:pt x="81" y="127"/>
                    <a:pt x="75" y="119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28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CA1B9303-6B49-476D-B0B5-EBA5BFF65E76}"/>
                </a:ext>
              </a:extLst>
            </p:cNvPr>
            <p:cNvSpPr/>
            <p:nvPr/>
          </p:nvSpPr>
          <p:spPr bwMode="auto">
            <a:xfrm>
              <a:off x="7043737" y="3327400"/>
              <a:ext cx="107950" cy="273050"/>
            </a:xfrm>
            <a:custGeom>
              <a:avLst/>
              <a:gdLst>
                <a:gd name="T0" fmla="*/ 4 w 68"/>
                <a:gd name="T1" fmla="*/ 0 h 172"/>
                <a:gd name="T2" fmla="*/ 68 w 68"/>
                <a:gd name="T3" fmla="*/ 172 h 172"/>
                <a:gd name="T4" fmla="*/ 0 w 68"/>
                <a:gd name="T5" fmla="*/ 91 h 172"/>
                <a:gd name="T6" fmla="*/ 4 w 68"/>
                <a:gd name="T7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72">
                  <a:moveTo>
                    <a:pt x="4" y="0"/>
                  </a:moveTo>
                  <a:lnTo>
                    <a:pt x="68" y="172"/>
                  </a:lnTo>
                  <a:lnTo>
                    <a:pt x="0" y="9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B85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直接连接符 94">
              <a:extLst>
                <a:ext uri="{FF2B5EF4-FFF2-40B4-BE49-F238E27FC236}">
                  <a16:creationId xmlns:a16="http://schemas.microsoft.com/office/drawing/2014/main" id="{1A6A26E1-7B90-4BE2-8142-E93BD7576F2F}"/>
                </a:ext>
              </a:extLst>
            </p:cNvPr>
            <p:cNvSpPr/>
            <p:nvPr/>
          </p:nvSpPr>
          <p:spPr bwMode="auto">
            <a:xfrm flipH="1" flipV="1">
              <a:off x="7194550" y="3449638"/>
              <a:ext cx="85725" cy="9525"/>
            </a:xfrm>
            <a:prstGeom prst="line">
              <a:avLst/>
            </a:prstGeom>
            <a:noFill/>
            <a:ln w="3175" cap="flat">
              <a:solidFill>
                <a:srgbClr val="2E35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8ED59BA-BA21-4C65-89EE-EBC834181455}"/>
                </a:ext>
              </a:extLst>
            </p:cNvPr>
            <p:cNvSpPr/>
            <p:nvPr/>
          </p:nvSpPr>
          <p:spPr bwMode="auto">
            <a:xfrm>
              <a:off x="6554787" y="3208338"/>
              <a:ext cx="557213" cy="574675"/>
            </a:xfrm>
            <a:custGeom>
              <a:avLst/>
              <a:gdLst>
                <a:gd name="T0" fmla="*/ 151 w 169"/>
                <a:gd name="T1" fmla="*/ 30 h 174"/>
                <a:gd name="T2" fmla="*/ 153 w 169"/>
                <a:gd name="T3" fmla="*/ 0 h 174"/>
                <a:gd name="T4" fmla="*/ 0 w 169"/>
                <a:gd name="T5" fmla="*/ 6 h 174"/>
                <a:gd name="T6" fmla="*/ 32 w 169"/>
                <a:gd name="T7" fmla="*/ 167 h 174"/>
                <a:gd name="T8" fmla="*/ 138 w 169"/>
                <a:gd name="T9" fmla="*/ 174 h 174"/>
                <a:gd name="T10" fmla="*/ 144 w 169"/>
                <a:gd name="T11" fmla="*/ 103 h 174"/>
                <a:gd name="T12" fmla="*/ 167 w 169"/>
                <a:gd name="T13" fmla="*/ 70 h 174"/>
                <a:gd name="T14" fmla="*/ 151 w 169"/>
                <a:gd name="T15" fmla="*/ 3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74">
                  <a:moveTo>
                    <a:pt x="151" y="3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138" y="174"/>
                    <a:pt x="138" y="174"/>
                    <a:pt x="138" y="174"/>
                  </a:cubicBezTo>
                  <a:cubicBezTo>
                    <a:pt x="144" y="103"/>
                    <a:pt x="144" y="103"/>
                    <a:pt x="144" y="103"/>
                  </a:cubicBezTo>
                  <a:cubicBezTo>
                    <a:pt x="150" y="102"/>
                    <a:pt x="165" y="88"/>
                    <a:pt x="167" y="70"/>
                  </a:cubicBezTo>
                  <a:cubicBezTo>
                    <a:pt x="169" y="56"/>
                    <a:pt x="157" y="39"/>
                    <a:pt x="151" y="30"/>
                  </a:cubicBezTo>
                  <a:close/>
                </a:path>
              </a:pathLst>
            </a:custGeom>
            <a:solidFill>
              <a:srgbClr val="E28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4CA77618-B120-4A83-BAD6-7A5EE19DC43F}"/>
                </a:ext>
              </a:extLst>
            </p:cNvPr>
            <p:cNvSpPr/>
            <p:nvPr/>
          </p:nvSpPr>
          <p:spPr bwMode="auto">
            <a:xfrm>
              <a:off x="6600825" y="3433763"/>
              <a:ext cx="58738" cy="325438"/>
            </a:xfrm>
            <a:custGeom>
              <a:avLst/>
              <a:gdLst>
                <a:gd name="T0" fmla="*/ 0 w 37"/>
                <a:gd name="T1" fmla="*/ 20 h 205"/>
                <a:gd name="T2" fmla="*/ 33 w 37"/>
                <a:gd name="T3" fmla="*/ 0 h 205"/>
                <a:gd name="T4" fmla="*/ 37 w 37"/>
                <a:gd name="T5" fmla="*/ 205 h 205"/>
                <a:gd name="T6" fmla="*/ 0 w 37"/>
                <a:gd name="T7" fmla="*/ 2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05">
                  <a:moveTo>
                    <a:pt x="0" y="20"/>
                  </a:moveTo>
                  <a:lnTo>
                    <a:pt x="33" y="0"/>
                  </a:lnTo>
                  <a:lnTo>
                    <a:pt x="37" y="205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B85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2033D2E4-3F79-417E-A079-0CE64803DA27}"/>
                </a:ext>
              </a:extLst>
            </p:cNvPr>
            <p:cNvSpPr/>
            <p:nvPr/>
          </p:nvSpPr>
          <p:spPr bwMode="auto">
            <a:xfrm>
              <a:off x="6499225" y="3838575"/>
              <a:ext cx="214313" cy="198438"/>
            </a:xfrm>
            <a:custGeom>
              <a:avLst/>
              <a:gdLst>
                <a:gd name="T0" fmla="*/ 0 w 65"/>
                <a:gd name="T1" fmla="*/ 30 h 60"/>
                <a:gd name="T2" fmla="*/ 36 w 65"/>
                <a:gd name="T3" fmla="*/ 60 h 60"/>
                <a:gd name="T4" fmla="*/ 65 w 65"/>
                <a:gd name="T5" fmla="*/ 31 h 60"/>
                <a:gd name="T6" fmla="*/ 33 w 65"/>
                <a:gd name="T7" fmla="*/ 0 h 60"/>
                <a:gd name="T8" fmla="*/ 0 w 65"/>
                <a:gd name="T9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60">
                  <a:moveTo>
                    <a:pt x="0" y="30"/>
                  </a:moveTo>
                  <a:cubicBezTo>
                    <a:pt x="0" y="46"/>
                    <a:pt x="20" y="60"/>
                    <a:pt x="36" y="60"/>
                  </a:cubicBezTo>
                  <a:cubicBezTo>
                    <a:pt x="52" y="60"/>
                    <a:pt x="65" y="47"/>
                    <a:pt x="65" y="31"/>
                  </a:cubicBezTo>
                  <a:cubicBezTo>
                    <a:pt x="65" y="15"/>
                    <a:pt x="49" y="0"/>
                    <a:pt x="33" y="0"/>
                  </a:cubicBezTo>
                  <a:cubicBezTo>
                    <a:pt x="18" y="0"/>
                    <a:pt x="0" y="14"/>
                    <a:pt x="0" y="30"/>
                  </a:cubicBez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A0F37A9E-4136-4972-8A8D-5FF9962268B2}"/>
                </a:ext>
              </a:extLst>
            </p:cNvPr>
            <p:cNvSpPr/>
            <p:nvPr/>
          </p:nvSpPr>
          <p:spPr bwMode="auto">
            <a:xfrm>
              <a:off x="6402387" y="3765550"/>
              <a:ext cx="250825" cy="142875"/>
            </a:xfrm>
            <a:custGeom>
              <a:avLst/>
              <a:gdLst>
                <a:gd name="T0" fmla="*/ 76 w 76"/>
                <a:gd name="T1" fmla="*/ 25 h 43"/>
                <a:gd name="T2" fmla="*/ 13 w 76"/>
                <a:gd name="T3" fmla="*/ 0 h 43"/>
                <a:gd name="T4" fmla="*/ 1 w 76"/>
                <a:gd name="T5" fmla="*/ 25 h 43"/>
                <a:gd name="T6" fmla="*/ 50 w 76"/>
                <a:gd name="T7" fmla="*/ 43 h 43"/>
                <a:gd name="T8" fmla="*/ 76 w 76"/>
                <a:gd name="T9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3">
                  <a:moveTo>
                    <a:pt x="76" y="25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0" y="24"/>
                    <a:pt x="1" y="25"/>
                  </a:cubicBezTo>
                  <a:cubicBezTo>
                    <a:pt x="2" y="27"/>
                    <a:pt x="50" y="43"/>
                    <a:pt x="50" y="43"/>
                  </a:cubicBezTo>
                  <a:lnTo>
                    <a:pt x="76" y="25"/>
                  </a:lnTo>
                  <a:close/>
                </a:path>
              </a:pathLst>
            </a:custGeom>
            <a:solidFill>
              <a:srgbClr val="EB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0DCE5B14-315D-4F32-A637-9F9F30989BC0}"/>
                </a:ext>
              </a:extLst>
            </p:cNvPr>
            <p:cNvSpPr/>
            <p:nvPr/>
          </p:nvSpPr>
          <p:spPr bwMode="auto">
            <a:xfrm>
              <a:off x="6022975" y="3228975"/>
              <a:ext cx="593725" cy="682625"/>
            </a:xfrm>
            <a:custGeom>
              <a:avLst/>
              <a:gdLst>
                <a:gd name="T0" fmla="*/ 161 w 180"/>
                <a:gd name="T1" fmla="*/ 0 h 207"/>
                <a:gd name="T2" fmla="*/ 20 w 180"/>
                <a:gd name="T3" fmla="*/ 113 h 207"/>
                <a:gd name="T4" fmla="*/ 32 w 180"/>
                <a:gd name="T5" fmla="*/ 164 h 207"/>
                <a:gd name="T6" fmla="*/ 130 w 180"/>
                <a:gd name="T7" fmla="*/ 207 h 207"/>
                <a:gd name="T8" fmla="*/ 164 w 180"/>
                <a:gd name="T9" fmla="*/ 164 h 207"/>
                <a:gd name="T10" fmla="*/ 90 w 180"/>
                <a:gd name="T11" fmla="*/ 129 h 207"/>
                <a:gd name="T12" fmla="*/ 180 w 180"/>
                <a:gd name="T13" fmla="*/ 69 h 207"/>
                <a:gd name="T14" fmla="*/ 161 w 180"/>
                <a:gd name="T1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0" h="207">
                  <a:moveTo>
                    <a:pt x="161" y="0"/>
                  </a:moveTo>
                  <a:cubicBezTo>
                    <a:pt x="20" y="113"/>
                    <a:pt x="20" y="113"/>
                    <a:pt x="20" y="113"/>
                  </a:cubicBezTo>
                  <a:cubicBezTo>
                    <a:pt x="0" y="128"/>
                    <a:pt x="8" y="160"/>
                    <a:pt x="32" y="164"/>
                  </a:cubicBezTo>
                  <a:cubicBezTo>
                    <a:pt x="130" y="207"/>
                    <a:pt x="130" y="207"/>
                    <a:pt x="130" y="207"/>
                  </a:cubicBezTo>
                  <a:cubicBezTo>
                    <a:pt x="164" y="164"/>
                    <a:pt x="164" y="164"/>
                    <a:pt x="164" y="164"/>
                  </a:cubicBezTo>
                  <a:cubicBezTo>
                    <a:pt x="90" y="129"/>
                    <a:pt x="90" y="129"/>
                    <a:pt x="90" y="129"/>
                  </a:cubicBezTo>
                  <a:cubicBezTo>
                    <a:pt x="180" y="69"/>
                    <a:pt x="180" y="69"/>
                    <a:pt x="180" y="6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E28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直接连接符 100">
              <a:extLst>
                <a:ext uri="{FF2B5EF4-FFF2-40B4-BE49-F238E27FC236}">
                  <a16:creationId xmlns:a16="http://schemas.microsoft.com/office/drawing/2014/main" id="{8DEF22BF-F052-4A57-8254-0B3D3EBCC2A8}"/>
                </a:ext>
              </a:extLst>
            </p:cNvPr>
            <p:cNvSpPr/>
            <p:nvPr/>
          </p:nvSpPr>
          <p:spPr bwMode="auto">
            <a:xfrm flipH="1">
              <a:off x="6237287" y="3654425"/>
              <a:ext cx="82550" cy="0"/>
            </a:xfrm>
            <a:prstGeom prst="line">
              <a:avLst/>
            </a:prstGeom>
            <a:noFill/>
            <a:ln w="3175" cap="flat">
              <a:solidFill>
                <a:srgbClr val="2E35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0A080DB1-C90B-4F36-93DA-BA8EC2718E1D}"/>
                </a:ext>
              </a:extLst>
            </p:cNvPr>
            <p:cNvSpPr/>
            <p:nvPr/>
          </p:nvSpPr>
          <p:spPr bwMode="auto">
            <a:xfrm>
              <a:off x="6610350" y="2635250"/>
              <a:ext cx="550863" cy="434975"/>
            </a:xfrm>
            <a:custGeom>
              <a:avLst/>
              <a:gdLst>
                <a:gd name="T0" fmla="*/ 154 w 167"/>
                <a:gd name="T1" fmla="*/ 90 h 132"/>
                <a:gd name="T2" fmla="*/ 147 w 167"/>
                <a:gd name="T3" fmla="*/ 62 h 132"/>
                <a:gd name="T4" fmla="*/ 145 w 167"/>
                <a:gd name="T5" fmla="*/ 37 h 132"/>
                <a:gd name="T6" fmla="*/ 53 w 167"/>
                <a:gd name="T7" fmla="*/ 5 h 132"/>
                <a:gd name="T8" fmla="*/ 0 w 167"/>
                <a:gd name="T9" fmla="*/ 53 h 132"/>
                <a:gd name="T10" fmla="*/ 23 w 167"/>
                <a:gd name="T11" fmla="*/ 68 h 132"/>
                <a:gd name="T12" fmla="*/ 81 w 167"/>
                <a:gd name="T13" fmla="*/ 84 h 132"/>
                <a:gd name="T14" fmla="*/ 80 w 167"/>
                <a:gd name="T15" fmla="*/ 132 h 132"/>
                <a:gd name="T16" fmla="*/ 164 w 167"/>
                <a:gd name="T17" fmla="*/ 132 h 132"/>
                <a:gd name="T18" fmla="*/ 154 w 167"/>
                <a:gd name="T19" fmla="*/ 9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32">
                  <a:moveTo>
                    <a:pt x="154" y="90"/>
                  </a:moveTo>
                  <a:cubicBezTo>
                    <a:pt x="144" y="79"/>
                    <a:pt x="147" y="62"/>
                    <a:pt x="147" y="62"/>
                  </a:cubicBezTo>
                  <a:cubicBezTo>
                    <a:pt x="149" y="51"/>
                    <a:pt x="148" y="43"/>
                    <a:pt x="145" y="37"/>
                  </a:cubicBezTo>
                  <a:cubicBezTo>
                    <a:pt x="135" y="2"/>
                    <a:pt x="90" y="0"/>
                    <a:pt x="53" y="5"/>
                  </a:cubicBezTo>
                  <a:cubicBezTo>
                    <a:pt x="9" y="11"/>
                    <a:pt x="0" y="53"/>
                    <a:pt x="0" y="53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51" y="79"/>
                    <a:pt x="81" y="84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164" y="132"/>
                    <a:pt x="164" y="132"/>
                    <a:pt x="164" y="132"/>
                  </a:cubicBezTo>
                  <a:cubicBezTo>
                    <a:pt x="167" y="116"/>
                    <a:pt x="164" y="101"/>
                    <a:pt x="154" y="90"/>
                  </a:cubicBez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70383C9C-91EC-4A67-B47C-4E2E341B5631}"/>
                </a:ext>
              </a:extLst>
            </p:cNvPr>
            <p:cNvSpPr/>
            <p:nvPr/>
          </p:nvSpPr>
          <p:spPr bwMode="auto">
            <a:xfrm>
              <a:off x="6753225" y="3017838"/>
              <a:ext cx="165100" cy="276225"/>
            </a:xfrm>
            <a:custGeom>
              <a:avLst/>
              <a:gdLst>
                <a:gd name="T0" fmla="*/ 0 w 50"/>
                <a:gd name="T1" fmla="*/ 59 h 84"/>
                <a:gd name="T2" fmla="*/ 0 w 50"/>
                <a:gd name="T3" fmla="*/ 0 h 84"/>
                <a:gd name="T4" fmla="*/ 50 w 50"/>
                <a:gd name="T5" fmla="*/ 0 h 84"/>
                <a:gd name="T6" fmla="*/ 50 w 50"/>
                <a:gd name="T7" fmla="*/ 59 h 84"/>
                <a:gd name="T8" fmla="*/ 25 w 50"/>
                <a:gd name="T9" fmla="*/ 84 h 84"/>
                <a:gd name="T10" fmla="*/ 25 w 50"/>
                <a:gd name="T11" fmla="*/ 84 h 84"/>
                <a:gd name="T12" fmla="*/ 0 w 50"/>
                <a:gd name="T13" fmla="*/ 5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84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50" y="73"/>
                    <a:pt x="39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11" y="84"/>
                    <a:pt x="0" y="73"/>
                    <a:pt x="0" y="59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D25B2E52-5002-4FE1-BB56-4E5485A97F7E}"/>
                </a:ext>
              </a:extLst>
            </p:cNvPr>
            <p:cNvSpPr/>
            <p:nvPr/>
          </p:nvSpPr>
          <p:spPr bwMode="auto">
            <a:xfrm>
              <a:off x="6745287" y="2978150"/>
              <a:ext cx="173038" cy="193675"/>
            </a:xfrm>
            <a:custGeom>
              <a:avLst/>
              <a:gdLst>
                <a:gd name="T0" fmla="*/ 0 w 52"/>
                <a:gd name="T1" fmla="*/ 0 h 59"/>
                <a:gd name="T2" fmla="*/ 52 w 52"/>
                <a:gd name="T3" fmla="*/ 56 h 59"/>
                <a:gd name="T4" fmla="*/ 52 w 52"/>
                <a:gd name="T5" fmla="*/ 26 h 59"/>
                <a:gd name="T6" fmla="*/ 0 w 52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59">
                  <a:moveTo>
                    <a:pt x="0" y="0"/>
                  </a:moveTo>
                  <a:cubicBezTo>
                    <a:pt x="0" y="0"/>
                    <a:pt x="6" y="59"/>
                    <a:pt x="52" y="56"/>
                  </a:cubicBezTo>
                  <a:cubicBezTo>
                    <a:pt x="52" y="26"/>
                    <a:pt x="52" y="26"/>
                    <a:pt x="52" y="2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19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C7C88CCC-28D6-4177-A769-5BC957BF1D85}"/>
                </a:ext>
              </a:extLst>
            </p:cNvPr>
            <p:cNvSpPr/>
            <p:nvPr/>
          </p:nvSpPr>
          <p:spPr bwMode="auto">
            <a:xfrm>
              <a:off x="6970712" y="2882900"/>
              <a:ext cx="104775" cy="104775"/>
            </a:xfrm>
            <a:custGeom>
              <a:avLst/>
              <a:gdLst>
                <a:gd name="T0" fmla="*/ 32 w 32"/>
                <a:gd name="T1" fmla="*/ 16 h 32"/>
                <a:gd name="T2" fmla="*/ 16 w 32"/>
                <a:gd name="T3" fmla="*/ 32 h 32"/>
                <a:gd name="T4" fmla="*/ 0 w 32"/>
                <a:gd name="T5" fmla="*/ 16 h 32"/>
                <a:gd name="T6" fmla="*/ 16 w 32"/>
                <a:gd name="T7" fmla="*/ 0 h 32"/>
                <a:gd name="T8" fmla="*/ 32 w 32"/>
                <a:gd name="T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32" y="16"/>
                  </a:moveTo>
                  <a:cubicBezTo>
                    <a:pt x="32" y="25"/>
                    <a:pt x="25" y="32"/>
                    <a:pt x="16" y="32"/>
                  </a:cubicBezTo>
                  <a:cubicBezTo>
                    <a:pt x="8" y="32"/>
                    <a:pt x="0" y="25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lose/>
                </a:path>
              </a:pathLst>
            </a:custGeom>
            <a:solidFill>
              <a:srgbClr val="D19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778211A5-234E-4606-95DB-A0E257F8AF93}"/>
                </a:ext>
              </a:extLst>
            </p:cNvPr>
            <p:cNvSpPr/>
            <p:nvPr/>
          </p:nvSpPr>
          <p:spPr bwMode="auto">
            <a:xfrm>
              <a:off x="6723062" y="2746375"/>
              <a:ext cx="320675" cy="376238"/>
            </a:xfrm>
            <a:custGeom>
              <a:avLst/>
              <a:gdLst>
                <a:gd name="T0" fmla="*/ 50 w 97"/>
                <a:gd name="T1" fmla="*/ 114 h 114"/>
                <a:gd name="T2" fmla="*/ 49 w 97"/>
                <a:gd name="T3" fmla="*/ 114 h 114"/>
                <a:gd name="T4" fmla="*/ 1 w 97"/>
                <a:gd name="T5" fmla="*/ 67 h 114"/>
                <a:gd name="T6" fmla="*/ 0 w 97"/>
                <a:gd name="T7" fmla="*/ 13 h 114"/>
                <a:gd name="T8" fmla="*/ 12 w 97"/>
                <a:gd name="T9" fmla="*/ 1 h 114"/>
                <a:gd name="T10" fmla="*/ 75 w 97"/>
                <a:gd name="T11" fmla="*/ 0 h 114"/>
                <a:gd name="T12" fmla="*/ 97 w 97"/>
                <a:gd name="T13" fmla="*/ 22 h 114"/>
                <a:gd name="T14" fmla="*/ 97 w 97"/>
                <a:gd name="T15" fmla="*/ 66 h 114"/>
                <a:gd name="T16" fmla="*/ 50 w 97"/>
                <a:gd name="T1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14">
                  <a:moveTo>
                    <a:pt x="50" y="114"/>
                  </a:moveTo>
                  <a:cubicBezTo>
                    <a:pt x="49" y="114"/>
                    <a:pt x="49" y="114"/>
                    <a:pt x="49" y="114"/>
                  </a:cubicBezTo>
                  <a:cubicBezTo>
                    <a:pt x="22" y="114"/>
                    <a:pt x="1" y="93"/>
                    <a:pt x="1" y="6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7"/>
                    <a:pt x="6" y="1"/>
                    <a:pt x="12" y="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87" y="0"/>
                    <a:pt x="97" y="10"/>
                    <a:pt x="97" y="22"/>
                  </a:cubicBezTo>
                  <a:cubicBezTo>
                    <a:pt x="97" y="66"/>
                    <a:pt x="97" y="66"/>
                    <a:pt x="97" y="66"/>
                  </a:cubicBezTo>
                  <a:cubicBezTo>
                    <a:pt x="97" y="92"/>
                    <a:pt x="76" y="113"/>
                    <a:pt x="50" y="114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E3F0F821-D9AD-40AA-8A5B-BA5DC465D3E5}"/>
                </a:ext>
              </a:extLst>
            </p:cNvPr>
            <p:cNvSpPr/>
            <p:nvPr/>
          </p:nvSpPr>
          <p:spPr bwMode="auto">
            <a:xfrm>
              <a:off x="6878637" y="2892425"/>
              <a:ext cx="25400" cy="25400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7 h 8"/>
                <a:gd name="T4" fmla="*/ 0 w 8"/>
                <a:gd name="T5" fmla="*/ 3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6"/>
                    <a:pt x="6" y="8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8642E102-7505-4869-B71A-F84B3246BB9B}"/>
                </a:ext>
              </a:extLst>
            </p:cNvPr>
            <p:cNvSpPr/>
            <p:nvPr/>
          </p:nvSpPr>
          <p:spPr bwMode="auto">
            <a:xfrm>
              <a:off x="6986587" y="2889250"/>
              <a:ext cx="26988" cy="25400"/>
            </a:xfrm>
            <a:custGeom>
              <a:avLst/>
              <a:gdLst>
                <a:gd name="T0" fmla="*/ 8 w 8"/>
                <a:gd name="T1" fmla="*/ 4 h 8"/>
                <a:gd name="T2" fmla="*/ 4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7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EE320C92-7D3F-45D9-957D-77938C402FA6}"/>
                </a:ext>
              </a:extLst>
            </p:cNvPr>
            <p:cNvSpPr/>
            <p:nvPr/>
          </p:nvSpPr>
          <p:spPr bwMode="auto">
            <a:xfrm>
              <a:off x="6937375" y="2911475"/>
              <a:ext cx="30163" cy="69850"/>
            </a:xfrm>
            <a:custGeom>
              <a:avLst/>
              <a:gdLst>
                <a:gd name="T0" fmla="*/ 8 w 9"/>
                <a:gd name="T1" fmla="*/ 0 h 21"/>
                <a:gd name="T2" fmla="*/ 9 w 9"/>
                <a:gd name="T3" fmla="*/ 16 h 21"/>
                <a:gd name="T4" fmla="*/ 0 w 9"/>
                <a:gd name="T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21">
                  <a:moveTo>
                    <a:pt x="8" y="0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8" y="21"/>
                    <a:pt x="0" y="19"/>
                  </a:cubicBezTo>
                </a:path>
              </a:pathLst>
            </a:custGeom>
            <a:noFill/>
            <a:ln w="9525" cap="rnd">
              <a:solidFill>
                <a:srgbClr val="D197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57DC0586-AFEF-4C42-98AD-66B35EC0D231}"/>
                </a:ext>
              </a:extLst>
            </p:cNvPr>
            <p:cNvSpPr/>
            <p:nvPr/>
          </p:nvSpPr>
          <p:spPr bwMode="auto">
            <a:xfrm>
              <a:off x="6845300" y="2840038"/>
              <a:ext cx="82550" cy="25400"/>
            </a:xfrm>
            <a:custGeom>
              <a:avLst/>
              <a:gdLst>
                <a:gd name="T0" fmla="*/ 4 w 25"/>
                <a:gd name="T1" fmla="*/ 8 h 8"/>
                <a:gd name="T2" fmla="*/ 4 w 25"/>
                <a:gd name="T3" fmla="*/ 8 h 8"/>
                <a:gd name="T4" fmla="*/ 22 w 25"/>
                <a:gd name="T5" fmla="*/ 8 h 8"/>
                <a:gd name="T6" fmla="*/ 25 w 25"/>
                <a:gd name="T7" fmla="*/ 4 h 8"/>
                <a:gd name="T8" fmla="*/ 21 w 25"/>
                <a:gd name="T9" fmla="*/ 0 h 8"/>
                <a:gd name="T10" fmla="*/ 4 w 25"/>
                <a:gd name="T11" fmla="*/ 1 h 8"/>
                <a:gd name="T12" fmla="*/ 1 w 25"/>
                <a:gd name="T13" fmla="*/ 5 h 8"/>
                <a:gd name="T14" fmla="*/ 4 w 25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8"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4" y="7"/>
                    <a:pt x="25" y="6"/>
                    <a:pt x="25" y="4"/>
                  </a:cubicBezTo>
                  <a:cubicBezTo>
                    <a:pt x="25" y="2"/>
                    <a:pt x="23" y="0"/>
                    <a:pt x="21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1"/>
                    <a:pt x="0" y="3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1F3DD5AB-6138-4DE9-BFE2-85B726480605}"/>
                </a:ext>
              </a:extLst>
            </p:cNvPr>
            <p:cNvSpPr/>
            <p:nvPr/>
          </p:nvSpPr>
          <p:spPr bwMode="auto">
            <a:xfrm>
              <a:off x="6977062" y="2840038"/>
              <a:ext cx="58738" cy="22225"/>
            </a:xfrm>
            <a:custGeom>
              <a:avLst/>
              <a:gdLst>
                <a:gd name="T0" fmla="*/ 3 w 18"/>
                <a:gd name="T1" fmla="*/ 7 h 7"/>
                <a:gd name="T2" fmla="*/ 4 w 18"/>
                <a:gd name="T3" fmla="*/ 7 h 7"/>
                <a:gd name="T4" fmla="*/ 15 w 18"/>
                <a:gd name="T5" fmla="*/ 7 h 7"/>
                <a:gd name="T6" fmla="*/ 18 w 18"/>
                <a:gd name="T7" fmla="*/ 3 h 7"/>
                <a:gd name="T8" fmla="*/ 14 w 18"/>
                <a:gd name="T9" fmla="*/ 0 h 7"/>
                <a:gd name="T10" fmla="*/ 4 w 18"/>
                <a:gd name="T11" fmla="*/ 0 h 7"/>
                <a:gd name="T12" fmla="*/ 0 w 18"/>
                <a:gd name="T13" fmla="*/ 4 h 7"/>
                <a:gd name="T14" fmla="*/ 3 w 18"/>
                <a:gd name="T1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7">
                  <a:moveTo>
                    <a:pt x="3" y="7"/>
                  </a:moveTo>
                  <a:cubicBezTo>
                    <a:pt x="3" y="7"/>
                    <a:pt x="4" y="7"/>
                    <a:pt x="4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7" y="7"/>
                    <a:pt x="18" y="5"/>
                    <a:pt x="18" y="3"/>
                  </a:cubicBezTo>
                  <a:cubicBezTo>
                    <a:pt x="18" y="1"/>
                    <a:pt x="16" y="0"/>
                    <a:pt x="1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3" y="7"/>
                  </a:cubicBezTo>
                  <a:close/>
                </a:path>
              </a:pathLst>
            </a:custGeom>
            <a:solidFill>
              <a:srgbClr val="1F2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834EA6FA-DBE1-47B3-A352-C3D8A3765D67}"/>
                </a:ext>
              </a:extLst>
            </p:cNvPr>
            <p:cNvSpPr/>
            <p:nvPr/>
          </p:nvSpPr>
          <p:spPr bwMode="auto">
            <a:xfrm>
              <a:off x="6904037" y="3000375"/>
              <a:ext cx="69850" cy="26988"/>
            </a:xfrm>
            <a:custGeom>
              <a:avLst/>
              <a:gdLst>
                <a:gd name="T0" fmla="*/ 0 w 21"/>
                <a:gd name="T1" fmla="*/ 0 h 8"/>
                <a:gd name="T2" fmla="*/ 21 w 21"/>
                <a:gd name="T3" fmla="*/ 0 h 8"/>
                <a:gd name="T4" fmla="*/ 10 w 21"/>
                <a:gd name="T5" fmla="*/ 8 h 8"/>
                <a:gd name="T6" fmla="*/ 0 w 21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8">
                  <a:moveTo>
                    <a:pt x="0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8"/>
                    <a:pt x="10" y="8"/>
                  </a:cubicBezTo>
                  <a:cubicBezTo>
                    <a:pt x="1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09216DC5-EC3B-41AB-85E5-BE472F5CCB34}"/>
                </a:ext>
              </a:extLst>
            </p:cNvPr>
            <p:cNvSpPr/>
            <p:nvPr/>
          </p:nvSpPr>
          <p:spPr bwMode="auto">
            <a:xfrm>
              <a:off x="6692900" y="2822575"/>
              <a:ext cx="119063" cy="109538"/>
            </a:xfrm>
            <a:custGeom>
              <a:avLst/>
              <a:gdLst>
                <a:gd name="T0" fmla="*/ 35 w 36"/>
                <a:gd name="T1" fmla="*/ 0 h 33"/>
                <a:gd name="T2" fmla="*/ 18 w 36"/>
                <a:gd name="T3" fmla="*/ 30 h 33"/>
                <a:gd name="T4" fmla="*/ 10 w 36"/>
                <a:gd name="T5" fmla="*/ 0 h 33"/>
                <a:gd name="T6" fmla="*/ 35 w 3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3">
                  <a:moveTo>
                    <a:pt x="35" y="0"/>
                  </a:moveTo>
                  <a:cubicBezTo>
                    <a:pt x="35" y="0"/>
                    <a:pt x="36" y="27"/>
                    <a:pt x="18" y="30"/>
                  </a:cubicBezTo>
                  <a:cubicBezTo>
                    <a:pt x="0" y="33"/>
                    <a:pt x="10" y="0"/>
                    <a:pt x="10" y="0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9E7B7E9D-60CC-4EF9-9AEE-CE3D8D95D425}"/>
                </a:ext>
              </a:extLst>
            </p:cNvPr>
            <p:cNvSpPr/>
            <p:nvPr/>
          </p:nvSpPr>
          <p:spPr bwMode="auto">
            <a:xfrm>
              <a:off x="6527800" y="2651125"/>
              <a:ext cx="455613" cy="446088"/>
            </a:xfrm>
            <a:custGeom>
              <a:avLst/>
              <a:gdLst>
                <a:gd name="T0" fmla="*/ 75 w 138"/>
                <a:gd name="T1" fmla="*/ 2 h 135"/>
                <a:gd name="T2" fmla="*/ 18 w 138"/>
                <a:gd name="T3" fmla="*/ 54 h 135"/>
                <a:gd name="T4" fmla="*/ 25 w 138"/>
                <a:gd name="T5" fmla="*/ 135 h 135"/>
                <a:gd name="T6" fmla="*/ 75 w 138"/>
                <a:gd name="T7" fmla="*/ 135 h 135"/>
                <a:gd name="T8" fmla="*/ 68 w 138"/>
                <a:gd name="T9" fmla="*/ 94 h 135"/>
                <a:gd name="T10" fmla="*/ 67 w 138"/>
                <a:gd name="T11" fmla="*/ 65 h 135"/>
                <a:gd name="T12" fmla="*/ 67 w 138"/>
                <a:gd name="T13" fmla="*/ 62 h 135"/>
                <a:gd name="T14" fmla="*/ 137 w 138"/>
                <a:gd name="T15" fmla="*/ 23 h 135"/>
                <a:gd name="T16" fmla="*/ 138 w 138"/>
                <a:gd name="T17" fmla="*/ 11 h 135"/>
                <a:gd name="T18" fmla="*/ 75 w 138"/>
                <a:gd name="T19" fmla="*/ 2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8" h="135">
                  <a:moveTo>
                    <a:pt x="75" y="2"/>
                  </a:moveTo>
                  <a:cubicBezTo>
                    <a:pt x="75" y="2"/>
                    <a:pt x="37" y="0"/>
                    <a:pt x="18" y="54"/>
                  </a:cubicBezTo>
                  <a:cubicBezTo>
                    <a:pt x="0" y="107"/>
                    <a:pt x="24" y="134"/>
                    <a:pt x="2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8" y="119"/>
                    <a:pt x="74" y="105"/>
                    <a:pt x="68" y="94"/>
                  </a:cubicBezTo>
                  <a:cubicBezTo>
                    <a:pt x="62" y="80"/>
                    <a:pt x="67" y="65"/>
                    <a:pt x="67" y="65"/>
                  </a:cubicBezTo>
                  <a:cubicBezTo>
                    <a:pt x="67" y="64"/>
                    <a:pt x="67" y="63"/>
                    <a:pt x="67" y="62"/>
                  </a:cubicBezTo>
                  <a:cubicBezTo>
                    <a:pt x="86" y="61"/>
                    <a:pt x="131" y="55"/>
                    <a:pt x="137" y="23"/>
                  </a:cubicBezTo>
                  <a:cubicBezTo>
                    <a:pt x="138" y="11"/>
                    <a:pt x="138" y="11"/>
                    <a:pt x="138" y="11"/>
                  </a:cubicBezTo>
                  <a:lnTo>
                    <a:pt x="75" y="2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任意多边形: 形状 114">
              <a:extLst>
                <a:ext uri="{FF2B5EF4-FFF2-40B4-BE49-F238E27FC236}">
                  <a16:creationId xmlns:a16="http://schemas.microsoft.com/office/drawing/2014/main" id="{C962A14D-5584-4F63-BAA0-54A4E881E255}"/>
                </a:ext>
              </a:extLst>
            </p:cNvPr>
            <p:cNvSpPr/>
            <p:nvPr/>
          </p:nvSpPr>
          <p:spPr bwMode="auto">
            <a:xfrm>
              <a:off x="6670675" y="2879725"/>
              <a:ext cx="107950" cy="104775"/>
            </a:xfrm>
            <a:custGeom>
              <a:avLst/>
              <a:gdLst>
                <a:gd name="T0" fmla="*/ 32 w 33"/>
                <a:gd name="T1" fmla="*/ 16 h 32"/>
                <a:gd name="T2" fmla="*/ 17 w 33"/>
                <a:gd name="T3" fmla="*/ 32 h 32"/>
                <a:gd name="T4" fmla="*/ 1 w 33"/>
                <a:gd name="T5" fmla="*/ 16 h 32"/>
                <a:gd name="T6" fmla="*/ 16 w 33"/>
                <a:gd name="T7" fmla="*/ 0 h 32"/>
                <a:gd name="T8" fmla="*/ 32 w 33"/>
                <a:gd name="T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2">
                  <a:moveTo>
                    <a:pt x="32" y="16"/>
                  </a:moveTo>
                  <a:cubicBezTo>
                    <a:pt x="33" y="25"/>
                    <a:pt x="25" y="32"/>
                    <a:pt x="17" y="32"/>
                  </a:cubicBezTo>
                  <a:cubicBezTo>
                    <a:pt x="8" y="32"/>
                    <a:pt x="1" y="25"/>
                    <a:pt x="1" y="16"/>
                  </a:cubicBezTo>
                  <a:cubicBezTo>
                    <a:pt x="0" y="8"/>
                    <a:pt x="8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lose/>
                </a:path>
              </a:pathLst>
            </a:custGeom>
            <a:solidFill>
              <a:srgbClr val="E8B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0371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Thanks</a:t>
            </a:r>
            <a:br>
              <a:rPr lang="en-US" altLang="zh-CN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And Your Slogan Here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20XX/XX/XX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演讲</a:t>
            </a:r>
            <a:r>
              <a:rPr lang="zh-CN" altLang="en-US">
                <a:cs typeface="+mn-ea"/>
                <a:sym typeface="+mn-lt"/>
              </a:rPr>
              <a:t>人：</a:t>
            </a:r>
            <a:r>
              <a:rPr lang="en-US" altLang="zh-CN">
                <a:cs typeface="+mn-ea"/>
                <a:sym typeface="+mn-lt"/>
              </a:rPr>
              <a:t>OfficePLUS</a:t>
            </a:r>
            <a:endParaRPr lang="en-US" altLang="zh-CN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171ffb95-15d1-4b7d-8770-6fc124b01460"/>
  <p:tag name="OPCH-EBE60EE525480A8F1BC2D9574CFBB0EB524A85AD66DF9776D65C18AB65E7B2CA" val="[{&quot;GradientColorId&quot;:&quot;&quot;,&quot;IsFree&quot;:true,&quot;IsGradient&quot;:false,&quot;ImagePath&quot;:&quot;&quot;,&quot;GradientColor&quot;:null,&quot;SimpleColor&quot;:&quot;#FFFFFF&quot;}]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5B7DDA"/>
      </a:accent1>
      <a:accent2>
        <a:srgbClr val="F6BE69"/>
      </a:accent2>
      <a:accent3>
        <a:srgbClr val="F07872"/>
      </a:accent3>
      <a:accent4>
        <a:srgbClr val="88A945"/>
      </a:accent4>
      <a:accent5>
        <a:srgbClr val="46679B"/>
      </a:accent5>
      <a:accent6>
        <a:srgbClr val="716978"/>
      </a:accent6>
      <a:hlink>
        <a:srgbClr val="4276AA"/>
      </a:hlink>
      <a:folHlink>
        <a:srgbClr val="BFBFBF"/>
      </a:folHlink>
    </a:clrScheme>
    <a:fontScheme name="pszghgni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5B7DDA"/>
    </a:accent1>
    <a:accent2>
      <a:srgbClr val="F6BE69"/>
    </a:accent2>
    <a:accent3>
      <a:srgbClr val="F07872"/>
    </a:accent3>
    <a:accent4>
      <a:srgbClr val="88A945"/>
    </a:accent4>
    <a:accent5>
      <a:srgbClr val="46679B"/>
    </a:accent5>
    <a:accent6>
      <a:srgbClr val="716978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5B7DDA"/>
    </a:accent1>
    <a:accent2>
      <a:srgbClr val="F6BE69"/>
    </a:accent2>
    <a:accent3>
      <a:srgbClr val="F07872"/>
    </a:accent3>
    <a:accent4>
      <a:srgbClr val="88A945"/>
    </a:accent4>
    <a:accent5>
      <a:srgbClr val="46679B"/>
    </a:accent5>
    <a:accent6>
      <a:srgbClr val="716978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5B7DDA"/>
    </a:accent1>
    <a:accent2>
      <a:srgbClr val="F6BE69"/>
    </a:accent2>
    <a:accent3>
      <a:srgbClr val="F07872"/>
    </a:accent3>
    <a:accent4>
      <a:srgbClr val="88A945"/>
    </a:accent4>
    <a:accent5>
      <a:srgbClr val="46679B"/>
    </a:accent5>
    <a:accent6>
      <a:srgbClr val="716978"/>
    </a:accent6>
    <a:hlink>
      <a:srgbClr val="4276AA"/>
    </a:hlink>
    <a:folHlink>
      <a:srgbClr val="BFBFB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934b4b-eba6-486d-bfc1-4b8e3fe39092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43A8EF62DE444B1FF07917E22EF72" ma:contentTypeVersion="15" ma:contentTypeDescription="Create a new document." ma:contentTypeScope="" ma:versionID="93a012c9a81027335424ba9f7b4858de">
  <xsd:schema xmlns:xsd="http://www.w3.org/2001/XMLSchema" xmlns:xs="http://www.w3.org/2001/XMLSchema" xmlns:p="http://schemas.microsoft.com/office/2006/metadata/properties" xmlns:ns2="0a5c0dea-e5d7-4228-9256-3793bb42faa5" xmlns:ns3="97934b4b-eba6-486d-bfc1-4b8e3fe39092" targetNamespace="http://schemas.microsoft.com/office/2006/metadata/properties" ma:root="true" ma:fieldsID="9a709ec72f4fcd18515a248f36769751" ns2:_="" ns3:_=""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52184D-1D8F-40EA-959A-69D485D62BC9}">
  <ds:schemaRefs>
    <ds:schemaRef ds:uri="http://schemas.microsoft.com/office/2006/metadata/properties"/>
    <ds:schemaRef ds:uri="http://schemas.microsoft.com/office/infopath/2007/PartnerControls"/>
    <ds:schemaRef ds:uri="97934b4b-eba6-486d-bfc1-4b8e3fe39092"/>
    <ds:schemaRef ds:uri="0a5c0dea-e5d7-4228-9256-3793bb42faa5"/>
  </ds:schemaRefs>
</ds:datastoreItem>
</file>

<file path=customXml/itemProps2.xml><?xml version="1.0" encoding="utf-8"?>
<ds:datastoreItem xmlns:ds="http://schemas.openxmlformats.org/officeDocument/2006/customXml" ds:itemID="{85528C5E-83A1-4FD9-B95A-5F540648F2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22FA4A-FDD5-4DD4-B1AD-23C985A695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5c0dea-e5d7-4228-9256-3793bb42faa5"/>
    <ds:schemaRef ds:uri="97934b4b-eba6-486d-bfc1-4b8e3fe39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191</TotalTime>
  <Words>1070</Words>
  <Application>Microsoft Office PowerPoint</Application>
  <PresentationFormat>宽屏</PresentationFormat>
  <Paragraphs>226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主题5</vt:lpstr>
      <vt:lpstr>简约原创商务风 课程分析说明</vt:lpstr>
      <vt:lpstr>PowerPoint 演示文稿</vt:lpstr>
      <vt:lpstr>PowerPoint 演示文稿</vt:lpstr>
      <vt:lpstr>PowerPoint 演示文稿</vt:lpstr>
      <vt:lpstr>PowerPoint 演示文稿</vt:lpstr>
      <vt:lpstr>重新定义FOAI易用性</vt:lpstr>
      <vt:lpstr>课程简介2</vt:lpstr>
      <vt:lpstr>任课老师介绍</vt:lpstr>
      <vt:lpstr>课程要点</vt:lpstr>
      <vt:lpstr>课程要点1</vt:lpstr>
      <vt:lpstr>课程要点2</vt:lpstr>
      <vt:lpstr>课程要点3</vt:lpstr>
      <vt:lpstr>课程亮点</vt:lpstr>
      <vt:lpstr>课程亮点1</vt:lpstr>
      <vt:lpstr>课程亮点2</vt:lpstr>
      <vt:lpstr>课程亮点3</vt:lpstr>
      <vt:lpstr>课程总结</vt:lpstr>
      <vt:lpstr>课程总结1</vt:lpstr>
      <vt:lpstr>课程总结2</vt:lpstr>
      <vt:lpstr>Thanks And Your Slogan Here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hao yang</cp:lastModifiedBy>
  <cp:revision>31</cp:revision>
  <cp:lastPrinted>2018-10-28T16:00:00Z</cp:lastPrinted>
  <dcterms:created xsi:type="dcterms:W3CDTF">2018-10-28T16:00:00Z</dcterms:created>
  <dcterms:modified xsi:type="dcterms:W3CDTF">2026-04-24T00:17:41Z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ContentTypeId">
    <vt:lpwstr>0x010100D1443A8EF62DE444B1FF07917E22EF72</vt:lpwstr>
  </property>
</Properties>
</file>